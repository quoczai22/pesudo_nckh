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 id="275" r:id="rId20"/>
    <p:sldId id="276" r:id="rId21"/>
    <p:sldId id="277" r:id="rId22"/>
    <p:sldId id="278" r:id="rId23"/>
    <p:sldId id="279" r:id="rId24"/>
    <p:sldId id="283" r:id="rId25"/>
    <p:sldId id="284" r:id="rId26"/>
    <p:sldId id="285" r:id="rId27"/>
  </p:sldIdLst>
  <p:sldSz cx="9144000" cy="5143500" type="screen16x9"/>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69" autoAdjust="0"/>
    <p:restoredTop sz="94660"/>
  </p:normalViewPr>
  <p:slideViewPr>
    <p:cSldViewPr snapToGrid="0">
      <p:cViewPr varScale="1">
        <p:scale>
          <a:sx n="142" d="100"/>
          <a:sy n="142" d="100"/>
        </p:scale>
        <p:origin x="918" y="-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endParaRPr/>
          </a:p>
          <a:p>
            <a:r>
              <a:t>1.7.2013</a:t>
            </a:r>
          </a:p>
          <a:p>
            <a:endParaRPr/>
          </a:p>
          <a:p>
            <a:r>
              <a:t>1.7.2013</a:t>
            </a:r>
          </a:p>
          <a:p>
            <a:endParaRPr/>
          </a:p>
          <a:p>
            <a:endParaRPr/>
          </a:p>
          <a:p>
            <a:endParaRPr/>
          </a:p>
          <a:p>
            <a:r>
              <a:t>‹#›</a:t>
            </a:r>
          </a:p>
          <a:p>
            <a:endParaRPr/>
          </a:p>
          <a:p>
            <a:r>
              <a:t>‹#›</a:t>
            </a:r>
          </a:p>
          <a:p>
            <a:endParaRPr/>
          </a:p>
          <a:p>
            <a:r>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1FEC7-107F-BDF1-FAC7-1B33130983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12A50E-7DF9-6801-3604-85F1EFCDAB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02A7BE-4786-3488-E67F-9D1C92373E11}"/>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245422C9-A935-A1DF-2DBD-2622E2FC077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9242963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EE320-671F-3EA9-A13B-E1881D3BFC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B7B462-152A-4C9D-3E61-5176D29F15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C7C60D-033F-A156-58D1-A1B5DD1DA0EC}"/>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1AE26AF0-821D-7EBF-1B51-681C44A26FC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0142659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5EF87-6DBB-4B5A-1ADE-15E1F4BF49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C2B2D9-9BF3-8B92-5C94-5173D8FD2E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A952AD-C8AE-948D-F9EC-4A0F9402DBF0}"/>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7841A4F1-538B-6EF2-963F-B961594D8E0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6078030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F651B-CAFD-1D26-5922-8E9E6424BC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7B556A-A1B5-32C0-BE8F-8661366463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1E77C-E582-1E90-B5C9-6A0BBB37785C}"/>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0684AA5F-C5A2-6A7F-83E3-632FD94F84A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916101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
        <p:cNvGrpSpPr/>
        <p:nvPr/>
      </p:nvGrpSpPr>
      <p:grpSpPr>
        <a:xfrm>
          <a:off x="0" y="0"/>
          <a:ext cx="0" cy="0"/>
          <a:chOff x="0" y="0"/>
          <a:chExt cx="0" cy="0"/>
        </a:xfrm>
      </p:grpSpPr>
      <p:sp>
        <p:nvSpPr>
          <p:cNvPr id="13" name="Google Shape;13;p3">
            <a:extLst>
              <a:ext uri="{FF2B5EF4-FFF2-40B4-BE49-F238E27FC236}">
                <a16:creationId xmlns:a16="http://schemas.microsoft.com/office/drawing/2014/main" id="{315F6306-E597-402B-9410-68E0B494D7B9}"/>
              </a:ext>
            </a:extLst>
          </p:cNvPr>
          <p:cNvSpPr>
            <a:spLocks noGrp="1"/>
          </p:cNvSpPr>
          <p:nvPr>
            <p:ph type="title"/>
          </p:nvPr>
        </p:nvSpPr>
        <p:spPr>
          <a:xfrm>
            <a:off x="713225" y="2254513"/>
            <a:ext cx="4444500" cy="915900"/>
          </a:xfrm>
          <a:prstGeom prst="rect">
            <a:avLst/>
          </a:prstGeom>
        </p:spPr>
        <p:txBody>
          <a:bodyPr spcFirstLastPara="1" wrap="square" lIns="91425" tIns="91425" rIns="91425" bIns="91425" anchor="ctr">
            <a:noAutofit/>
          </a:bodyPr>
          <a:lstStyle>
            <a:lvl1pPr>
              <a:spcBef>
                <a:spcPts val="0"/>
              </a:spcBef>
              <a:spcAft>
                <a:spcPts val="0"/>
              </a:spcAft>
              <a:buNone/>
              <a:defRPr sz="5000"/>
            </a:lvl1pPr>
            <a:lvl2pPr algn="ctr">
              <a:spcBef>
                <a:spcPts val="0"/>
              </a:spcBef>
              <a:spcAft>
                <a:spcPts val="0"/>
              </a:spcAft>
              <a:buNone/>
              <a:defRPr sz="3600"/>
            </a:lvl2pPr>
            <a:lvl3pPr algn="ctr">
              <a:spcBef>
                <a:spcPts val="0"/>
              </a:spcBef>
              <a:spcAft>
                <a:spcPts val="0"/>
              </a:spcAft>
              <a:buNone/>
              <a:defRPr sz="3600"/>
            </a:lvl3pPr>
            <a:lvl4pPr algn="ctr">
              <a:spcBef>
                <a:spcPts val="0"/>
              </a:spcBef>
              <a:spcAft>
                <a:spcPts val="0"/>
              </a:spcAft>
              <a:buNone/>
              <a:defRPr sz="3600"/>
            </a:lvl4pPr>
            <a:lvl5pPr algn="ctr">
              <a:spcBef>
                <a:spcPts val="0"/>
              </a:spcBef>
              <a:spcAft>
                <a:spcPts val="0"/>
              </a:spcAft>
              <a:buNone/>
              <a:defRPr sz="3600"/>
            </a:lvl5pPr>
            <a:lvl6pPr algn="ctr">
              <a:spcBef>
                <a:spcPts val="0"/>
              </a:spcBef>
              <a:spcAft>
                <a:spcPts val="0"/>
              </a:spcAft>
              <a:buNone/>
              <a:defRPr sz="3600"/>
            </a:lvl6pPr>
            <a:lvl7pPr algn="ctr">
              <a:spcBef>
                <a:spcPts val="0"/>
              </a:spcBef>
              <a:spcAft>
                <a:spcPts val="0"/>
              </a:spcAft>
              <a:buNone/>
              <a:defRPr sz="3600"/>
            </a:lvl7pPr>
            <a:lvl8pPr algn="ctr">
              <a:spcBef>
                <a:spcPts val="0"/>
              </a:spcBef>
              <a:spcAft>
                <a:spcPts val="0"/>
              </a:spcAft>
              <a:buNone/>
              <a:defRPr sz="3600"/>
            </a:lvl8pPr>
            <a:lvl9pPr algn="ctr">
              <a:spcBef>
                <a:spcPts val="0"/>
              </a:spcBef>
              <a:spcAft>
                <a:spcPts val="0"/>
              </a:spcAft>
              <a:buNone/>
              <a:defRPr sz="3600"/>
            </a:lvl9pPr>
          </a:lstStyle>
          <a:p>
            <a:endParaRPr/>
          </a:p>
        </p:txBody>
      </p:sp>
      <p:sp>
        <p:nvSpPr>
          <p:cNvPr id="14" name="Google Shape;14;p3">
            <a:extLst>
              <a:ext uri="{FF2B5EF4-FFF2-40B4-BE49-F238E27FC236}">
                <a16:creationId xmlns:a16="http://schemas.microsoft.com/office/drawing/2014/main" id="{5F29A6CF-CFCA-47B2-B830-3AF4C60CFE2B}"/>
              </a:ext>
            </a:extLst>
          </p:cNvPr>
          <p:cNvSpPr>
            <a:spLocks noGrp="1"/>
          </p:cNvSpPr>
          <p:nvPr>
            <p:ph type="title" idx="2" hasCustomPrompt="1"/>
          </p:nvPr>
        </p:nvSpPr>
        <p:spPr>
          <a:xfrm>
            <a:off x="713225" y="1322859"/>
            <a:ext cx="1652100" cy="915900"/>
          </a:xfrm>
          <a:prstGeom prst="rect">
            <a:avLst/>
          </a:prstGeom>
          <a:noFill/>
        </p:spPr>
        <p:txBody>
          <a:bodyPr spcFirstLastPara="1" wrap="square" lIns="91425" tIns="91425" rIns="91425" bIns="91425" anchor="ctr">
            <a:noAutofit/>
          </a:bodyPr>
          <a:lstStyle>
            <a:lvl1pPr>
              <a:spcBef>
                <a:spcPts val="0"/>
              </a:spcBef>
              <a:spcAft>
                <a:spcPts val="0"/>
              </a:spcAft>
              <a:buNone/>
              <a:defRPr sz="6000">
                <a:solidFill>
                  <a:schemeClr val="accent1"/>
                </a:solidFill>
              </a:defRPr>
            </a:lvl1pPr>
            <a:lvl2pPr algn="ctr">
              <a:spcBef>
                <a:spcPts val="0"/>
              </a:spcBef>
              <a:spcAft>
                <a:spcPts val="0"/>
              </a:spcAft>
              <a:buNone/>
              <a:defRPr sz="6000">
                <a:solidFill>
                  <a:schemeClr val="lt1"/>
                </a:solidFill>
              </a:defRPr>
            </a:lvl2pPr>
            <a:lvl3pPr algn="ctr">
              <a:spcBef>
                <a:spcPts val="0"/>
              </a:spcBef>
              <a:spcAft>
                <a:spcPts val="0"/>
              </a:spcAft>
              <a:buNone/>
              <a:defRPr sz="6000">
                <a:solidFill>
                  <a:schemeClr val="lt1"/>
                </a:solidFill>
              </a:defRPr>
            </a:lvl3pPr>
            <a:lvl4pPr algn="ctr">
              <a:spcBef>
                <a:spcPts val="0"/>
              </a:spcBef>
              <a:spcAft>
                <a:spcPts val="0"/>
              </a:spcAft>
              <a:buNone/>
              <a:defRPr sz="6000">
                <a:solidFill>
                  <a:schemeClr val="lt1"/>
                </a:solidFill>
              </a:defRPr>
            </a:lvl4pPr>
            <a:lvl5pPr algn="ctr">
              <a:spcBef>
                <a:spcPts val="0"/>
              </a:spcBef>
              <a:spcAft>
                <a:spcPts val="0"/>
              </a:spcAft>
              <a:buNone/>
              <a:defRPr sz="6000">
                <a:solidFill>
                  <a:schemeClr val="lt1"/>
                </a:solidFill>
              </a:defRPr>
            </a:lvl5pPr>
            <a:lvl6pPr algn="ctr">
              <a:spcBef>
                <a:spcPts val="0"/>
              </a:spcBef>
              <a:spcAft>
                <a:spcPts val="0"/>
              </a:spcAft>
              <a:buNone/>
              <a:defRPr sz="6000">
                <a:solidFill>
                  <a:schemeClr val="lt1"/>
                </a:solidFill>
              </a:defRPr>
            </a:lvl6pPr>
            <a:lvl7pPr algn="ctr">
              <a:spcBef>
                <a:spcPts val="0"/>
              </a:spcBef>
              <a:spcAft>
                <a:spcPts val="0"/>
              </a:spcAft>
              <a:buNone/>
              <a:defRPr sz="6000">
                <a:solidFill>
                  <a:schemeClr val="lt1"/>
                </a:solidFill>
              </a:defRPr>
            </a:lvl7pPr>
            <a:lvl8pPr algn="ctr">
              <a:spcBef>
                <a:spcPts val="0"/>
              </a:spcBef>
              <a:spcAft>
                <a:spcPts val="0"/>
              </a:spcAft>
              <a:buNone/>
              <a:defRPr sz="6000">
                <a:solidFill>
                  <a:schemeClr val="lt1"/>
                </a:solidFill>
              </a:defRPr>
            </a:lvl8pPr>
            <a:lvl9pPr algn="ctr">
              <a:spcBef>
                <a:spcPts val="0"/>
              </a:spcBef>
              <a:spcAft>
                <a:spcPts val="0"/>
              </a:spcAft>
              <a:buNone/>
              <a:defRPr sz="6000">
                <a:solidFill>
                  <a:schemeClr val="lt1"/>
                </a:solidFill>
              </a:defRPr>
            </a:lvl9pPr>
          </a:lstStyle>
          <a:p>
            <a:r>
              <a:t>xx%</a:t>
            </a:r>
          </a:p>
        </p:txBody>
      </p:sp>
      <p:sp>
        <p:nvSpPr>
          <p:cNvPr id="15" name="Google Shape;15;p3">
            <a:extLst>
              <a:ext uri="{FF2B5EF4-FFF2-40B4-BE49-F238E27FC236}">
                <a16:creationId xmlns:a16="http://schemas.microsoft.com/office/drawing/2014/main" id="{641B2C2F-B1A8-4C9C-8B40-145F89A4B05A}"/>
              </a:ext>
            </a:extLst>
          </p:cNvPr>
          <p:cNvSpPr>
            <a:spLocks noGrp="1"/>
          </p:cNvSpPr>
          <p:nvPr>
            <p:ph type="subTitle" idx="1"/>
          </p:nvPr>
        </p:nvSpPr>
        <p:spPr>
          <a:xfrm>
            <a:off x="713225" y="3209796"/>
            <a:ext cx="4444500" cy="375000"/>
          </a:xfrm>
          <a:prstGeom prst="rect">
            <a:avLst/>
          </a:prstGeom>
        </p:spPr>
        <p:txBody>
          <a:bodyPr spcFirstLastPara="1" wrap="square" lIns="91425" tIns="91425" rIns="91425" bIns="91425" anchor="t">
            <a:noAutofit/>
          </a:bodyPr>
          <a:lstStyle>
            <a:lvl1pPr>
              <a:lnSpc>
                <a:spcPct val="100000"/>
              </a:lnSpc>
              <a:spcBef>
                <a:spcPts val="0"/>
              </a:spcBef>
              <a:spcAft>
                <a:spcPts val="0"/>
              </a:spcAft>
              <a:buNone/>
              <a:defRPr/>
            </a:lvl1pPr>
            <a:lvl2pPr algn="ctr">
              <a:lnSpc>
                <a:spcPct val="100000"/>
              </a:lnSpc>
              <a:spcBef>
                <a:spcPts val="0"/>
              </a:spcBef>
              <a:spcAft>
                <a:spcPts val="0"/>
              </a:spcAft>
              <a:buNone/>
              <a:defRPr/>
            </a:lvl2pPr>
            <a:lvl3pPr algn="ctr">
              <a:lnSpc>
                <a:spcPct val="100000"/>
              </a:lnSpc>
              <a:spcBef>
                <a:spcPts val="0"/>
              </a:spcBef>
              <a:spcAft>
                <a:spcPts val="0"/>
              </a:spcAft>
              <a:buNone/>
              <a:defRPr/>
            </a:lvl3pPr>
            <a:lvl4pPr algn="ctr">
              <a:lnSpc>
                <a:spcPct val="100000"/>
              </a:lnSpc>
              <a:spcBef>
                <a:spcPts val="0"/>
              </a:spcBef>
              <a:spcAft>
                <a:spcPts val="0"/>
              </a:spcAft>
              <a:buNone/>
              <a:defRPr/>
            </a:lvl4pPr>
            <a:lvl5pPr algn="ctr">
              <a:lnSpc>
                <a:spcPct val="100000"/>
              </a:lnSpc>
              <a:spcBef>
                <a:spcPts val="0"/>
              </a:spcBef>
              <a:spcAft>
                <a:spcPts val="0"/>
              </a:spcAft>
              <a:buNone/>
              <a:defRPr/>
            </a:lvl5pPr>
            <a:lvl6pPr algn="ctr">
              <a:lnSpc>
                <a:spcPct val="100000"/>
              </a:lnSpc>
              <a:spcBef>
                <a:spcPts val="0"/>
              </a:spcBef>
              <a:spcAft>
                <a:spcPts val="0"/>
              </a:spcAft>
              <a:buNone/>
              <a:defRPr/>
            </a:lvl6pPr>
            <a:lvl7pPr algn="ctr">
              <a:lnSpc>
                <a:spcPct val="100000"/>
              </a:lnSpc>
              <a:spcBef>
                <a:spcPts val="0"/>
              </a:spcBef>
              <a:spcAft>
                <a:spcPts val="0"/>
              </a:spcAft>
              <a:buNone/>
              <a:defRPr/>
            </a:lvl7pPr>
            <a:lvl8pPr algn="ctr">
              <a:lnSpc>
                <a:spcPct val="100000"/>
              </a:lnSpc>
              <a:spcBef>
                <a:spcPts val="0"/>
              </a:spcBef>
              <a:spcAft>
                <a:spcPts val="0"/>
              </a:spcAft>
              <a:buNone/>
              <a:defRPr/>
            </a:lvl8pPr>
            <a:lvl9pPr algn="ctr">
              <a:lnSpc>
                <a:spcPct val="100000"/>
              </a:lnSpc>
              <a:spcBef>
                <a:spcPts val="0"/>
              </a:spcBef>
              <a:spcAft>
                <a:spcPts val="0"/>
              </a:spcAft>
              <a:buNone/>
              <a:defRPr/>
            </a:lvl9pPr>
          </a:lstStyle>
          <a:p>
            <a:endParaRPr/>
          </a:p>
        </p:txBody>
      </p:sp>
      <p:sp>
        <p:nvSpPr>
          <p:cNvPr id="16" name="Google Shape;16;p3">
            <a:extLst>
              <a:ext uri="{FF2B5EF4-FFF2-40B4-BE49-F238E27FC236}">
                <a16:creationId xmlns:a16="http://schemas.microsoft.com/office/drawing/2014/main" id="{D66457C7-E85F-4291-B2F1-CD9199B6B789}"/>
              </a:ext>
            </a:extLst>
          </p:cNvPr>
          <p:cNvSpPr>
            <a:spLocks noGrp="1"/>
          </p:cNvSpPr>
          <p:nvPr/>
        </p:nvSpPr>
        <p:spPr>
          <a:xfrm rot="5400000">
            <a:off x="2150850" y="-1761150"/>
            <a:ext cx="4842300" cy="8665800"/>
          </a:xfrm>
          <a:prstGeom prst="bracketPair">
            <a:avLst/>
          </a:prstGeom>
          <a:noFill/>
          <a:ln w="28575" cmpd="sng">
            <a:solidFill>
              <a:schemeClr val="accent4"/>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60" name="Google Shape;60;p6">
            <a:extLst>
              <a:ext uri="{FF2B5EF4-FFF2-40B4-BE49-F238E27FC236}">
                <a16:creationId xmlns:a16="http://schemas.microsoft.com/office/drawing/2014/main" id="{E0FCA07F-51F9-4EE8-B70B-69F12F42345D}"/>
              </a:ext>
            </a:extLst>
          </p:cNvPr>
          <p:cNvSpPr>
            <a:spLocks noGrp="1"/>
          </p:cNvSpPr>
          <p:nvPr/>
        </p:nvSpPr>
        <p:spPr>
          <a:xfrm>
            <a:off x="-2362825" y="3936750"/>
            <a:ext cx="3228251" cy="2660759"/>
          </a:xfrm>
          <a:custGeom>
            <a:avLst/>
            <a:gdLst/>
            <a:ahLst/>
            <a:cxnLst/>
            <a:rect l="l" t="t" r="r" b="b"/>
            <a:pathLst>
              <a:path w="42568" h="35085">
                <a:moveTo>
                  <a:pt x="28184" y="1"/>
                </a:moveTo>
                <a:cubicBezTo>
                  <a:pt x="27147" y="1"/>
                  <a:pt x="26108" y="74"/>
                  <a:pt x="25087" y="208"/>
                </a:cubicBezTo>
                <a:cubicBezTo>
                  <a:pt x="23049" y="477"/>
                  <a:pt x="21019" y="979"/>
                  <a:pt x="19130" y="1771"/>
                </a:cubicBezTo>
                <a:cubicBezTo>
                  <a:pt x="14857" y="3603"/>
                  <a:pt x="12530" y="8343"/>
                  <a:pt x="9049" y="11237"/>
                </a:cubicBezTo>
                <a:cubicBezTo>
                  <a:pt x="6750" y="13118"/>
                  <a:pt x="3920" y="13918"/>
                  <a:pt x="2357" y="16514"/>
                </a:cubicBezTo>
                <a:cubicBezTo>
                  <a:pt x="616" y="19344"/>
                  <a:pt x="1" y="22527"/>
                  <a:pt x="1182" y="25739"/>
                </a:cubicBezTo>
                <a:cubicBezTo>
                  <a:pt x="1239" y="25824"/>
                  <a:pt x="1267" y="25944"/>
                  <a:pt x="1296" y="26065"/>
                </a:cubicBezTo>
                <a:cubicBezTo>
                  <a:pt x="2654" y="29276"/>
                  <a:pt x="5484" y="31752"/>
                  <a:pt x="8695" y="33167"/>
                </a:cubicBezTo>
                <a:cubicBezTo>
                  <a:pt x="11999" y="34639"/>
                  <a:pt x="15685" y="35049"/>
                  <a:pt x="19279" y="35084"/>
                </a:cubicBezTo>
                <a:cubicBezTo>
                  <a:pt x="22519" y="35084"/>
                  <a:pt x="25822" y="34759"/>
                  <a:pt x="28624" y="33167"/>
                </a:cubicBezTo>
                <a:cubicBezTo>
                  <a:pt x="31807" y="31335"/>
                  <a:pt x="32097" y="28951"/>
                  <a:pt x="33307" y="25916"/>
                </a:cubicBezTo>
                <a:cubicBezTo>
                  <a:pt x="34340" y="23320"/>
                  <a:pt x="36936" y="21403"/>
                  <a:pt x="38641" y="19280"/>
                </a:cubicBezTo>
                <a:cubicBezTo>
                  <a:pt x="41032" y="16337"/>
                  <a:pt x="42567" y="12411"/>
                  <a:pt x="41683" y="8697"/>
                </a:cubicBezTo>
                <a:cubicBezTo>
                  <a:pt x="40884" y="5400"/>
                  <a:pt x="38231" y="2719"/>
                  <a:pt x="35104" y="1333"/>
                </a:cubicBezTo>
                <a:cubicBezTo>
                  <a:pt x="32933" y="387"/>
                  <a:pt x="30559" y="1"/>
                  <a:pt x="28184" y="1"/>
                </a:cubicBezTo>
                <a:close/>
              </a:path>
            </a:pathLst>
          </a:custGeom>
          <a:solidFill>
            <a:schemeClr val="dk2"/>
          </a:solidFill>
          <a:ln>
            <a:noFill/>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64" name="Google Shape;64;p6">
            <a:extLst>
              <a:ext uri="{FF2B5EF4-FFF2-40B4-BE49-F238E27FC236}">
                <a16:creationId xmlns:a16="http://schemas.microsoft.com/office/drawing/2014/main" id="{4C713B26-A01C-4C8D-AB85-B92F931BF3BB}"/>
              </a:ext>
            </a:extLst>
          </p:cNvPr>
          <p:cNvSpPr>
            <a:spLocks noGrp="1"/>
          </p:cNvSpPr>
          <p:nvPr/>
        </p:nvSpPr>
        <p:spPr>
          <a:xfrm rot="5400000">
            <a:off x="2150850" y="-1761150"/>
            <a:ext cx="4842300" cy="8665800"/>
          </a:xfrm>
          <a:prstGeom prst="bracketPair">
            <a:avLst/>
          </a:prstGeom>
          <a:noFill/>
          <a:ln w="28575" cmpd="sng">
            <a:solidFill>
              <a:schemeClr val="accent4"/>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65" name="Google Shape;65;p6">
            <a:extLst>
              <a:ext uri="{FF2B5EF4-FFF2-40B4-BE49-F238E27FC236}">
                <a16:creationId xmlns:a16="http://schemas.microsoft.com/office/drawing/2014/main" id="{2FB5BA9E-BC21-420A-8F3F-B9E0AF2537A4}"/>
              </a:ext>
            </a:extLst>
          </p:cNvPr>
          <p:cNvSpPr>
            <a:spLocks noGrp="1"/>
          </p:cNvSpPr>
          <p:nvPr/>
        </p:nvSpPr>
        <p:spPr>
          <a:xfrm>
            <a:off x="8488179" y="523494"/>
            <a:ext cx="1017284" cy="955173"/>
          </a:xfrm>
          <a:custGeom>
            <a:avLst/>
            <a:gdLst/>
            <a:ahLst/>
            <a:cxnLst/>
            <a:rect l="l" t="t" r="r" b="b"/>
            <a:pathLst>
              <a:path w="13414" h="12595">
                <a:moveTo>
                  <a:pt x="6393" y="1"/>
                </a:moveTo>
                <a:cubicBezTo>
                  <a:pt x="6010" y="1"/>
                  <a:pt x="5626" y="38"/>
                  <a:pt x="5242" y="124"/>
                </a:cubicBezTo>
                <a:cubicBezTo>
                  <a:pt x="2766" y="598"/>
                  <a:pt x="354" y="2515"/>
                  <a:pt x="177" y="5048"/>
                </a:cubicBezTo>
                <a:cubicBezTo>
                  <a:pt x="0" y="7821"/>
                  <a:pt x="3063" y="10064"/>
                  <a:pt x="5129" y="11330"/>
                </a:cubicBezTo>
                <a:cubicBezTo>
                  <a:pt x="6309" y="12076"/>
                  <a:pt x="7558" y="12595"/>
                  <a:pt x="8729" y="12595"/>
                </a:cubicBezTo>
                <a:cubicBezTo>
                  <a:pt x="9868" y="12595"/>
                  <a:pt x="10932" y="12105"/>
                  <a:pt x="11786" y="10856"/>
                </a:cubicBezTo>
                <a:cubicBezTo>
                  <a:pt x="13144" y="8854"/>
                  <a:pt x="13413" y="6137"/>
                  <a:pt x="12409" y="3959"/>
                </a:cubicBezTo>
                <a:cubicBezTo>
                  <a:pt x="11404" y="1751"/>
                  <a:pt x="9169" y="160"/>
                  <a:pt x="6749" y="11"/>
                </a:cubicBezTo>
                <a:cubicBezTo>
                  <a:pt x="6631" y="4"/>
                  <a:pt x="6512" y="1"/>
                  <a:pt x="6393" y="1"/>
                </a:cubicBezTo>
                <a:close/>
              </a:path>
            </a:pathLst>
          </a:custGeom>
          <a:solidFill>
            <a:schemeClr val="dk2"/>
          </a:solidFill>
          <a:ln>
            <a:noFill/>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66" name="Google Shape;66;p6">
            <a:extLst>
              <a:ext uri="{FF2B5EF4-FFF2-40B4-BE49-F238E27FC236}">
                <a16:creationId xmlns:a16="http://schemas.microsoft.com/office/drawing/2014/main" id="{E331338A-3E86-434C-81D5-02508ADBF63D}"/>
              </a:ext>
            </a:extLst>
          </p:cNvPr>
          <p:cNvSpPr>
            <a:spLocks noGrp="1"/>
          </p:cNvSpPr>
          <p:nvPr/>
        </p:nvSpPr>
        <p:spPr>
          <a:xfrm>
            <a:off x="8687425" y="834875"/>
            <a:ext cx="289200" cy="258300"/>
          </a:xfrm>
          <a:prstGeom prst="bracePair">
            <a:avLst/>
          </a:prstGeom>
          <a:noFill/>
          <a:ln w="9525" cmpd="sng">
            <a:solidFill>
              <a:schemeClr val="accent1"/>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67" name="Google Shape;67;p6">
            <a:extLst>
              <a:ext uri="{FF2B5EF4-FFF2-40B4-BE49-F238E27FC236}">
                <a16:creationId xmlns:a16="http://schemas.microsoft.com/office/drawing/2014/main" id="{E218037E-1592-4ACA-B215-5B114B510797}"/>
              </a:ext>
            </a:extLst>
          </p:cNvPr>
          <p:cNvSpPr>
            <a:spLocks noGrp="1"/>
          </p:cNvSpPr>
          <p:nvPr/>
        </p:nvSpPr>
        <p:spPr>
          <a:xfrm>
            <a:off x="196050" y="2503050"/>
            <a:ext cx="215100" cy="258300"/>
          </a:xfrm>
          <a:prstGeom prst="bracketPair">
            <a:avLst/>
          </a:prstGeom>
          <a:noFill/>
          <a:ln w="9525" cmpd="sng">
            <a:solidFill>
              <a:schemeClr val="accent1"/>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68" name="Google Shape;68;p6">
            <a:extLst>
              <a:ext uri="{FF2B5EF4-FFF2-40B4-BE49-F238E27FC236}">
                <a16:creationId xmlns:a16="http://schemas.microsoft.com/office/drawing/2014/main" id="{39459007-B6AA-43FB-8186-A6AD7DDB546E}"/>
              </a:ext>
            </a:extLst>
          </p:cNvPr>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
        <p:cNvGrpSpPr/>
        <p:nvPr/>
      </p:nvGrpSpPr>
      <p:grpSpPr>
        <a:xfrm>
          <a:off x="0" y="0"/>
          <a:ext cx="0" cy="0"/>
          <a:chOff x="0" y="0"/>
          <a:chExt cx="0" cy="0"/>
        </a:xfrm>
      </p:grpSpPr>
      <p:sp>
        <p:nvSpPr>
          <p:cNvPr id="70" name="Google Shape;70;p7">
            <a:extLst>
              <a:ext uri="{FF2B5EF4-FFF2-40B4-BE49-F238E27FC236}">
                <a16:creationId xmlns:a16="http://schemas.microsoft.com/office/drawing/2014/main" id="{E51AD067-56C8-43EB-9B5B-0586B116ADA8}"/>
              </a:ext>
            </a:extLst>
          </p:cNvPr>
          <p:cNvSpPr>
            <a:spLocks noGrp="1"/>
          </p:cNvSpPr>
          <p:nvPr>
            <p:ph type="title"/>
          </p:nvPr>
        </p:nvSpPr>
        <p:spPr>
          <a:xfrm>
            <a:off x="720000" y="445025"/>
            <a:ext cx="7710900" cy="572700"/>
          </a:xfrm>
          <a:prstGeom prst="rect">
            <a:avLst/>
          </a:prstGeom>
        </p:spPr>
        <p:txBody>
          <a:bodyPr spcFirstLastPara="1" wrap="square" lIns="91425" tIns="91425" rIns="91425" bIns="91425" anchor="t">
            <a:noAutofit/>
          </a:bodyPr>
          <a:lstStyle>
            <a:lvl1pPr>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71" name="Google Shape;71;p7">
            <a:extLst>
              <a:ext uri="{FF2B5EF4-FFF2-40B4-BE49-F238E27FC236}">
                <a16:creationId xmlns:a16="http://schemas.microsoft.com/office/drawing/2014/main" id="{95C41CAD-C40A-4E3E-89D8-D7FCF28C1C81}"/>
              </a:ext>
            </a:extLst>
          </p:cNvPr>
          <p:cNvSpPr>
            <a:spLocks noGrp="1"/>
          </p:cNvSpPr>
          <p:nvPr>
            <p:ph type="subTitle" idx="1"/>
          </p:nvPr>
        </p:nvSpPr>
        <p:spPr>
          <a:xfrm>
            <a:off x="720000" y="1700300"/>
            <a:ext cx="3843900" cy="2298300"/>
          </a:xfrm>
          <a:prstGeom prst="rect">
            <a:avLst/>
          </a:prstGeom>
        </p:spPr>
        <p:txBody>
          <a:bodyPr spcFirstLastPara="1" wrap="square" lIns="91425" tIns="91425" rIns="91425" bIns="91425" anchor="t">
            <a:noAutofit/>
          </a:bodyPr>
          <a:lstStyle>
            <a:lvl1pPr>
              <a:spcBef>
                <a:spcPts val="0"/>
              </a:spcBef>
              <a:spcAft>
                <a:spcPts val="0"/>
              </a:spcAft>
              <a:buChar char="●"/>
              <a:defRPr/>
            </a:lvl1pPr>
            <a:lvl2pPr algn="ctr">
              <a:lnSpc>
                <a:spcPct val="100000"/>
              </a:lnSpc>
              <a:spcBef>
                <a:spcPts val="0"/>
              </a:spcBef>
              <a:spcAft>
                <a:spcPts val="0"/>
              </a:spcAft>
              <a:buChar char="○"/>
              <a:defRPr/>
            </a:lvl2pPr>
            <a:lvl3pPr algn="ctr">
              <a:lnSpc>
                <a:spcPct val="100000"/>
              </a:lnSpc>
              <a:spcBef>
                <a:spcPts val="0"/>
              </a:spcBef>
              <a:spcAft>
                <a:spcPts val="0"/>
              </a:spcAft>
              <a:buChar char="■"/>
              <a:defRPr/>
            </a:lvl3pPr>
            <a:lvl4pPr algn="ctr">
              <a:lnSpc>
                <a:spcPct val="100000"/>
              </a:lnSpc>
              <a:spcBef>
                <a:spcPts val="0"/>
              </a:spcBef>
              <a:spcAft>
                <a:spcPts val="0"/>
              </a:spcAft>
              <a:buChar char="●"/>
              <a:defRPr/>
            </a:lvl4pPr>
            <a:lvl5pPr algn="ctr">
              <a:lnSpc>
                <a:spcPct val="100000"/>
              </a:lnSpc>
              <a:spcBef>
                <a:spcPts val="0"/>
              </a:spcBef>
              <a:spcAft>
                <a:spcPts val="0"/>
              </a:spcAft>
              <a:buChar char="○"/>
              <a:defRPr/>
            </a:lvl5pPr>
            <a:lvl6pPr algn="ctr">
              <a:lnSpc>
                <a:spcPct val="100000"/>
              </a:lnSpc>
              <a:spcBef>
                <a:spcPts val="0"/>
              </a:spcBef>
              <a:spcAft>
                <a:spcPts val="0"/>
              </a:spcAft>
              <a:buChar char="■"/>
              <a:defRPr/>
            </a:lvl6pPr>
            <a:lvl7pPr algn="ctr">
              <a:lnSpc>
                <a:spcPct val="100000"/>
              </a:lnSpc>
              <a:spcBef>
                <a:spcPts val="0"/>
              </a:spcBef>
              <a:spcAft>
                <a:spcPts val="0"/>
              </a:spcAft>
              <a:buChar char="●"/>
              <a:defRPr/>
            </a:lvl7pPr>
            <a:lvl8pPr algn="ctr">
              <a:lnSpc>
                <a:spcPct val="100000"/>
              </a:lnSpc>
              <a:spcBef>
                <a:spcPts val="0"/>
              </a:spcBef>
              <a:spcAft>
                <a:spcPts val="0"/>
              </a:spcAft>
              <a:buChar char="○"/>
              <a:defRPr/>
            </a:lvl8pPr>
            <a:lvl9pPr algn="ctr">
              <a:lnSpc>
                <a:spcPct val="100000"/>
              </a:lnSpc>
              <a:spcBef>
                <a:spcPts val="0"/>
              </a:spcBef>
              <a:spcAft>
                <a:spcPts val="0"/>
              </a:spcAft>
              <a:buChar char="■"/>
              <a:defRPr/>
            </a:lvl9pPr>
          </a:lstStyle>
          <a:p>
            <a:endParaRPr/>
          </a:p>
        </p:txBody>
      </p:sp>
      <p:sp>
        <p:nvSpPr>
          <p:cNvPr id="72" name="Google Shape;72;p7">
            <a:extLst>
              <a:ext uri="{FF2B5EF4-FFF2-40B4-BE49-F238E27FC236}">
                <a16:creationId xmlns:a16="http://schemas.microsoft.com/office/drawing/2014/main" id="{35890CFE-D7DA-4789-A535-B8098916D491}"/>
              </a:ext>
            </a:extLst>
          </p:cNvPr>
          <p:cNvSpPr>
            <a:spLocks noGrp="1"/>
          </p:cNvSpPr>
          <p:nvPr/>
        </p:nvSpPr>
        <p:spPr>
          <a:xfrm rot="5400000">
            <a:off x="2150850" y="-1761150"/>
            <a:ext cx="4842300" cy="8665800"/>
          </a:xfrm>
          <a:prstGeom prst="bracketPair">
            <a:avLst/>
          </a:prstGeom>
          <a:noFill/>
          <a:ln w="28575" cmpd="sng">
            <a:solidFill>
              <a:schemeClr val="accent4"/>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73" name="Google Shape;73;p7">
            <a:extLst>
              <a:ext uri="{FF2B5EF4-FFF2-40B4-BE49-F238E27FC236}">
                <a16:creationId xmlns:a16="http://schemas.microsoft.com/office/drawing/2014/main" id="{DD594ECA-0487-4267-9137-23E0D6969F1B}"/>
              </a:ext>
            </a:extLst>
          </p:cNvPr>
          <p:cNvSpPr>
            <a:spLocks noGrp="1"/>
          </p:cNvSpPr>
          <p:nvPr/>
        </p:nvSpPr>
        <p:spPr>
          <a:xfrm>
            <a:off x="5805300" y="4474850"/>
            <a:ext cx="215100" cy="258300"/>
          </a:xfrm>
          <a:prstGeom prst="bracketPair">
            <a:avLst/>
          </a:prstGeom>
          <a:noFill/>
          <a:ln w="9525" cmpd="sng">
            <a:solidFill>
              <a:schemeClr val="accent5"/>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74" name="Google Shape;74;p7">
            <a:extLst>
              <a:ext uri="{FF2B5EF4-FFF2-40B4-BE49-F238E27FC236}">
                <a16:creationId xmlns:a16="http://schemas.microsoft.com/office/drawing/2014/main" id="{5899F2F8-B232-425B-B3E8-B7753A89871C}"/>
              </a:ext>
            </a:extLst>
          </p:cNvPr>
          <p:cNvSpPr>
            <a:spLocks noGrp="1"/>
          </p:cNvSpPr>
          <p:nvPr/>
        </p:nvSpPr>
        <p:spPr>
          <a:xfrm>
            <a:off x="239100" y="1183650"/>
            <a:ext cx="289200" cy="258300"/>
          </a:xfrm>
          <a:prstGeom prst="bracePair">
            <a:avLst/>
          </a:prstGeom>
          <a:noFill/>
          <a:ln w="9525" cmpd="sng">
            <a:solidFill>
              <a:schemeClr val="accent1"/>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
        <p:cNvGrpSpPr/>
        <p:nvPr/>
      </p:nvGrpSpPr>
      <p:grpSpPr>
        <a:xfrm>
          <a:off x="0" y="0"/>
          <a:ext cx="0" cy="0"/>
          <a:chOff x="0" y="0"/>
          <a:chExt cx="0" cy="0"/>
        </a:xfrm>
      </p:grpSpPr>
      <p:sp>
        <p:nvSpPr>
          <p:cNvPr id="76" name="Google Shape;76;p8">
            <a:extLst>
              <a:ext uri="{FF2B5EF4-FFF2-40B4-BE49-F238E27FC236}">
                <a16:creationId xmlns:a16="http://schemas.microsoft.com/office/drawing/2014/main" id="{42DE9D31-C85F-466B-AE2E-49E8CC3348AB}"/>
              </a:ext>
            </a:extLst>
          </p:cNvPr>
          <p:cNvSpPr>
            <a:spLocks noGrp="1"/>
          </p:cNvSpPr>
          <p:nvPr>
            <p:ph type="title"/>
          </p:nvPr>
        </p:nvSpPr>
        <p:spPr>
          <a:xfrm>
            <a:off x="713225" y="1111925"/>
            <a:ext cx="4572900" cy="1728900"/>
          </a:xfrm>
          <a:prstGeom prst="rect">
            <a:avLst/>
          </a:prstGeom>
        </p:spPr>
        <p:txBody>
          <a:bodyPr spcFirstLastPara="1" wrap="square" lIns="91425" tIns="91425" rIns="91425" bIns="91425" anchor="ctr">
            <a:noAutofit/>
          </a:bodyPr>
          <a:lstStyle>
            <a:lvl1pPr>
              <a:lnSpc>
                <a:spcPct val="80000"/>
              </a:lnSpc>
              <a:spcBef>
                <a:spcPts val="0"/>
              </a:spcBef>
              <a:spcAft>
                <a:spcPts val="0"/>
              </a:spcAft>
              <a:buNone/>
              <a:defRPr sz="6000"/>
            </a:lvl1pPr>
            <a:lvl2pPr>
              <a:spcBef>
                <a:spcPts val="0"/>
              </a:spcBef>
              <a:spcAft>
                <a:spcPts val="0"/>
              </a:spcAft>
              <a:buNone/>
              <a:defRPr sz="4800"/>
            </a:lvl2pPr>
            <a:lvl3pPr>
              <a:spcBef>
                <a:spcPts val="0"/>
              </a:spcBef>
              <a:spcAft>
                <a:spcPts val="0"/>
              </a:spcAft>
              <a:buNone/>
              <a:defRPr sz="4800"/>
            </a:lvl3pPr>
            <a:lvl4pPr>
              <a:spcBef>
                <a:spcPts val="0"/>
              </a:spcBef>
              <a:spcAft>
                <a:spcPts val="0"/>
              </a:spcAft>
              <a:buNone/>
              <a:defRPr sz="4800"/>
            </a:lvl4pPr>
            <a:lvl5pPr>
              <a:spcBef>
                <a:spcPts val="0"/>
              </a:spcBef>
              <a:spcAft>
                <a:spcPts val="0"/>
              </a:spcAft>
              <a:buNone/>
              <a:defRPr sz="4800"/>
            </a:lvl5pPr>
            <a:lvl6pPr>
              <a:spcBef>
                <a:spcPts val="0"/>
              </a:spcBef>
              <a:spcAft>
                <a:spcPts val="0"/>
              </a:spcAft>
              <a:buNone/>
              <a:defRPr sz="4800"/>
            </a:lvl6pPr>
            <a:lvl7pPr>
              <a:spcBef>
                <a:spcPts val="0"/>
              </a:spcBef>
              <a:spcAft>
                <a:spcPts val="0"/>
              </a:spcAft>
              <a:buNone/>
              <a:defRPr sz="4800"/>
            </a:lvl7pPr>
            <a:lvl8pPr>
              <a:spcBef>
                <a:spcPts val="0"/>
              </a:spcBef>
              <a:spcAft>
                <a:spcPts val="0"/>
              </a:spcAft>
              <a:buNone/>
              <a:defRPr sz="4800"/>
            </a:lvl8pPr>
            <a:lvl9pPr>
              <a:spcBef>
                <a:spcPts val="0"/>
              </a:spcBef>
              <a:spcAft>
                <a:spcPts val="0"/>
              </a:spcAft>
              <a:buNone/>
              <a:defRPr sz="4800"/>
            </a:lvl9pPr>
          </a:lstStyle>
          <a:p>
            <a:endParaRPr/>
          </a:p>
        </p:txBody>
      </p:sp>
      <p:sp>
        <p:nvSpPr>
          <p:cNvPr id="77" name="Google Shape;77;p8">
            <a:extLst>
              <a:ext uri="{FF2B5EF4-FFF2-40B4-BE49-F238E27FC236}">
                <a16:creationId xmlns:a16="http://schemas.microsoft.com/office/drawing/2014/main" id="{D4390412-CE10-482A-BA14-1598EBB7249A}"/>
              </a:ext>
            </a:extLst>
          </p:cNvPr>
          <p:cNvSpPr>
            <a:spLocks noGrp="1"/>
          </p:cNvSpPr>
          <p:nvPr/>
        </p:nvSpPr>
        <p:spPr>
          <a:xfrm rot="5400000">
            <a:off x="2150850" y="-1761150"/>
            <a:ext cx="4842300" cy="8665800"/>
          </a:xfrm>
          <a:prstGeom prst="bracketPair">
            <a:avLst/>
          </a:prstGeom>
          <a:noFill/>
          <a:ln w="28575" cmpd="sng">
            <a:solidFill>
              <a:schemeClr val="accent4"/>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
        <p:cNvGrpSpPr/>
        <p:nvPr/>
      </p:nvGrpSpPr>
      <p:grpSpPr>
        <a:xfrm>
          <a:off x="0" y="0"/>
          <a:ext cx="0" cy="0"/>
          <a:chOff x="0" y="0"/>
          <a:chExt cx="0" cy="0"/>
        </a:xfrm>
      </p:grpSpPr>
      <p:sp>
        <p:nvSpPr>
          <p:cNvPr id="79" name="Google Shape;79;p9">
            <a:extLst>
              <a:ext uri="{FF2B5EF4-FFF2-40B4-BE49-F238E27FC236}">
                <a16:creationId xmlns:a16="http://schemas.microsoft.com/office/drawing/2014/main" id="{CE466B06-B4CB-4E4A-893E-0347A852A5B6}"/>
              </a:ext>
            </a:extLst>
          </p:cNvPr>
          <p:cNvSpPr>
            <a:spLocks noGrp="1"/>
          </p:cNvSpPr>
          <p:nvPr>
            <p:ph type="title"/>
          </p:nvPr>
        </p:nvSpPr>
        <p:spPr>
          <a:xfrm>
            <a:off x="4799175" y="1363000"/>
            <a:ext cx="3631800" cy="1152000"/>
          </a:xfrm>
          <a:prstGeom prst="rect">
            <a:avLst/>
          </a:prstGeom>
        </p:spPr>
        <p:txBody>
          <a:bodyPr spcFirstLastPara="1" wrap="square" lIns="91425" tIns="91425" rIns="91425" bIns="91425" anchor="b">
            <a:noAutofit/>
          </a:bodyPr>
          <a:lstStyle>
            <a:lvl1pPr algn="ctr">
              <a:spcBef>
                <a:spcPts val="0"/>
              </a:spcBef>
              <a:spcAft>
                <a:spcPts val="0"/>
              </a:spcAft>
              <a:buNone/>
              <a:defRPr sz="6000"/>
            </a:lvl1pPr>
            <a:lvl2pPr algn="ctr">
              <a:spcBef>
                <a:spcPts val="0"/>
              </a:spcBef>
              <a:spcAft>
                <a:spcPts val="0"/>
              </a:spcAft>
              <a:buNone/>
              <a:defRPr/>
            </a:lvl2pPr>
            <a:lvl3pPr algn="ctr">
              <a:spcBef>
                <a:spcPts val="0"/>
              </a:spcBef>
              <a:spcAft>
                <a:spcPts val="0"/>
              </a:spcAft>
              <a:buNone/>
              <a:defRPr/>
            </a:lvl3pPr>
            <a:lvl4pPr algn="ctr">
              <a:spcBef>
                <a:spcPts val="0"/>
              </a:spcBef>
              <a:spcAft>
                <a:spcPts val="0"/>
              </a:spcAft>
              <a:buNone/>
              <a:defRPr/>
            </a:lvl4pPr>
            <a:lvl5pPr algn="ctr">
              <a:spcBef>
                <a:spcPts val="0"/>
              </a:spcBef>
              <a:spcAft>
                <a:spcPts val="0"/>
              </a:spcAft>
              <a:buNone/>
              <a:defRPr/>
            </a:lvl5pPr>
            <a:lvl6pPr algn="ctr">
              <a:spcBef>
                <a:spcPts val="0"/>
              </a:spcBef>
              <a:spcAft>
                <a:spcPts val="0"/>
              </a:spcAft>
              <a:buNone/>
              <a:defRPr/>
            </a:lvl6pPr>
            <a:lvl7pPr algn="ctr">
              <a:spcBef>
                <a:spcPts val="0"/>
              </a:spcBef>
              <a:spcAft>
                <a:spcPts val="0"/>
              </a:spcAft>
              <a:buNone/>
              <a:defRPr/>
            </a:lvl7pPr>
            <a:lvl8pPr algn="ctr">
              <a:spcBef>
                <a:spcPts val="0"/>
              </a:spcBef>
              <a:spcAft>
                <a:spcPts val="0"/>
              </a:spcAft>
              <a:buNone/>
              <a:defRPr/>
            </a:lvl8pPr>
            <a:lvl9pPr algn="ctr">
              <a:spcBef>
                <a:spcPts val="0"/>
              </a:spcBef>
              <a:spcAft>
                <a:spcPts val="0"/>
              </a:spcAft>
              <a:buNone/>
              <a:defRPr/>
            </a:lvl9pPr>
          </a:lstStyle>
          <a:p>
            <a:endParaRPr/>
          </a:p>
        </p:txBody>
      </p:sp>
      <p:sp>
        <p:nvSpPr>
          <p:cNvPr id="80" name="Google Shape;80;p9">
            <a:extLst>
              <a:ext uri="{FF2B5EF4-FFF2-40B4-BE49-F238E27FC236}">
                <a16:creationId xmlns:a16="http://schemas.microsoft.com/office/drawing/2014/main" id="{484F7C27-180E-46A5-86C3-69380FCECA97}"/>
              </a:ext>
            </a:extLst>
          </p:cNvPr>
          <p:cNvSpPr>
            <a:spLocks noGrp="1"/>
          </p:cNvSpPr>
          <p:nvPr>
            <p:ph type="subTitle" idx="1"/>
          </p:nvPr>
        </p:nvSpPr>
        <p:spPr>
          <a:xfrm>
            <a:off x="4799175" y="2491420"/>
            <a:ext cx="3631800" cy="892500"/>
          </a:xfrm>
          <a:prstGeom prst="rect">
            <a:avLst/>
          </a:prstGeom>
        </p:spPr>
        <p:txBody>
          <a:bodyPr spcFirstLastPara="1" wrap="square" lIns="91425" tIns="91425" rIns="91425" bIns="91425" anchor="t">
            <a:noAutofit/>
          </a:bodyPr>
          <a:lstStyle>
            <a:lvl1pPr algn="ctr">
              <a:spcBef>
                <a:spcPts val="0"/>
              </a:spcBef>
              <a:spcAft>
                <a:spcPts val="0"/>
              </a:spcAft>
              <a:buNone/>
              <a:defRPr sz="1600"/>
            </a:lvl1pPr>
            <a:lvl2pPr algn="ctr">
              <a:lnSpc>
                <a:spcPct val="100000"/>
              </a:lnSpc>
              <a:spcBef>
                <a:spcPts val="0"/>
              </a:spcBef>
              <a:spcAft>
                <a:spcPts val="0"/>
              </a:spcAft>
              <a:buNone/>
              <a:defRPr/>
            </a:lvl2pPr>
            <a:lvl3pPr algn="ctr">
              <a:lnSpc>
                <a:spcPct val="100000"/>
              </a:lnSpc>
              <a:spcBef>
                <a:spcPts val="0"/>
              </a:spcBef>
              <a:spcAft>
                <a:spcPts val="0"/>
              </a:spcAft>
              <a:buNone/>
              <a:defRPr/>
            </a:lvl3pPr>
            <a:lvl4pPr algn="ctr">
              <a:lnSpc>
                <a:spcPct val="100000"/>
              </a:lnSpc>
              <a:spcBef>
                <a:spcPts val="0"/>
              </a:spcBef>
              <a:spcAft>
                <a:spcPts val="0"/>
              </a:spcAft>
              <a:buNone/>
              <a:defRPr/>
            </a:lvl4pPr>
            <a:lvl5pPr algn="ctr">
              <a:lnSpc>
                <a:spcPct val="100000"/>
              </a:lnSpc>
              <a:spcBef>
                <a:spcPts val="0"/>
              </a:spcBef>
              <a:spcAft>
                <a:spcPts val="0"/>
              </a:spcAft>
              <a:buNone/>
              <a:defRPr/>
            </a:lvl5pPr>
            <a:lvl6pPr algn="ctr">
              <a:lnSpc>
                <a:spcPct val="100000"/>
              </a:lnSpc>
              <a:spcBef>
                <a:spcPts val="0"/>
              </a:spcBef>
              <a:spcAft>
                <a:spcPts val="0"/>
              </a:spcAft>
              <a:buNone/>
              <a:defRPr/>
            </a:lvl6pPr>
            <a:lvl7pPr algn="ctr">
              <a:lnSpc>
                <a:spcPct val="100000"/>
              </a:lnSpc>
              <a:spcBef>
                <a:spcPts val="0"/>
              </a:spcBef>
              <a:spcAft>
                <a:spcPts val="0"/>
              </a:spcAft>
              <a:buNone/>
              <a:defRPr/>
            </a:lvl7pPr>
            <a:lvl8pPr algn="ctr">
              <a:lnSpc>
                <a:spcPct val="100000"/>
              </a:lnSpc>
              <a:spcBef>
                <a:spcPts val="0"/>
              </a:spcBef>
              <a:spcAft>
                <a:spcPts val="0"/>
              </a:spcAft>
              <a:buNone/>
              <a:defRPr/>
            </a:lvl8pPr>
            <a:lvl9pPr algn="ctr">
              <a:lnSpc>
                <a:spcPct val="100000"/>
              </a:lnSpc>
              <a:spcBef>
                <a:spcPts val="0"/>
              </a:spcBef>
              <a:spcAft>
                <a:spcPts val="0"/>
              </a:spcAft>
              <a:buNone/>
              <a:defRPr/>
            </a:lvl9pPr>
          </a:lstStyle>
          <a:p>
            <a:endParaRPr/>
          </a:p>
        </p:txBody>
      </p:sp>
      <p:sp>
        <p:nvSpPr>
          <p:cNvPr id="81" name="Google Shape;81;p9">
            <a:extLst>
              <a:ext uri="{FF2B5EF4-FFF2-40B4-BE49-F238E27FC236}">
                <a16:creationId xmlns:a16="http://schemas.microsoft.com/office/drawing/2014/main" id="{5B45E60B-958C-4B2B-AF76-DE05EF403E44}"/>
              </a:ext>
            </a:extLst>
          </p:cNvPr>
          <p:cNvSpPr>
            <a:spLocks noGrp="1"/>
          </p:cNvSpPr>
          <p:nvPr/>
        </p:nvSpPr>
        <p:spPr>
          <a:xfrm rot="5400000">
            <a:off x="2150850" y="-1761150"/>
            <a:ext cx="4842300" cy="8665800"/>
          </a:xfrm>
          <a:prstGeom prst="bracketPair">
            <a:avLst/>
          </a:prstGeom>
          <a:noFill/>
          <a:ln w="28575" cmpd="sng">
            <a:solidFill>
              <a:schemeClr val="accent4"/>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82" name="Google Shape;82;p9">
            <a:extLst>
              <a:ext uri="{FF2B5EF4-FFF2-40B4-BE49-F238E27FC236}">
                <a16:creationId xmlns:a16="http://schemas.microsoft.com/office/drawing/2014/main" id="{F160164F-D567-4CE0-B6DA-51EE5D8202FE}"/>
              </a:ext>
            </a:extLst>
          </p:cNvPr>
          <p:cNvSpPr>
            <a:spLocks noGrp="1"/>
          </p:cNvSpPr>
          <p:nvPr/>
        </p:nvSpPr>
        <p:spPr>
          <a:xfrm>
            <a:off x="8617000" y="2044525"/>
            <a:ext cx="215100" cy="258300"/>
          </a:xfrm>
          <a:prstGeom prst="bracketPair">
            <a:avLst/>
          </a:prstGeom>
          <a:noFill/>
          <a:ln w="9525" cmpd="sng">
            <a:solidFill>
              <a:schemeClr val="accent5"/>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83" name="Google Shape;83;p9">
            <a:extLst>
              <a:ext uri="{FF2B5EF4-FFF2-40B4-BE49-F238E27FC236}">
                <a16:creationId xmlns:a16="http://schemas.microsoft.com/office/drawing/2014/main" id="{A6AD3106-B8ED-4D86-8FC8-36479E077CEB}"/>
              </a:ext>
            </a:extLst>
          </p:cNvPr>
          <p:cNvSpPr>
            <a:spLocks noGrp="1"/>
          </p:cNvSpPr>
          <p:nvPr/>
        </p:nvSpPr>
        <p:spPr>
          <a:xfrm>
            <a:off x="998247" y="383746"/>
            <a:ext cx="122220" cy="188409"/>
          </a:xfrm>
          <a:custGeom>
            <a:avLst/>
            <a:gdLst/>
            <a:ahLst/>
            <a:cxnLst/>
            <a:rect l="l" t="t" r="r" b="b"/>
            <a:pathLst>
              <a:path w="1444" h="2226">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mpd="sng">
            <a:solidFill>
              <a:schemeClr val="accent5"/>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84" name="Google Shape;84;p9">
            <a:extLst>
              <a:ext uri="{FF2B5EF4-FFF2-40B4-BE49-F238E27FC236}">
                <a16:creationId xmlns:a16="http://schemas.microsoft.com/office/drawing/2014/main" id="{C68CC0BF-8DC4-4B7F-B182-B793BB2C487E}"/>
              </a:ext>
            </a:extLst>
          </p:cNvPr>
          <p:cNvSpPr>
            <a:spLocks noGrp="1"/>
          </p:cNvSpPr>
          <p:nvPr/>
        </p:nvSpPr>
        <p:spPr>
          <a:xfrm>
            <a:off x="1107852" y="383746"/>
            <a:ext cx="124590" cy="188409"/>
          </a:xfrm>
          <a:custGeom>
            <a:avLst/>
            <a:gdLst/>
            <a:ahLst/>
            <a:cxnLst/>
            <a:rect l="l" t="t" r="r" b="b"/>
            <a:pathLst>
              <a:path w="1472" h="2226">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mpd="sng">
            <a:solidFill>
              <a:schemeClr val="accent5"/>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
        <p:cNvGrpSpPr/>
        <p:nvPr/>
      </p:nvGrpSpPr>
      <p:grpSpPr>
        <a:xfrm>
          <a:off x="0" y="0"/>
          <a:ext cx="0" cy="0"/>
          <a:chOff x="0" y="0"/>
          <a:chExt cx="0" cy="0"/>
        </a:xfrm>
      </p:grpSpPr>
      <p:sp>
        <p:nvSpPr>
          <p:cNvPr id="89" name="Google Shape;89;p11">
            <a:extLst>
              <a:ext uri="{FF2B5EF4-FFF2-40B4-BE49-F238E27FC236}">
                <a16:creationId xmlns:a16="http://schemas.microsoft.com/office/drawing/2014/main" id="{4AB0DBCD-C49A-4B1E-87AF-988EBD6DADC5}"/>
              </a:ext>
            </a:extLst>
          </p:cNvPr>
          <p:cNvSpPr>
            <a:spLocks noGrp="1"/>
          </p:cNvSpPr>
          <p:nvPr>
            <p:ph type="title" hasCustomPrompt="1"/>
          </p:nvPr>
        </p:nvSpPr>
        <p:spPr>
          <a:xfrm>
            <a:off x="713225" y="966275"/>
            <a:ext cx="4976700" cy="1349700"/>
          </a:xfrm>
          <a:prstGeom prst="rect">
            <a:avLst/>
          </a:prstGeom>
        </p:spPr>
        <p:txBody>
          <a:bodyPr spcFirstLastPara="1" wrap="square" lIns="91425" tIns="91425" rIns="91425" bIns="91425" anchor="b">
            <a:noAutofit/>
          </a:bodyPr>
          <a:lstStyle>
            <a:lvl1pPr>
              <a:spcBef>
                <a:spcPts val="0"/>
              </a:spcBef>
              <a:spcAft>
                <a:spcPts val="0"/>
              </a:spcAft>
              <a:buNone/>
              <a:defRPr sz="7200">
                <a:solidFill>
                  <a:schemeClr val="accent1"/>
                </a:solidFill>
              </a:defRPr>
            </a:lvl1pPr>
            <a:lvl2pPr algn="ctr">
              <a:spcBef>
                <a:spcPts val="0"/>
              </a:spcBef>
              <a:spcAft>
                <a:spcPts val="0"/>
              </a:spcAft>
              <a:buNone/>
              <a:defRPr sz="9600"/>
            </a:lvl2pPr>
            <a:lvl3pPr algn="ctr">
              <a:spcBef>
                <a:spcPts val="0"/>
              </a:spcBef>
              <a:spcAft>
                <a:spcPts val="0"/>
              </a:spcAft>
              <a:buNone/>
              <a:defRPr sz="9600"/>
            </a:lvl3pPr>
            <a:lvl4pPr algn="ctr">
              <a:spcBef>
                <a:spcPts val="0"/>
              </a:spcBef>
              <a:spcAft>
                <a:spcPts val="0"/>
              </a:spcAft>
              <a:buNone/>
              <a:defRPr sz="9600"/>
            </a:lvl4pPr>
            <a:lvl5pPr algn="ctr">
              <a:spcBef>
                <a:spcPts val="0"/>
              </a:spcBef>
              <a:spcAft>
                <a:spcPts val="0"/>
              </a:spcAft>
              <a:buNone/>
              <a:defRPr sz="9600"/>
            </a:lvl5pPr>
            <a:lvl6pPr algn="ctr">
              <a:spcBef>
                <a:spcPts val="0"/>
              </a:spcBef>
              <a:spcAft>
                <a:spcPts val="0"/>
              </a:spcAft>
              <a:buNone/>
              <a:defRPr sz="9600"/>
            </a:lvl6pPr>
            <a:lvl7pPr algn="ctr">
              <a:spcBef>
                <a:spcPts val="0"/>
              </a:spcBef>
              <a:spcAft>
                <a:spcPts val="0"/>
              </a:spcAft>
              <a:buNone/>
              <a:defRPr sz="9600"/>
            </a:lvl7pPr>
            <a:lvl8pPr algn="ctr">
              <a:spcBef>
                <a:spcPts val="0"/>
              </a:spcBef>
              <a:spcAft>
                <a:spcPts val="0"/>
              </a:spcAft>
              <a:buNone/>
              <a:defRPr sz="9600"/>
            </a:lvl8pPr>
            <a:lvl9pPr algn="ctr">
              <a:spcBef>
                <a:spcPts val="0"/>
              </a:spcBef>
              <a:spcAft>
                <a:spcPts val="0"/>
              </a:spcAft>
              <a:buNone/>
              <a:defRPr sz="9600"/>
            </a:lvl9pPr>
          </a:lstStyle>
          <a:p>
            <a:r>
              <a:t>xx%</a:t>
            </a:r>
          </a:p>
        </p:txBody>
      </p:sp>
      <p:sp>
        <p:nvSpPr>
          <p:cNvPr id="90" name="Google Shape;90;p11">
            <a:extLst>
              <a:ext uri="{FF2B5EF4-FFF2-40B4-BE49-F238E27FC236}">
                <a16:creationId xmlns:a16="http://schemas.microsoft.com/office/drawing/2014/main" id="{F2A156F8-CF6C-4DA9-9988-ACABDCD55B69}"/>
              </a:ext>
            </a:extLst>
          </p:cNvPr>
          <p:cNvSpPr>
            <a:spLocks noGrp="1"/>
          </p:cNvSpPr>
          <p:nvPr>
            <p:ph type="subTitle" idx="1"/>
          </p:nvPr>
        </p:nvSpPr>
        <p:spPr>
          <a:xfrm>
            <a:off x="713225" y="2284468"/>
            <a:ext cx="4976700" cy="394200"/>
          </a:xfrm>
          <a:prstGeom prst="rect">
            <a:avLst/>
          </a:prstGeom>
        </p:spPr>
        <p:txBody>
          <a:bodyPr spcFirstLastPara="1" wrap="square" lIns="91425" tIns="91425" rIns="91425" bIns="91425" anchor="t">
            <a:noAutofit/>
          </a:bodyPr>
          <a:lstStyle>
            <a:lvl1pPr>
              <a:spcBef>
                <a:spcPts val="0"/>
              </a:spcBef>
              <a:spcAft>
                <a:spcPts val="0"/>
              </a:spcAft>
              <a:buNone/>
              <a:defRPr/>
            </a:lvl1pPr>
            <a:lvl2pPr algn="ctr">
              <a:lnSpc>
                <a:spcPct val="100000"/>
              </a:lnSpc>
              <a:spcBef>
                <a:spcPts val="0"/>
              </a:spcBef>
              <a:spcAft>
                <a:spcPts val="0"/>
              </a:spcAft>
              <a:buNone/>
              <a:defRPr sz="1600"/>
            </a:lvl2pPr>
            <a:lvl3pPr algn="ctr">
              <a:lnSpc>
                <a:spcPct val="100000"/>
              </a:lnSpc>
              <a:spcBef>
                <a:spcPts val="0"/>
              </a:spcBef>
              <a:spcAft>
                <a:spcPts val="0"/>
              </a:spcAft>
              <a:buNone/>
              <a:defRPr sz="1600"/>
            </a:lvl3pPr>
            <a:lvl4pPr algn="ctr">
              <a:lnSpc>
                <a:spcPct val="100000"/>
              </a:lnSpc>
              <a:spcBef>
                <a:spcPts val="0"/>
              </a:spcBef>
              <a:spcAft>
                <a:spcPts val="0"/>
              </a:spcAft>
              <a:buNone/>
              <a:defRPr sz="1600"/>
            </a:lvl4pPr>
            <a:lvl5pPr algn="ctr">
              <a:lnSpc>
                <a:spcPct val="100000"/>
              </a:lnSpc>
              <a:spcBef>
                <a:spcPts val="0"/>
              </a:spcBef>
              <a:spcAft>
                <a:spcPts val="0"/>
              </a:spcAft>
              <a:buNone/>
              <a:defRPr sz="1600"/>
            </a:lvl5pPr>
            <a:lvl6pPr algn="ctr">
              <a:lnSpc>
                <a:spcPct val="100000"/>
              </a:lnSpc>
              <a:spcBef>
                <a:spcPts val="0"/>
              </a:spcBef>
              <a:spcAft>
                <a:spcPts val="0"/>
              </a:spcAft>
              <a:buNone/>
              <a:defRPr sz="1600"/>
            </a:lvl6pPr>
            <a:lvl7pPr algn="ctr">
              <a:lnSpc>
                <a:spcPct val="100000"/>
              </a:lnSpc>
              <a:spcBef>
                <a:spcPts val="0"/>
              </a:spcBef>
              <a:spcAft>
                <a:spcPts val="0"/>
              </a:spcAft>
              <a:buNone/>
              <a:defRPr sz="1600"/>
            </a:lvl7pPr>
            <a:lvl8pPr algn="ctr">
              <a:lnSpc>
                <a:spcPct val="100000"/>
              </a:lnSpc>
              <a:spcBef>
                <a:spcPts val="0"/>
              </a:spcBef>
              <a:spcAft>
                <a:spcPts val="0"/>
              </a:spcAft>
              <a:buNone/>
              <a:defRPr sz="1600"/>
            </a:lvl8pPr>
            <a:lvl9pPr algn="ctr">
              <a:lnSpc>
                <a:spcPct val="100000"/>
              </a:lnSpc>
              <a:spcBef>
                <a:spcPts val="0"/>
              </a:spcBef>
              <a:spcAft>
                <a:spcPts val="0"/>
              </a:spcAft>
              <a:buNone/>
              <a:defRPr sz="1600"/>
            </a:lvl9pPr>
          </a:lstStyle>
          <a:p>
            <a:endParaRPr/>
          </a:p>
        </p:txBody>
      </p:sp>
      <p:sp>
        <p:nvSpPr>
          <p:cNvPr id="91" name="Google Shape;91;p11">
            <a:extLst>
              <a:ext uri="{FF2B5EF4-FFF2-40B4-BE49-F238E27FC236}">
                <a16:creationId xmlns:a16="http://schemas.microsoft.com/office/drawing/2014/main" id="{206BCB4B-EDB5-4741-A404-230612B827AE}"/>
              </a:ext>
            </a:extLst>
          </p:cNvPr>
          <p:cNvSpPr>
            <a:spLocks noGrp="1"/>
          </p:cNvSpPr>
          <p:nvPr/>
        </p:nvSpPr>
        <p:spPr>
          <a:xfrm rot="5400000">
            <a:off x="2150850" y="-1761150"/>
            <a:ext cx="4842300" cy="8665800"/>
          </a:xfrm>
          <a:prstGeom prst="bracketPair">
            <a:avLst/>
          </a:prstGeom>
          <a:noFill/>
          <a:ln w="28575" cmpd="sng">
            <a:solidFill>
              <a:schemeClr val="accent4"/>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92" name="Google Shape;92;p11">
            <a:extLst>
              <a:ext uri="{FF2B5EF4-FFF2-40B4-BE49-F238E27FC236}">
                <a16:creationId xmlns:a16="http://schemas.microsoft.com/office/drawing/2014/main" id="{792BC39E-4E01-4EDD-B7E4-842652BF8081}"/>
              </a:ext>
            </a:extLst>
          </p:cNvPr>
          <p:cNvSpPr>
            <a:spLocks noGrp="1"/>
          </p:cNvSpPr>
          <p:nvPr/>
        </p:nvSpPr>
        <p:spPr>
          <a:xfrm>
            <a:off x="8512650" y="1005600"/>
            <a:ext cx="215100" cy="258300"/>
          </a:xfrm>
          <a:prstGeom prst="bracketPair">
            <a:avLst/>
          </a:prstGeom>
          <a:noFill/>
          <a:ln w="9525" cmpd="sng">
            <a:solidFill>
              <a:schemeClr val="accent5"/>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
        <p:cNvGrpSpPr/>
        <p:nvPr/>
      </p:nvGrpSpPr>
      <p:grpSpPr>
        <a:xfrm>
          <a:off x="0" y="0"/>
          <a:ext cx="0" cy="0"/>
          <a:chOff x="0" y="0"/>
          <a:chExt cx="0" cy="0"/>
        </a:xfrm>
      </p:grpSpPr>
      <p:sp>
        <p:nvSpPr>
          <p:cNvPr id="95" name="Google Shape;95;p13">
            <a:extLst>
              <a:ext uri="{FF2B5EF4-FFF2-40B4-BE49-F238E27FC236}">
                <a16:creationId xmlns:a16="http://schemas.microsoft.com/office/drawing/2014/main" id="{7C94202E-6909-4567-BBE5-8AAE9A128492}"/>
              </a:ext>
            </a:extLst>
          </p:cNvPr>
          <p:cNvSpPr>
            <a:spLocks noGrp="1"/>
          </p:cNvSpPr>
          <p:nvPr/>
        </p:nvSpPr>
        <p:spPr>
          <a:xfrm rot="-5400000">
            <a:off x="7973900" y="246170"/>
            <a:ext cx="2496096" cy="1582356"/>
          </a:xfrm>
          <a:custGeom>
            <a:avLst/>
            <a:gdLst/>
            <a:ahLst/>
            <a:cxnLst/>
            <a:rect l="l" t="t" r="r" b="b"/>
            <a:pathLst>
              <a:path w="47371" h="30030">
                <a:moveTo>
                  <a:pt x="30713" y="1"/>
                </a:moveTo>
                <a:cubicBezTo>
                  <a:pt x="29748" y="1"/>
                  <a:pt x="28782" y="127"/>
                  <a:pt x="27824" y="424"/>
                </a:cubicBezTo>
                <a:cubicBezTo>
                  <a:pt x="26233" y="898"/>
                  <a:pt x="24733" y="1605"/>
                  <a:pt x="23077" y="1931"/>
                </a:cubicBezTo>
                <a:cubicBezTo>
                  <a:pt x="22133" y="2112"/>
                  <a:pt x="21172" y="2158"/>
                  <a:pt x="20205" y="2158"/>
                </a:cubicBezTo>
                <a:cubicBezTo>
                  <a:pt x="19185" y="2158"/>
                  <a:pt x="18159" y="2106"/>
                  <a:pt x="17142" y="2106"/>
                </a:cubicBezTo>
                <a:cubicBezTo>
                  <a:pt x="15844" y="2106"/>
                  <a:pt x="14560" y="2191"/>
                  <a:pt x="13322" y="2574"/>
                </a:cubicBezTo>
                <a:cubicBezTo>
                  <a:pt x="11079" y="3282"/>
                  <a:pt x="9198" y="4966"/>
                  <a:pt x="8250" y="7088"/>
                </a:cubicBezTo>
                <a:cubicBezTo>
                  <a:pt x="7514" y="8708"/>
                  <a:pt x="7337" y="10505"/>
                  <a:pt x="6453" y="12012"/>
                </a:cubicBezTo>
                <a:cubicBezTo>
                  <a:pt x="5158" y="14247"/>
                  <a:pt x="2590" y="15513"/>
                  <a:pt x="1296" y="17756"/>
                </a:cubicBezTo>
                <a:cubicBezTo>
                  <a:pt x="1" y="20055"/>
                  <a:pt x="355" y="23062"/>
                  <a:pt x="1798" y="25304"/>
                </a:cubicBezTo>
                <a:cubicBezTo>
                  <a:pt x="1883" y="25389"/>
                  <a:pt x="1946" y="25509"/>
                  <a:pt x="2031" y="25630"/>
                </a:cubicBezTo>
                <a:cubicBezTo>
                  <a:pt x="3687" y="27865"/>
                  <a:pt x="6340" y="29195"/>
                  <a:pt x="9077" y="29726"/>
                </a:cubicBezTo>
                <a:cubicBezTo>
                  <a:pt x="10189" y="29941"/>
                  <a:pt x="11314" y="30029"/>
                  <a:pt x="12442" y="30029"/>
                </a:cubicBezTo>
                <a:cubicBezTo>
                  <a:pt x="14099" y="30029"/>
                  <a:pt x="15761" y="29838"/>
                  <a:pt x="17390" y="29577"/>
                </a:cubicBezTo>
                <a:cubicBezTo>
                  <a:pt x="18897" y="29344"/>
                  <a:pt x="20425" y="29047"/>
                  <a:pt x="21960" y="29018"/>
                </a:cubicBezTo>
                <a:cubicBezTo>
                  <a:pt x="22130" y="29012"/>
                  <a:pt x="22300" y="29010"/>
                  <a:pt x="22470" y="29010"/>
                </a:cubicBezTo>
                <a:cubicBezTo>
                  <a:pt x="24892" y="29010"/>
                  <a:pt x="27287" y="29585"/>
                  <a:pt x="29713" y="29698"/>
                </a:cubicBezTo>
                <a:cubicBezTo>
                  <a:pt x="29922" y="29707"/>
                  <a:pt x="30132" y="29711"/>
                  <a:pt x="30343" y="29711"/>
                </a:cubicBezTo>
                <a:cubicBezTo>
                  <a:pt x="32751" y="29711"/>
                  <a:pt x="35268" y="29093"/>
                  <a:pt x="36816" y="27278"/>
                </a:cubicBezTo>
                <a:cubicBezTo>
                  <a:pt x="37672" y="26274"/>
                  <a:pt x="38139" y="25007"/>
                  <a:pt x="39143" y="24123"/>
                </a:cubicBezTo>
                <a:cubicBezTo>
                  <a:pt x="40120" y="23295"/>
                  <a:pt x="41414" y="22977"/>
                  <a:pt x="42560" y="22383"/>
                </a:cubicBezTo>
                <a:cubicBezTo>
                  <a:pt x="44859" y="21173"/>
                  <a:pt x="46366" y="18789"/>
                  <a:pt x="46869" y="16256"/>
                </a:cubicBezTo>
                <a:cubicBezTo>
                  <a:pt x="47371" y="13717"/>
                  <a:pt x="46925" y="11064"/>
                  <a:pt x="45984" y="8651"/>
                </a:cubicBezTo>
                <a:cubicBezTo>
                  <a:pt x="44541" y="4966"/>
                  <a:pt x="40735" y="2751"/>
                  <a:pt x="37141" y="1428"/>
                </a:cubicBezTo>
                <a:cubicBezTo>
                  <a:pt x="35075" y="648"/>
                  <a:pt x="32897" y="1"/>
                  <a:pt x="30713" y="1"/>
                </a:cubicBezTo>
                <a:close/>
              </a:path>
            </a:pathLst>
          </a:custGeom>
          <a:solidFill>
            <a:schemeClr val="dk2"/>
          </a:solidFill>
          <a:ln>
            <a:noFill/>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96" name="Google Shape;96;p13">
            <a:extLst>
              <a:ext uri="{FF2B5EF4-FFF2-40B4-BE49-F238E27FC236}">
                <a16:creationId xmlns:a16="http://schemas.microsoft.com/office/drawing/2014/main" id="{707CED83-8C53-4007-BF9C-AE4C75490513}"/>
              </a:ext>
            </a:extLst>
          </p:cNvPr>
          <p:cNvSpPr>
            <a:spLocks noGrp="1"/>
          </p:cNvSpPr>
          <p:nvPr/>
        </p:nvSpPr>
        <p:spPr>
          <a:xfrm>
            <a:off x="8567075" y="802150"/>
            <a:ext cx="289200" cy="258300"/>
          </a:xfrm>
          <a:prstGeom prst="bracePair">
            <a:avLst/>
          </a:prstGeom>
          <a:noFill/>
          <a:ln w="9525" cmpd="sng">
            <a:solidFill>
              <a:schemeClr val="accent1"/>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97" name="Google Shape;97;p13">
            <a:extLst>
              <a:ext uri="{FF2B5EF4-FFF2-40B4-BE49-F238E27FC236}">
                <a16:creationId xmlns:a16="http://schemas.microsoft.com/office/drawing/2014/main" id="{98CCD6D0-925C-477B-A9BD-B8677F01712F}"/>
              </a:ext>
            </a:extLst>
          </p:cNvPr>
          <p:cNvSpPr>
            <a:spLocks noGrp="1"/>
          </p:cNvSpPr>
          <p:nvPr/>
        </p:nvSpPr>
        <p:spPr>
          <a:xfrm>
            <a:off x="8781950" y="1400425"/>
            <a:ext cx="215100" cy="258300"/>
          </a:xfrm>
          <a:prstGeom prst="bracketPair">
            <a:avLst/>
          </a:prstGeom>
          <a:noFill/>
          <a:ln w="9525" cmpd="sng">
            <a:solidFill>
              <a:schemeClr val="accent5"/>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101" name="Google Shape;101;p13">
            <a:extLst>
              <a:ext uri="{FF2B5EF4-FFF2-40B4-BE49-F238E27FC236}">
                <a16:creationId xmlns:a16="http://schemas.microsoft.com/office/drawing/2014/main" id="{817A39F2-C99C-4A9B-8234-178E1CA4F7C7}"/>
              </a:ext>
            </a:extLst>
          </p:cNvPr>
          <p:cNvSpPr>
            <a:spLocks noGrp="1"/>
          </p:cNvSpPr>
          <p:nvPr/>
        </p:nvSpPr>
        <p:spPr>
          <a:xfrm rot="5400000">
            <a:off x="2150850" y="-1761150"/>
            <a:ext cx="4842300" cy="8665800"/>
          </a:xfrm>
          <a:prstGeom prst="bracketPair">
            <a:avLst/>
          </a:prstGeom>
          <a:noFill/>
          <a:ln w="28575" cmpd="sng">
            <a:solidFill>
              <a:schemeClr val="accent4"/>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102" name="Google Shape;102;p13">
            <a:extLst>
              <a:ext uri="{FF2B5EF4-FFF2-40B4-BE49-F238E27FC236}">
                <a16:creationId xmlns:a16="http://schemas.microsoft.com/office/drawing/2014/main" id="{162212AB-B7D4-4735-9265-77A61447A67A}"/>
              </a:ext>
            </a:extLst>
          </p:cNvPr>
          <p:cNvSpPr>
            <a:spLocks noGrp="1"/>
          </p:cNvSpPr>
          <p:nvPr/>
        </p:nvSpPr>
        <p:spPr>
          <a:xfrm rot="-6789333">
            <a:off x="-1733103" y="1956216"/>
            <a:ext cx="2259312" cy="2189763"/>
          </a:xfrm>
          <a:custGeom>
            <a:avLst/>
            <a:gdLst/>
            <a:ahLst/>
            <a:cxnLst/>
            <a:rect l="l" t="t" r="r" b="b"/>
            <a:pathLst>
              <a:path w="34694" h="33626">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106" name="Google Shape;106;p13">
            <a:extLst>
              <a:ext uri="{FF2B5EF4-FFF2-40B4-BE49-F238E27FC236}">
                <a16:creationId xmlns:a16="http://schemas.microsoft.com/office/drawing/2014/main" id="{36C72B9E-0C9E-48A6-AF2F-AA51B47B5F1E}"/>
              </a:ext>
            </a:extLst>
          </p:cNvPr>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107" name="Google Shape;107;p13">
            <a:extLst>
              <a:ext uri="{FF2B5EF4-FFF2-40B4-BE49-F238E27FC236}">
                <a16:creationId xmlns:a16="http://schemas.microsoft.com/office/drawing/2014/main" id="{E6CEC09C-79CF-45BF-A0A7-9E0CDEBC1193}"/>
              </a:ext>
            </a:extLst>
          </p:cNvPr>
          <p:cNvSpPr>
            <a:spLocks noGrp="1"/>
          </p:cNvSpPr>
          <p:nvPr>
            <p:ph type="subTitle" idx="1"/>
          </p:nvPr>
        </p:nvSpPr>
        <p:spPr>
          <a:xfrm>
            <a:off x="1121725" y="2301147"/>
            <a:ext cx="2305500" cy="572700"/>
          </a:xfrm>
          <a:prstGeom prst="rect">
            <a:avLst/>
          </a:prstGeom>
        </p:spPr>
        <p:txBody>
          <a:bodyPr spcFirstLastPara="1" wrap="square" lIns="91425" tIns="91425" rIns="91425" bIns="91425" anchor="t">
            <a:noAutofit/>
          </a:bodyPr>
          <a:lstStyle>
            <a:lvl1pPr>
              <a:spcBef>
                <a:spcPts val="0"/>
              </a:spcBef>
              <a:spcAft>
                <a:spcPts val="0"/>
              </a:spcAft>
              <a:buNone/>
              <a:defRPr sz="1400"/>
            </a:lvl1pPr>
            <a:lvl2pPr algn="ctr">
              <a:lnSpc>
                <a:spcPct val="100000"/>
              </a:lnSpc>
              <a:spcBef>
                <a:spcPts val="0"/>
              </a:spcBef>
              <a:spcAft>
                <a:spcPts val="0"/>
              </a:spcAft>
              <a:buNone/>
              <a:defRPr/>
            </a:lvl2pPr>
            <a:lvl3pPr algn="ctr">
              <a:lnSpc>
                <a:spcPct val="100000"/>
              </a:lnSpc>
              <a:spcBef>
                <a:spcPts val="0"/>
              </a:spcBef>
              <a:spcAft>
                <a:spcPts val="0"/>
              </a:spcAft>
              <a:buNone/>
              <a:defRPr/>
            </a:lvl3pPr>
            <a:lvl4pPr algn="ctr">
              <a:lnSpc>
                <a:spcPct val="100000"/>
              </a:lnSpc>
              <a:spcBef>
                <a:spcPts val="0"/>
              </a:spcBef>
              <a:spcAft>
                <a:spcPts val="0"/>
              </a:spcAft>
              <a:buNone/>
              <a:defRPr/>
            </a:lvl4pPr>
            <a:lvl5pPr algn="ctr">
              <a:lnSpc>
                <a:spcPct val="100000"/>
              </a:lnSpc>
              <a:spcBef>
                <a:spcPts val="0"/>
              </a:spcBef>
              <a:spcAft>
                <a:spcPts val="0"/>
              </a:spcAft>
              <a:buNone/>
              <a:defRPr/>
            </a:lvl5pPr>
            <a:lvl6pPr algn="ctr">
              <a:lnSpc>
                <a:spcPct val="100000"/>
              </a:lnSpc>
              <a:spcBef>
                <a:spcPts val="0"/>
              </a:spcBef>
              <a:spcAft>
                <a:spcPts val="0"/>
              </a:spcAft>
              <a:buNone/>
              <a:defRPr/>
            </a:lvl6pPr>
            <a:lvl7pPr algn="ctr">
              <a:lnSpc>
                <a:spcPct val="100000"/>
              </a:lnSpc>
              <a:spcBef>
                <a:spcPts val="0"/>
              </a:spcBef>
              <a:spcAft>
                <a:spcPts val="0"/>
              </a:spcAft>
              <a:buNone/>
              <a:defRPr/>
            </a:lvl7pPr>
            <a:lvl8pPr algn="ctr">
              <a:lnSpc>
                <a:spcPct val="100000"/>
              </a:lnSpc>
              <a:spcBef>
                <a:spcPts val="0"/>
              </a:spcBef>
              <a:spcAft>
                <a:spcPts val="0"/>
              </a:spcAft>
              <a:buNone/>
              <a:defRPr/>
            </a:lvl8pPr>
            <a:lvl9pPr algn="ctr">
              <a:lnSpc>
                <a:spcPct val="100000"/>
              </a:lnSpc>
              <a:spcBef>
                <a:spcPts val="0"/>
              </a:spcBef>
              <a:spcAft>
                <a:spcPts val="0"/>
              </a:spcAft>
              <a:buNone/>
              <a:defRPr/>
            </a:lvl9pPr>
          </a:lstStyle>
          <a:p>
            <a:endParaRPr/>
          </a:p>
        </p:txBody>
      </p:sp>
      <p:sp>
        <p:nvSpPr>
          <p:cNvPr id="108" name="Google Shape;108;p13">
            <a:extLst>
              <a:ext uri="{FF2B5EF4-FFF2-40B4-BE49-F238E27FC236}">
                <a16:creationId xmlns:a16="http://schemas.microsoft.com/office/drawing/2014/main" id="{69A1C807-691A-48E6-9F02-1309729FF7FE}"/>
              </a:ext>
            </a:extLst>
          </p:cNvPr>
          <p:cNvSpPr>
            <a:spLocks noGrp="1"/>
          </p:cNvSpPr>
          <p:nvPr>
            <p:ph type="subTitle" idx="2"/>
          </p:nvPr>
        </p:nvSpPr>
        <p:spPr>
          <a:xfrm>
            <a:off x="3820996" y="2301147"/>
            <a:ext cx="2305500" cy="572700"/>
          </a:xfrm>
          <a:prstGeom prst="rect">
            <a:avLst/>
          </a:prstGeom>
        </p:spPr>
        <p:txBody>
          <a:bodyPr spcFirstLastPara="1" wrap="square" lIns="91425" tIns="91425" rIns="91425" bIns="91425" anchor="t">
            <a:noAutofit/>
          </a:bodyPr>
          <a:lstStyle>
            <a:lvl1pPr>
              <a:spcBef>
                <a:spcPts val="0"/>
              </a:spcBef>
              <a:spcAft>
                <a:spcPts val="0"/>
              </a:spcAft>
              <a:buNone/>
              <a:defRPr sz="1400"/>
            </a:lvl1pPr>
            <a:lvl2pPr algn="ctr">
              <a:lnSpc>
                <a:spcPct val="100000"/>
              </a:lnSpc>
              <a:spcBef>
                <a:spcPts val="0"/>
              </a:spcBef>
              <a:spcAft>
                <a:spcPts val="0"/>
              </a:spcAft>
              <a:buNone/>
              <a:defRPr/>
            </a:lvl2pPr>
            <a:lvl3pPr algn="ctr">
              <a:lnSpc>
                <a:spcPct val="100000"/>
              </a:lnSpc>
              <a:spcBef>
                <a:spcPts val="0"/>
              </a:spcBef>
              <a:spcAft>
                <a:spcPts val="0"/>
              </a:spcAft>
              <a:buNone/>
              <a:defRPr/>
            </a:lvl3pPr>
            <a:lvl4pPr algn="ctr">
              <a:lnSpc>
                <a:spcPct val="100000"/>
              </a:lnSpc>
              <a:spcBef>
                <a:spcPts val="0"/>
              </a:spcBef>
              <a:spcAft>
                <a:spcPts val="0"/>
              </a:spcAft>
              <a:buNone/>
              <a:defRPr/>
            </a:lvl4pPr>
            <a:lvl5pPr algn="ctr">
              <a:lnSpc>
                <a:spcPct val="100000"/>
              </a:lnSpc>
              <a:spcBef>
                <a:spcPts val="0"/>
              </a:spcBef>
              <a:spcAft>
                <a:spcPts val="0"/>
              </a:spcAft>
              <a:buNone/>
              <a:defRPr/>
            </a:lvl5pPr>
            <a:lvl6pPr algn="ctr">
              <a:lnSpc>
                <a:spcPct val="100000"/>
              </a:lnSpc>
              <a:spcBef>
                <a:spcPts val="0"/>
              </a:spcBef>
              <a:spcAft>
                <a:spcPts val="0"/>
              </a:spcAft>
              <a:buNone/>
              <a:defRPr/>
            </a:lvl6pPr>
            <a:lvl7pPr algn="ctr">
              <a:lnSpc>
                <a:spcPct val="100000"/>
              </a:lnSpc>
              <a:spcBef>
                <a:spcPts val="0"/>
              </a:spcBef>
              <a:spcAft>
                <a:spcPts val="0"/>
              </a:spcAft>
              <a:buNone/>
              <a:defRPr/>
            </a:lvl7pPr>
            <a:lvl8pPr algn="ctr">
              <a:lnSpc>
                <a:spcPct val="100000"/>
              </a:lnSpc>
              <a:spcBef>
                <a:spcPts val="0"/>
              </a:spcBef>
              <a:spcAft>
                <a:spcPts val="0"/>
              </a:spcAft>
              <a:buNone/>
              <a:defRPr/>
            </a:lvl8pPr>
            <a:lvl9pPr algn="ctr">
              <a:lnSpc>
                <a:spcPct val="100000"/>
              </a:lnSpc>
              <a:spcBef>
                <a:spcPts val="0"/>
              </a:spcBef>
              <a:spcAft>
                <a:spcPts val="0"/>
              </a:spcAft>
              <a:buNone/>
              <a:defRPr/>
            </a:lvl9pPr>
          </a:lstStyle>
          <a:p>
            <a:endParaRPr/>
          </a:p>
        </p:txBody>
      </p:sp>
      <p:sp>
        <p:nvSpPr>
          <p:cNvPr id="109" name="Google Shape;109;p13">
            <a:extLst>
              <a:ext uri="{FF2B5EF4-FFF2-40B4-BE49-F238E27FC236}">
                <a16:creationId xmlns:a16="http://schemas.microsoft.com/office/drawing/2014/main" id="{87ED31C6-DAEF-4844-BC00-C62B7F247CC7}"/>
              </a:ext>
            </a:extLst>
          </p:cNvPr>
          <p:cNvSpPr>
            <a:spLocks noGrp="1"/>
          </p:cNvSpPr>
          <p:nvPr>
            <p:ph type="subTitle" idx="3"/>
          </p:nvPr>
        </p:nvSpPr>
        <p:spPr>
          <a:xfrm>
            <a:off x="1121725" y="4034328"/>
            <a:ext cx="2305500" cy="572700"/>
          </a:xfrm>
          <a:prstGeom prst="rect">
            <a:avLst/>
          </a:prstGeom>
        </p:spPr>
        <p:txBody>
          <a:bodyPr spcFirstLastPara="1" wrap="square" lIns="91425" tIns="91425" rIns="91425" bIns="91425" anchor="t">
            <a:noAutofit/>
          </a:bodyPr>
          <a:lstStyle>
            <a:lvl1pPr>
              <a:spcBef>
                <a:spcPts val="0"/>
              </a:spcBef>
              <a:spcAft>
                <a:spcPts val="0"/>
              </a:spcAft>
              <a:buNone/>
              <a:defRPr sz="1400"/>
            </a:lvl1pPr>
            <a:lvl2pPr algn="ctr">
              <a:lnSpc>
                <a:spcPct val="100000"/>
              </a:lnSpc>
              <a:spcBef>
                <a:spcPts val="0"/>
              </a:spcBef>
              <a:spcAft>
                <a:spcPts val="0"/>
              </a:spcAft>
              <a:buNone/>
              <a:defRPr/>
            </a:lvl2pPr>
            <a:lvl3pPr algn="ctr">
              <a:lnSpc>
                <a:spcPct val="100000"/>
              </a:lnSpc>
              <a:spcBef>
                <a:spcPts val="0"/>
              </a:spcBef>
              <a:spcAft>
                <a:spcPts val="0"/>
              </a:spcAft>
              <a:buNone/>
              <a:defRPr/>
            </a:lvl3pPr>
            <a:lvl4pPr algn="ctr">
              <a:lnSpc>
                <a:spcPct val="100000"/>
              </a:lnSpc>
              <a:spcBef>
                <a:spcPts val="0"/>
              </a:spcBef>
              <a:spcAft>
                <a:spcPts val="0"/>
              </a:spcAft>
              <a:buNone/>
              <a:defRPr/>
            </a:lvl4pPr>
            <a:lvl5pPr algn="ctr">
              <a:lnSpc>
                <a:spcPct val="100000"/>
              </a:lnSpc>
              <a:spcBef>
                <a:spcPts val="0"/>
              </a:spcBef>
              <a:spcAft>
                <a:spcPts val="0"/>
              </a:spcAft>
              <a:buNone/>
              <a:defRPr/>
            </a:lvl5pPr>
            <a:lvl6pPr algn="ctr">
              <a:lnSpc>
                <a:spcPct val="100000"/>
              </a:lnSpc>
              <a:spcBef>
                <a:spcPts val="0"/>
              </a:spcBef>
              <a:spcAft>
                <a:spcPts val="0"/>
              </a:spcAft>
              <a:buNone/>
              <a:defRPr/>
            </a:lvl6pPr>
            <a:lvl7pPr algn="ctr">
              <a:lnSpc>
                <a:spcPct val="100000"/>
              </a:lnSpc>
              <a:spcBef>
                <a:spcPts val="0"/>
              </a:spcBef>
              <a:spcAft>
                <a:spcPts val="0"/>
              </a:spcAft>
              <a:buNone/>
              <a:defRPr/>
            </a:lvl7pPr>
            <a:lvl8pPr algn="ctr">
              <a:lnSpc>
                <a:spcPct val="100000"/>
              </a:lnSpc>
              <a:spcBef>
                <a:spcPts val="0"/>
              </a:spcBef>
              <a:spcAft>
                <a:spcPts val="0"/>
              </a:spcAft>
              <a:buNone/>
              <a:defRPr/>
            </a:lvl8pPr>
            <a:lvl9pPr algn="ctr">
              <a:lnSpc>
                <a:spcPct val="100000"/>
              </a:lnSpc>
              <a:spcBef>
                <a:spcPts val="0"/>
              </a:spcBef>
              <a:spcAft>
                <a:spcPts val="0"/>
              </a:spcAft>
              <a:buNone/>
              <a:defRPr/>
            </a:lvl9pPr>
          </a:lstStyle>
          <a:p>
            <a:endParaRPr/>
          </a:p>
        </p:txBody>
      </p:sp>
      <p:sp>
        <p:nvSpPr>
          <p:cNvPr id="110" name="Google Shape;110;p13">
            <a:extLst>
              <a:ext uri="{FF2B5EF4-FFF2-40B4-BE49-F238E27FC236}">
                <a16:creationId xmlns:a16="http://schemas.microsoft.com/office/drawing/2014/main" id="{AAE2F7BC-F047-4C1D-8BED-AE3AF2E169F4}"/>
              </a:ext>
            </a:extLst>
          </p:cNvPr>
          <p:cNvSpPr>
            <a:spLocks noGrp="1"/>
          </p:cNvSpPr>
          <p:nvPr>
            <p:ph type="subTitle" idx="4"/>
          </p:nvPr>
        </p:nvSpPr>
        <p:spPr>
          <a:xfrm>
            <a:off x="3820996" y="4034328"/>
            <a:ext cx="2305500" cy="572700"/>
          </a:xfrm>
          <a:prstGeom prst="rect">
            <a:avLst/>
          </a:prstGeom>
        </p:spPr>
        <p:txBody>
          <a:bodyPr spcFirstLastPara="1" wrap="square" lIns="91425" tIns="91425" rIns="91425" bIns="91425" anchor="t">
            <a:noAutofit/>
          </a:bodyPr>
          <a:lstStyle>
            <a:lvl1pPr>
              <a:spcBef>
                <a:spcPts val="0"/>
              </a:spcBef>
              <a:spcAft>
                <a:spcPts val="0"/>
              </a:spcAft>
              <a:buNone/>
              <a:defRPr sz="1400"/>
            </a:lvl1pPr>
            <a:lvl2pPr algn="ctr">
              <a:lnSpc>
                <a:spcPct val="100000"/>
              </a:lnSpc>
              <a:spcBef>
                <a:spcPts val="0"/>
              </a:spcBef>
              <a:spcAft>
                <a:spcPts val="0"/>
              </a:spcAft>
              <a:buNone/>
              <a:defRPr/>
            </a:lvl2pPr>
            <a:lvl3pPr algn="ctr">
              <a:lnSpc>
                <a:spcPct val="100000"/>
              </a:lnSpc>
              <a:spcBef>
                <a:spcPts val="0"/>
              </a:spcBef>
              <a:spcAft>
                <a:spcPts val="0"/>
              </a:spcAft>
              <a:buNone/>
              <a:defRPr/>
            </a:lvl3pPr>
            <a:lvl4pPr algn="ctr">
              <a:lnSpc>
                <a:spcPct val="100000"/>
              </a:lnSpc>
              <a:spcBef>
                <a:spcPts val="0"/>
              </a:spcBef>
              <a:spcAft>
                <a:spcPts val="0"/>
              </a:spcAft>
              <a:buNone/>
              <a:defRPr/>
            </a:lvl4pPr>
            <a:lvl5pPr algn="ctr">
              <a:lnSpc>
                <a:spcPct val="100000"/>
              </a:lnSpc>
              <a:spcBef>
                <a:spcPts val="0"/>
              </a:spcBef>
              <a:spcAft>
                <a:spcPts val="0"/>
              </a:spcAft>
              <a:buNone/>
              <a:defRPr/>
            </a:lvl5pPr>
            <a:lvl6pPr algn="ctr">
              <a:lnSpc>
                <a:spcPct val="100000"/>
              </a:lnSpc>
              <a:spcBef>
                <a:spcPts val="0"/>
              </a:spcBef>
              <a:spcAft>
                <a:spcPts val="0"/>
              </a:spcAft>
              <a:buNone/>
              <a:defRPr/>
            </a:lvl6pPr>
            <a:lvl7pPr algn="ctr">
              <a:lnSpc>
                <a:spcPct val="100000"/>
              </a:lnSpc>
              <a:spcBef>
                <a:spcPts val="0"/>
              </a:spcBef>
              <a:spcAft>
                <a:spcPts val="0"/>
              </a:spcAft>
              <a:buNone/>
              <a:defRPr/>
            </a:lvl7pPr>
            <a:lvl8pPr algn="ctr">
              <a:lnSpc>
                <a:spcPct val="100000"/>
              </a:lnSpc>
              <a:spcBef>
                <a:spcPts val="0"/>
              </a:spcBef>
              <a:spcAft>
                <a:spcPts val="0"/>
              </a:spcAft>
              <a:buNone/>
              <a:defRPr/>
            </a:lvl8pPr>
            <a:lvl9pPr algn="ctr">
              <a:lnSpc>
                <a:spcPct val="100000"/>
              </a:lnSpc>
              <a:spcBef>
                <a:spcPts val="0"/>
              </a:spcBef>
              <a:spcAft>
                <a:spcPts val="0"/>
              </a:spcAft>
              <a:buNone/>
              <a:defRPr/>
            </a:lvl9pPr>
          </a:lstStyle>
          <a:p>
            <a:endParaRPr/>
          </a:p>
        </p:txBody>
      </p:sp>
      <p:sp>
        <p:nvSpPr>
          <p:cNvPr id="111" name="Google Shape;111;p13">
            <a:extLst>
              <a:ext uri="{FF2B5EF4-FFF2-40B4-BE49-F238E27FC236}">
                <a16:creationId xmlns:a16="http://schemas.microsoft.com/office/drawing/2014/main" id="{4BED0A1D-AD72-4996-BEA9-0B3594CA0F28}"/>
              </a:ext>
            </a:extLst>
          </p:cNvPr>
          <p:cNvSpPr>
            <a:spLocks noGrp="1"/>
          </p:cNvSpPr>
          <p:nvPr>
            <p:ph type="title" idx="5" hasCustomPrompt="1"/>
          </p:nvPr>
        </p:nvSpPr>
        <p:spPr>
          <a:xfrm>
            <a:off x="1121725" y="1238726"/>
            <a:ext cx="734700" cy="540900"/>
          </a:xfrm>
          <a:prstGeom prst="rect">
            <a:avLst/>
          </a:prstGeom>
          <a:noFill/>
        </p:spPr>
        <p:txBody>
          <a:bodyPr spcFirstLastPara="1" wrap="square" lIns="91425" tIns="91425" rIns="91425" bIns="91425" anchor="b">
            <a:noAutofit/>
          </a:bodyPr>
          <a:lstStyle>
            <a:lvl1pPr>
              <a:spcBef>
                <a:spcPts val="0"/>
              </a:spcBef>
              <a:spcAft>
                <a:spcPts val="0"/>
              </a:spcAft>
              <a:buNone/>
              <a:defRPr sz="3000">
                <a:solidFill>
                  <a:schemeClr val="accent1"/>
                </a:solidFill>
              </a:defRPr>
            </a:lvl1pPr>
            <a:lvl2pPr>
              <a:spcBef>
                <a:spcPts val="0"/>
              </a:spcBef>
              <a:spcAft>
                <a:spcPts val="0"/>
              </a:spcAft>
              <a:buNone/>
              <a:defRPr sz="3000"/>
            </a:lvl2pPr>
            <a:lvl3pPr>
              <a:spcBef>
                <a:spcPts val="0"/>
              </a:spcBef>
              <a:spcAft>
                <a:spcPts val="0"/>
              </a:spcAft>
              <a:buNone/>
              <a:defRPr sz="3000"/>
            </a:lvl3pPr>
            <a:lvl4pPr>
              <a:spcBef>
                <a:spcPts val="0"/>
              </a:spcBef>
              <a:spcAft>
                <a:spcPts val="0"/>
              </a:spcAft>
              <a:buNone/>
              <a:defRPr sz="3000"/>
            </a:lvl4pPr>
            <a:lvl5pPr>
              <a:spcBef>
                <a:spcPts val="0"/>
              </a:spcBef>
              <a:spcAft>
                <a:spcPts val="0"/>
              </a:spcAft>
              <a:buNone/>
              <a:defRPr sz="3000"/>
            </a:lvl5pPr>
            <a:lvl6pPr>
              <a:spcBef>
                <a:spcPts val="0"/>
              </a:spcBef>
              <a:spcAft>
                <a:spcPts val="0"/>
              </a:spcAft>
              <a:buNone/>
              <a:defRPr sz="3000"/>
            </a:lvl6pPr>
            <a:lvl7pPr>
              <a:spcBef>
                <a:spcPts val="0"/>
              </a:spcBef>
              <a:spcAft>
                <a:spcPts val="0"/>
              </a:spcAft>
              <a:buNone/>
              <a:defRPr sz="3000"/>
            </a:lvl7pPr>
            <a:lvl8pPr>
              <a:spcBef>
                <a:spcPts val="0"/>
              </a:spcBef>
              <a:spcAft>
                <a:spcPts val="0"/>
              </a:spcAft>
              <a:buNone/>
              <a:defRPr sz="3000"/>
            </a:lvl8pPr>
            <a:lvl9pPr>
              <a:spcBef>
                <a:spcPts val="0"/>
              </a:spcBef>
              <a:spcAft>
                <a:spcPts val="0"/>
              </a:spcAft>
              <a:buNone/>
              <a:defRPr sz="3000"/>
            </a:lvl9pPr>
          </a:lstStyle>
          <a:p>
            <a:r>
              <a:t>xx%</a:t>
            </a:r>
          </a:p>
        </p:txBody>
      </p:sp>
      <p:sp>
        <p:nvSpPr>
          <p:cNvPr id="112" name="Google Shape;112;p13">
            <a:extLst>
              <a:ext uri="{FF2B5EF4-FFF2-40B4-BE49-F238E27FC236}">
                <a16:creationId xmlns:a16="http://schemas.microsoft.com/office/drawing/2014/main" id="{EF868013-91E1-4F60-AD4C-1CEF3CA68DFA}"/>
              </a:ext>
            </a:extLst>
          </p:cNvPr>
          <p:cNvSpPr>
            <a:spLocks noGrp="1"/>
          </p:cNvSpPr>
          <p:nvPr>
            <p:ph type="title" idx="6" hasCustomPrompt="1"/>
          </p:nvPr>
        </p:nvSpPr>
        <p:spPr>
          <a:xfrm>
            <a:off x="1121725" y="2971389"/>
            <a:ext cx="734700" cy="540900"/>
          </a:xfrm>
          <a:prstGeom prst="rect">
            <a:avLst/>
          </a:prstGeom>
          <a:noFill/>
        </p:spPr>
        <p:txBody>
          <a:bodyPr spcFirstLastPara="1" wrap="square" lIns="91425" tIns="91425" rIns="91425" bIns="91425" anchor="b">
            <a:noAutofit/>
          </a:bodyPr>
          <a:lstStyle>
            <a:lvl1pPr>
              <a:spcBef>
                <a:spcPts val="0"/>
              </a:spcBef>
              <a:spcAft>
                <a:spcPts val="0"/>
              </a:spcAft>
              <a:buNone/>
              <a:defRPr sz="3000">
                <a:solidFill>
                  <a:schemeClr val="accent1"/>
                </a:solidFill>
              </a:defRPr>
            </a:lvl1pPr>
            <a:lvl2pPr>
              <a:spcBef>
                <a:spcPts val="0"/>
              </a:spcBef>
              <a:spcAft>
                <a:spcPts val="0"/>
              </a:spcAft>
              <a:buNone/>
              <a:defRPr sz="3000"/>
            </a:lvl2pPr>
            <a:lvl3pPr>
              <a:spcBef>
                <a:spcPts val="0"/>
              </a:spcBef>
              <a:spcAft>
                <a:spcPts val="0"/>
              </a:spcAft>
              <a:buNone/>
              <a:defRPr sz="3000"/>
            </a:lvl3pPr>
            <a:lvl4pPr>
              <a:spcBef>
                <a:spcPts val="0"/>
              </a:spcBef>
              <a:spcAft>
                <a:spcPts val="0"/>
              </a:spcAft>
              <a:buNone/>
              <a:defRPr sz="3000"/>
            </a:lvl4pPr>
            <a:lvl5pPr>
              <a:spcBef>
                <a:spcPts val="0"/>
              </a:spcBef>
              <a:spcAft>
                <a:spcPts val="0"/>
              </a:spcAft>
              <a:buNone/>
              <a:defRPr sz="3000"/>
            </a:lvl5pPr>
            <a:lvl6pPr>
              <a:spcBef>
                <a:spcPts val="0"/>
              </a:spcBef>
              <a:spcAft>
                <a:spcPts val="0"/>
              </a:spcAft>
              <a:buNone/>
              <a:defRPr sz="3000"/>
            </a:lvl6pPr>
            <a:lvl7pPr>
              <a:spcBef>
                <a:spcPts val="0"/>
              </a:spcBef>
              <a:spcAft>
                <a:spcPts val="0"/>
              </a:spcAft>
              <a:buNone/>
              <a:defRPr sz="3000"/>
            </a:lvl7pPr>
            <a:lvl8pPr>
              <a:spcBef>
                <a:spcPts val="0"/>
              </a:spcBef>
              <a:spcAft>
                <a:spcPts val="0"/>
              </a:spcAft>
              <a:buNone/>
              <a:defRPr sz="3000"/>
            </a:lvl8pPr>
            <a:lvl9pPr>
              <a:spcBef>
                <a:spcPts val="0"/>
              </a:spcBef>
              <a:spcAft>
                <a:spcPts val="0"/>
              </a:spcAft>
              <a:buNone/>
              <a:defRPr sz="3000"/>
            </a:lvl9pPr>
          </a:lstStyle>
          <a:p>
            <a:r>
              <a:t>xx%</a:t>
            </a:r>
          </a:p>
        </p:txBody>
      </p:sp>
      <p:sp>
        <p:nvSpPr>
          <p:cNvPr id="113" name="Google Shape;113;p13">
            <a:extLst>
              <a:ext uri="{FF2B5EF4-FFF2-40B4-BE49-F238E27FC236}">
                <a16:creationId xmlns:a16="http://schemas.microsoft.com/office/drawing/2014/main" id="{3252E0DF-4894-4CA5-8A68-60A47E5B03C3}"/>
              </a:ext>
            </a:extLst>
          </p:cNvPr>
          <p:cNvSpPr>
            <a:spLocks noGrp="1"/>
          </p:cNvSpPr>
          <p:nvPr>
            <p:ph type="title" idx="7" hasCustomPrompt="1"/>
          </p:nvPr>
        </p:nvSpPr>
        <p:spPr>
          <a:xfrm>
            <a:off x="3820996" y="1238726"/>
            <a:ext cx="734700" cy="540900"/>
          </a:xfrm>
          <a:prstGeom prst="rect">
            <a:avLst/>
          </a:prstGeom>
          <a:noFill/>
        </p:spPr>
        <p:txBody>
          <a:bodyPr spcFirstLastPara="1" wrap="square" lIns="91425" tIns="91425" rIns="91425" bIns="91425" anchor="b">
            <a:noAutofit/>
          </a:bodyPr>
          <a:lstStyle>
            <a:lvl1pPr>
              <a:spcBef>
                <a:spcPts val="0"/>
              </a:spcBef>
              <a:spcAft>
                <a:spcPts val="0"/>
              </a:spcAft>
              <a:buNone/>
              <a:defRPr sz="3000">
                <a:solidFill>
                  <a:schemeClr val="accent1"/>
                </a:solidFill>
              </a:defRPr>
            </a:lvl1pPr>
            <a:lvl2pPr>
              <a:spcBef>
                <a:spcPts val="0"/>
              </a:spcBef>
              <a:spcAft>
                <a:spcPts val="0"/>
              </a:spcAft>
              <a:buNone/>
              <a:defRPr sz="3000"/>
            </a:lvl2pPr>
            <a:lvl3pPr>
              <a:spcBef>
                <a:spcPts val="0"/>
              </a:spcBef>
              <a:spcAft>
                <a:spcPts val="0"/>
              </a:spcAft>
              <a:buNone/>
              <a:defRPr sz="3000"/>
            </a:lvl3pPr>
            <a:lvl4pPr>
              <a:spcBef>
                <a:spcPts val="0"/>
              </a:spcBef>
              <a:spcAft>
                <a:spcPts val="0"/>
              </a:spcAft>
              <a:buNone/>
              <a:defRPr sz="3000"/>
            </a:lvl4pPr>
            <a:lvl5pPr>
              <a:spcBef>
                <a:spcPts val="0"/>
              </a:spcBef>
              <a:spcAft>
                <a:spcPts val="0"/>
              </a:spcAft>
              <a:buNone/>
              <a:defRPr sz="3000"/>
            </a:lvl5pPr>
            <a:lvl6pPr>
              <a:spcBef>
                <a:spcPts val="0"/>
              </a:spcBef>
              <a:spcAft>
                <a:spcPts val="0"/>
              </a:spcAft>
              <a:buNone/>
              <a:defRPr sz="3000"/>
            </a:lvl6pPr>
            <a:lvl7pPr>
              <a:spcBef>
                <a:spcPts val="0"/>
              </a:spcBef>
              <a:spcAft>
                <a:spcPts val="0"/>
              </a:spcAft>
              <a:buNone/>
              <a:defRPr sz="3000"/>
            </a:lvl7pPr>
            <a:lvl8pPr>
              <a:spcBef>
                <a:spcPts val="0"/>
              </a:spcBef>
              <a:spcAft>
                <a:spcPts val="0"/>
              </a:spcAft>
              <a:buNone/>
              <a:defRPr sz="3000"/>
            </a:lvl8pPr>
            <a:lvl9pPr>
              <a:spcBef>
                <a:spcPts val="0"/>
              </a:spcBef>
              <a:spcAft>
                <a:spcPts val="0"/>
              </a:spcAft>
              <a:buNone/>
              <a:defRPr sz="3000"/>
            </a:lvl9pPr>
          </a:lstStyle>
          <a:p>
            <a:r>
              <a:t>xx%</a:t>
            </a:r>
          </a:p>
        </p:txBody>
      </p:sp>
      <p:sp>
        <p:nvSpPr>
          <p:cNvPr id="114" name="Google Shape;114;p13">
            <a:extLst>
              <a:ext uri="{FF2B5EF4-FFF2-40B4-BE49-F238E27FC236}">
                <a16:creationId xmlns:a16="http://schemas.microsoft.com/office/drawing/2014/main" id="{51163CA6-2726-431F-8086-8C907EAABD10}"/>
              </a:ext>
            </a:extLst>
          </p:cNvPr>
          <p:cNvSpPr>
            <a:spLocks noGrp="1"/>
          </p:cNvSpPr>
          <p:nvPr>
            <p:ph type="title" idx="8" hasCustomPrompt="1"/>
          </p:nvPr>
        </p:nvSpPr>
        <p:spPr>
          <a:xfrm>
            <a:off x="3820996" y="2971389"/>
            <a:ext cx="734700" cy="540900"/>
          </a:xfrm>
          <a:prstGeom prst="rect">
            <a:avLst/>
          </a:prstGeom>
          <a:noFill/>
        </p:spPr>
        <p:txBody>
          <a:bodyPr spcFirstLastPara="1" wrap="square" lIns="91425" tIns="91425" rIns="91425" bIns="91425" anchor="b">
            <a:noAutofit/>
          </a:bodyPr>
          <a:lstStyle>
            <a:lvl1pPr>
              <a:spcBef>
                <a:spcPts val="0"/>
              </a:spcBef>
              <a:spcAft>
                <a:spcPts val="0"/>
              </a:spcAft>
              <a:buNone/>
              <a:defRPr sz="3000">
                <a:solidFill>
                  <a:schemeClr val="accent1"/>
                </a:solidFill>
              </a:defRPr>
            </a:lvl1pPr>
            <a:lvl2pPr>
              <a:spcBef>
                <a:spcPts val="0"/>
              </a:spcBef>
              <a:spcAft>
                <a:spcPts val="0"/>
              </a:spcAft>
              <a:buNone/>
              <a:defRPr sz="3000"/>
            </a:lvl2pPr>
            <a:lvl3pPr>
              <a:spcBef>
                <a:spcPts val="0"/>
              </a:spcBef>
              <a:spcAft>
                <a:spcPts val="0"/>
              </a:spcAft>
              <a:buNone/>
              <a:defRPr sz="3000"/>
            </a:lvl3pPr>
            <a:lvl4pPr>
              <a:spcBef>
                <a:spcPts val="0"/>
              </a:spcBef>
              <a:spcAft>
                <a:spcPts val="0"/>
              </a:spcAft>
              <a:buNone/>
              <a:defRPr sz="3000"/>
            </a:lvl4pPr>
            <a:lvl5pPr>
              <a:spcBef>
                <a:spcPts val="0"/>
              </a:spcBef>
              <a:spcAft>
                <a:spcPts val="0"/>
              </a:spcAft>
              <a:buNone/>
              <a:defRPr sz="3000"/>
            </a:lvl5pPr>
            <a:lvl6pPr>
              <a:spcBef>
                <a:spcPts val="0"/>
              </a:spcBef>
              <a:spcAft>
                <a:spcPts val="0"/>
              </a:spcAft>
              <a:buNone/>
              <a:defRPr sz="3000"/>
            </a:lvl6pPr>
            <a:lvl7pPr>
              <a:spcBef>
                <a:spcPts val="0"/>
              </a:spcBef>
              <a:spcAft>
                <a:spcPts val="0"/>
              </a:spcAft>
              <a:buNone/>
              <a:defRPr sz="3000"/>
            </a:lvl7pPr>
            <a:lvl8pPr>
              <a:spcBef>
                <a:spcPts val="0"/>
              </a:spcBef>
              <a:spcAft>
                <a:spcPts val="0"/>
              </a:spcAft>
              <a:buNone/>
              <a:defRPr sz="3000"/>
            </a:lvl8pPr>
            <a:lvl9pPr>
              <a:spcBef>
                <a:spcPts val="0"/>
              </a:spcBef>
              <a:spcAft>
                <a:spcPts val="0"/>
              </a:spcAft>
              <a:buNone/>
              <a:defRPr sz="3000"/>
            </a:lvl9pPr>
          </a:lstStyle>
          <a:p>
            <a:r>
              <a:t>xx%</a:t>
            </a:r>
          </a:p>
        </p:txBody>
      </p:sp>
      <p:sp>
        <p:nvSpPr>
          <p:cNvPr id="115" name="Google Shape;115;p13">
            <a:extLst>
              <a:ext uri="{FF2B5EF4-FFF2-40B4-BE49-F238E27FC236}">
                <a16:creationId xmlns:a16="http://schemas.microsoft.com/office/drawing/2014/main" id="{1792D3E0-BB11-4067-BE43-60B15A2FC565}"/>
              </a:ext>
            </a:extLst>
          </p:cNvPr>
          <p:cNvSpPr>
            <a:spLocks noGrp="1"/>
          </p:cNvSpPr>
          <p:nvPr>
            <p:ph type="subTitle" idx="9"/>
          </p:nvPr>
        </p:nvSpPr>
        <p:spPr>
          <a:xfrm>
            <a:off x="1121725" y="1887187"/>
            <a:ext cx="2305500" cy="484800"/>
          </a:xfrm>
          <a:prstGeom prst="rect">
            <a:avLst/>
          </a:prstGeom>
        </p:spPr>
        <p:txBody>
          <a:bodyPr spcFirstLastPara="1" wrap="square" lIns="91425" tIns="91425" rIns="91425" bIns="91425" anchor="b">
            <a:noAutofit/>
          </a:bodyPr>
          <a:lstStyle>
            <a:lvl1pPr>
              <a:spcBef>
                <a:spcPts val="0"/>
              </a:spcBef>
              <a:spcAft>
                <a:spcPts val="0"/>
              </a:spcAft>
              <a:buNone/>
              <a:defRPr sz="2400" b="1">
                <a:solidFill>
                  <a:schemeClr val="dk1"/>
                </a:solidFill>
                <a:latin typeface="Poppins"/>
                <a:ea typeface="Poppins"/>
                <a:cs typeface="Poppins"/>
              </a:defRPr>
            </a:lvl1pPr>
            <a:lvl2pPr>
              <a:lnSpc>
                <a:spcPct val="100000"/>
              </a:lnSpc>
              <a:spcBef>
                <a:spcPts val="0"/>
              </a:spcBef>
              <a:spcAft>
                <a:spcPts val="0"/>
              </a:spcAft>
              <a:buNone/>
              <a:defRPr sz="2400">
                <a:latin typeface="Bebas Neue"/>
                <a:ea typeface="Bebas Neue"/>
                <a:cs typeface="Bebas Neue"/>
              </a:defRPr>
            </a:lvl2pPr>
            <a:lvl3pPr>
              <a:lnSpc>
                <a:spcPct val="100000"/>
              </a:lnSpc>
              <a:spcBef>
                <a:spcPts val="0"/>
              </a:spcBef>
              <a:spcAft>
                <a:spcPts val="0"/>
              </a:spcAft>
              <a:buNone/>
              <a:defRPr sz="2400">
                <a:latin typeface="Bebas Neue"/>
                <a:ea typeface="Bebas Neue"/>
                <a:cs typeface="Bebas Neue"/>
              </a:defRPr>
            </a:lvl3pPr>
            <a:lvl4pPr>
              <a:lnSpc>
                <a:spcPct val="100000"/>
              </a:lnSpc>
              <a:spcBef>
                <a:spcPts val="0"/>
              </a:spcBef>
              <a:spcAft>
                <a:spcPts val="0"/>
              </a:spcAft>
              <a:buNone/>
              <a:defRPr sz="2400">
                <a:latin typeface="Bebas Neue"/>
                <a:ea typeface="Bebas Neue"/>
                <a:cs typeface="Bebas Neue"/>
              </a:defRPr>
            </a:lvl4pPr>
            <a:lvl5pPr>
              <a:lnSpc>
                <a:spcPct val="100000"/>
              </a:lnSpc>
              <a:spcBef>
                <a:spcPts val="0"/>
              </a:spcBef>
              <a:spcAft>
                <a:spcPts val="0"/>
              </a:spcAft>
              <a:buNone/>
              <a:defRPr sz="2400">
                <a:latin typeface="Bebas Neue"/>
                <a:ea typeface="Bebas Neue"/>
                <a:cs typeface="Bebas Neue"/>
              </a:defRPr>
            </a:lvl5pPr>
            <a:lvl6pPr>
              <a:lnSpc>
                <a:spcPct val="100000"/>
              </a:lnSpc>
              <a:spcBef>
                <a:spcPts val="0"/>
              </a:spcBef>
              <a:spcAft>
                <a:spcPts val="0"/>
              </a:spcAft>
              <a:buNone/>
              <a:defRPr sz="2400">
                <a:latin typeface="Bebas Neue"/>
                <a:ea typeface="Bebas Neue"/>
                <a:cs typeface="Bebas Neue"/>
              </a:defRPr>
            </a:lvl6pPr>
            <a:lvl7pPr>
              <a:lnSpc>
                <a:spcPct val="100000"/>
              </a:lnSpc>
              <a:spcBef>
                <a:spcPts val="0"/>
              </a:spcBef>
              <a:spcAft>
                <a:spcPts val="0"/>
              </a:spcAft>
              <a:buNone/>
              <a:defRPr sz="2400">
                <a:latin typeface="Bebas Neue"/>
                <a:ea typeface="Bebas Neue"/>
                <a:cs typeface="Bebas Neue"/>
              </a:defRPr>
            </a:lvl7pPr>
            <a:lvl8pPr>
              <a:lnSpc>
                <a:spcPct val="100000"/>
              </a:lnSpc>
              <a:spcBef>
                <a:spcPts val="0"/>
              </a:spcBef>
              <a:spcAft>
                <a:spcPts val="0"/>
              </a:spcAft>
              <a:buNone/>
              <a:defRPr sz="2400">
                <a:latin typeface="Bebas Neue"/>
                <a:ea typeface="Bebas Neue"/>
                <a:cs typeface="Bebas Neue"/>
              </a:defRPr>
            </a:lvl8pPr>
            <a:lvl9pPr>
              <a:lnSpc>
                <a:spcPct val="100000"/>
              </a:lnSpc>
              <a:spcBef>
                <a:spcPts val="0"/>
              </a:spcBef>
              <a:spcAft>
                <a:spcPts val="0"/>
              </a:spcAft>
              <a:buNone/>
              <a:defRPr sz="2400">
                <a:latin typeface="Bebas Neue"/>
                <a:ea typeface="Bebas Neue"/>
                <a:cs typeface="Bebas Neue"/>
              </a:defRPr>
            </a:lvl9pPr>
          </a:lstStyle>
          <a:p>
            <a:endParaRPr/>
          </a:p>
        </p:txBody>
      </p:sp>
      <p:sp>
        <p:nvSpPr>
          <p:cNvPr id="116" name="Google Shape;116;p13">
            <a:extLst>
              <a:ext uri="{FF2B5EF4-FFF2-40B4-BE49-F238E27FC236}">
                <a16:creationId xmlns:a16="http://schemas.microsoft.com/office/drawing/2014/main" id="{E92ECD43-B79F-43BE-B130-18E0D0283E95}"/>
              </a:ext>
            </a:extLst>
          </p:cNvPr>
          <p:cNvSpPr>
            <a:spLocks noGrp="1"/>
          </p:cNvSpPr>
          <p:nvPr>
            <p:ph type="subTitle" idx="13"/>
          </p:nvPr>
        </p:nvSpPr>
        <p:spPr>
          <a:xfrm>
            <a:off x="3820996" y="1887187"/>
            <a:ext cx="2305500" cy="484800"/>
          </a:xfrm>
          <a:prstGeom prst="rect">
            <a:avLst/>
          </a:prstGeom>
        </p:spPr>
        <p:txBody>
          <a:bodyPr spcFirstLastPara="1" wrap="square" lIns="91425" tIns="91425" rIns="91425" bIns="91425" anchor="b">
            <a:noAutofit/>
          </a:bodyPr>
          <a:lstStyle>
            <a:lvl1pPr>
              <a:spcBef>
                <a:spcPts val="0"/>
              </a:spcBef>
              <a:spcAft>
                <a:spcPts val="0"/>
              </a:spcAft>
              <a:buNone/>
              <a:defRPr sz="2400" b="1">
                <a:solidFill>
                  <a:schemeClr val="dk1"/>
                </a:solidFill>
                <a:latin typeface="Poppins"/>
                <a:ea typeface="Poppins"/>
                <a:cs typeface="Poppins"/>
              </a:defRPr>
            </a:lvl1pPr>
            <a:lvl2pPr>
              <a:lnSpc>
                <a:spcPct val="100000"/>
              </a:lnSpc>
              <a:spcBef>
                <a:spcPts val="0"/>
              </a:spcBef>
              <a:spcAft>
                <a:spcPts val="0"/>
              </a:spcAft>
              <a:buNone/>
              <a:defRPr sz="2400">
                <a:latin typeface="Bebas Neue"/>
                <a:ea typeface="Bebas Neue"/>
                <a:cs typeface="Bebas Neue"/>
              </a:defRPr>
            </a:lvl2pPr>
            <a:lvl3pPr>
              <a:lnSpc>
                <a:spcPct val="100000"/>
              </a:lnSpc>
              <a:spcBef>
                <a:spcPts val="0"/>
              </a:spcBef>
              <a:spcAft>
                <a:spcPts val="0"/>
              </a:spcAft>
              <a:buNone/>
              <a:defRPr sz="2400">
                <a:latin typeface="Bebas Neue"/>
                <a:ea typeface="Bebas Neue"/>
                <a:cs typeface="Bebas Neue"/>
              </a:defRPr>
            </a:lvl3pPr>
            <a:lvl4pPr>
              <a:lnSpc>
                <a:spcPct val="100000"/>
              </a:lnSpc>
              <a:spcBef>
                <a:spcPts val="0"/>
              </a:spcBef>
              <a:spcAft>
                <a:spcPts val="0"/>
              </a:spcAft>
              <a:buNone/>
              <a:defRPr sz="2400">
                <a:latin typeface="Bebas Neue"/>
                <a:ea typeface="Bebas Neue"/>
                <a:cs typeface="Bebas Neue"/>
              </a:defRPr>
            </a:lvl4pPr>
            <a:lvl5pPr>
              <a:lnSpc>
                <a:spcPct val="100000"/>
              </a:lnSpc>
              <a:spcBef>
                <a:spcPts val="0"/>
              </a:spcBef>
              <a:spcAft>
                <a:spcPts val="0"/>
              </a:spcAft>
              <a:buNone/>
              <a:defRPr sz="2400">
                <a:latin typeface="Bebas Neue"/>
                <a:ea typeface="Bebas Neue"/>
                <a:cs typeface="Bebas Neue"/>
              </a:defRPr>
            </a:lvl5pPr>
            <a:lvl6pPr>
              <a:lnSpc>
                <a:spcPct val="100000"/>
              </a:lnSpc>
              <a:spcBef>
                <a:spcPts val="0"/>
              </a:spcBef>
              <a:spcAft>
                <a:spcPts val="0"/>
              </a:spcAft>
              <a:buNone/>
              <a:defRPr sz="2400">
                <a:latin typeface="Bebas Neue"/>
                <a:ea typeface="Bebas Neue"/>
                <a:cs typeface="Bebas Neue"/>
              </a:defRPr>
            </a:lvl6pPr>
            <a:lvl7pPr>
              <a:lnSpc>
                <a:spcPct val="100000"/>
              </a:lnSpc>
              <a:spcBef>
                <a:spcPts val="0"/>
              </a:spcBef>
              <a:spcAft>
                <a:spcPts val="0"/>
              </a:spcAft>
              <a:buNone/>
              <a:defRPr sz="2400">
                <a:latin typeface="Bebas Neue"/>
                <a:ea typeface="Bebas Neue"/>
                <a:cs typeface="Bebas Neue"/>
              </a:defRPr>
            </a:lvl7pPr>
            <a:lvl8pPr>
              <a:lnSpc>
                <a:spcPct val="100000"/>
              </a:lnSpc>
              <a:spcBef>
                <a:spcPts val="0"/>
              </a:spcBef>
              <a:spcAft>
                <a:spcPts val="0"/>
              </a:spcAft>
              <a:buNone/>
              <a:defRPr sz="2400">
                <a:latin typeface="Bebas Neue"/>
                <a:ea typeface="Bebas Neue"/>
                <a:cs typeface="Bebas Neue"/>
              </a:defRPr>
            </a:lvl8pPr>
            <a:lvl9pPr>
              <a:lnSpc>
                <a:spcPct val="100000"/>
              </a:lnSpc>
              <a:spcBef>
                <a:spcPts val="0"/>
              </a:spcBef>
              <a:spcAft>
                <a:spcPts val="0"/>
              </a:spcAft>
              <a:buNone/>
              <a:defRPr sz="2400">
                <a:latin typeface="Bebas Neue"/>
                <a:ea typeface="Bebas Neue"/>
                <a:cs typeface="Bebas Neue"/>
              </a:defRPr>
            </a:lvl9pPr>
          </a:lstStyle>
          <a:p>
            <a:endParaRPr/>
          </a:p>
        </p:txBody>
      </p:sp>
      <p:sp>
        <p:nvSpPr>
          <p:cNvPr id="117" name="Google Shape;117;p13">
            <a:extLst>
              <a:ext uri="{FF2B5EF4-FFF2-40B4-BE49-F238E27FC236}">
                <a16:creationId xmlns:a16="http://schemas.microsoft.com/office/drawing/2014/main" id="{8B0F0DA0-9125-4017-BF24-8C9C00F44559}"/>
              </a:ext>
            </a:extLst>
          </p:cNvPr>
          <p:cNvSpPr>
            <a:spLocks noGrp="1"/>
          </p:cNvSpPr>
          <p:nvPr>
            <p:ph type="subTitle" idx="14"/>
          </p:nvPr>
        </p:nvSpPr>
        <p:spPr>
          <a:xfrm>
            <a:off x="1121725" y="3619850"/>
            <a:ext cx="2305500" cy="484800"/>
          </a:xfrm>
          <a:prstGeom prst="rect">
            <a:avLst/>
          </a:prstGeom>
        </p:spPr>
        <p:txBody>
          <a:bodyPr spcFirstLastPara="1" wrap="square" lIns="91425" tIns="91425" rIns="91425" bIns="91425" anchor="b">
            <a:noAutofit/>
          </a:bodyPr>
          <a:lstStyle>
            <a:lvl1pPr>
              <a:spcBef>
                <a:spcPts val="0"/>
              </a:spcBef>
              <a:spcAft>
                <a:spcPts val="0"/>
              </a:spcAft>
              <a:buNone/>
              <a:defRPr sz="2400" b="1">
                <a:solidFill>
                  <a:schemeClr val="dk1"/>
                </a:solidFill>
                <a:latin typeface="Poppins"/>
                <a:ea typeface="Poppins"/>
                <a:cs typeface="Poppins"/>
              </a:defRPr>
            </a:lvl1pPr>
            <a:lvl2pPr>
              <a:lnSpc>
                <a:spcPct val="100000"/>
              </a:lnSpc>
              <a:spcBef>
                <a:spcPts val="0"/>
              </a:spcBef>
              <a:spcAft>
                <a:spcPts val="0"/>
              </a:spcAft>
              <a:buNone/>
              <a:defRPr sz="2400">
                <a:latin typeface="Bebas Neue"/>
                <a:ea typeface="Bebas Neue"/>
                <a:cs typeface="Bebas Neue"/>
              </a:defRPr>
            </a:lvl2pPr>
            <a:lvl3pPr>
              <a:lnSpc>
                <a:spcPct val="100000"/>
              </a:lnSpc>
              <a:spcBef>
                <a:spcPts val="0"/>
              </a:spcBef>
              <a:spcAft>
                <a:spcPts val="0"/>
              </a:spcAft>
              <a:buNone/>
              <a:defRPr sz="2400">
                <a:latin typeface="Bebas Neue"/>
                <a:ea typeface="Bebas Neue"/>
                <a:cs typeface="Bebas Neue"/>
              </a:defRPr>
            </a:lvl3pPr>
            <a:lvl4pPr>
              <a:lnSpc>
                <a:spcPct val="100000"/>
              </a:lnSpc>
              <a:spcBef>
                <a:spcPts val="0"/>
              </a:spcBef>
              <a:spcAft>
                <a:spcPts val="0"/>
              </a:spcAft>
              <a:buNone/>
              <a:defRPr sz="2400">
                <a:latin typeface="Bebas Neue"/>
                <a:ea typeface="Bebas Neue"/>
                <a:cs typeface="Bebas Neue"/>
              </a:defRPr>
            </a:lvl4pPr>
            <a:lvl5pPr>
              <a:lnSpc>
                <a:spcPct val="100000"/>
              </a:lnSpc>
              <a:spcBef>
                <a:spcPts val="0"/>
              </a:spcBef>
              <a:spcAft>
                <a:spcPts val="0"/>
              </a:spcAft>
              <a:buNone/>
              <a:defRPr sz="2400">
                <a:latin typeface="Bebas Neue"/>
                <a:ea typeface="Bebas Neue"/>
                <a:cs typeface="Bebas Neue"/>
              </a:defRPr>
            </a:lvl5pPr>
            <a:lvl6pPr>
              <a:lnSpc>
                <a:spcPct val="100000"/>
              </a:lnSpc>
              <a:spcBef>
                <a:spcPts val="0"/>
              </a:spcBef>
              <a:spcAft>
                <a:spcPts val="0"/>
              </a:spcAft>
              <a:buNone/>
              <a:defRPr sz="2400">
                <a:latin typeface="Bebas Neue"/>
                <a:ea typeface="Bebas Neue"/>
                <a:cs typeface="Bebas Neue"/>
              </a:defRPr>
            </a:lvl6pPr>
            <a:lvl7pPr>
              <a:lnSpc>
                <a:spcPct val="100000"/>
              </a:lnSpc>
              <a:spcBef>
                <a:spcPts val="0"/>
              </a:spcBef>
              <a:spcAft>
                <a:spcPts val="0"/>
              </a:spcAft>
              <a:buNone/>
              <a:defRPr sz="2400">
                <a:latin typeface="Bebas Neue"/>
                <a:ea typeface="Bebas Neue"/>
                <a:cs typeface="Bebas Neue"/>
              </a:defRPr>
            </a:lvl7pPr>
            <a:lvl8pPr>
              <a:lnSpc>
                <a:spcPct val="100000"/>
              </a:lnSpc>
              <a:spcBef>
                <a:spcPts val="0"/>
              </a:spcBef>
              <a:spcAft>
                <a:spcPts val="0"/>
              </a:spcAft>
              <a:buNone/>
              <a:defRPr sz="2400">
                <a:latin typeface="Bebas Neue"/>
                <a:ea typeface="Bebas Neue"/>
                <a:cs typeface="Bebas Neue"/>
              </a:defRPr>
            </a:lvl8pPr>
            <a:lvl9pPr>
              <a:lnSpc>
                <a:spcPct val="100000"/>
              </a:lnSpc>
              <a:spcBef>
                <a:spcPts val="0"/>
              </a:spcBef>
              <a:spcAft>
                <a:spcPts val="0"/>
              </a:spcAft>
              <a:buNone/>
              <a:defRPr sz="2400">
                <a:latin typeface="Bebas Neue"/>
                <a:ea typeface="Bebas Neue"/>
                <a:cs typeface="Bebas Neue"/>
              </a:defRPr>
            </a:lvl9pPr>
          </a:lstStyle>
          <a:p>
            <a:endParaRPr/>
          </a:p>
        </p:txBody>
      </p:sp>
      <p:sp>
        <p:nvSpPr>
          <p:cNvPr id="118" name="Google Shape;118;p13">
            <a:extLst>
              <a:ext uri="{FF2B5EF4-FFF2-40B4-BE49-F238E27FC236}">
                <a16:creationId xmlns:a16="http://schemas.microsoft.com/office/drawing/2014/main" id="{872AA970-382E-4C64-8822-F86BEC039C28}"/>
              </a:ext>
            </a:extLst>
          </p:cNvPr>
          <p:cNvSpPr>
            <a:spLocks noGrp="1"/>
          </p:cNvSpPr>
          <p:nvPr>
            <p:ph type="subTitle" idx="15"/>
          </p:nvPr>
        </p:nvSpPr>
        <p:spPr>
          <a:xfrm>
            <a:off x="3820996" y="3619850"/>
            <a:ext cx="2305500" cy="484800"/>
          </a:xfrm>
          <a:prstGeom prst="rect">
            <a:avLst/>
          </a:prstGeom>
        </p:spPr>
        <p:txBody>
          <a:bodyPr spcFirstLastPara="1" wrap="square" lIns="91425" tIns="91425" rIns="91425" bIns="91425" anchor="b">
            <a:noAutofit/>
          </a:bodyPr>
          <a:lstStyle>
            <a:lvl1pPr>
              <a:spcBef>
                <a:spcPts val="0"/>
              </a:spcBef>
              <a:spcAft>
                <a:spcPts val="0"/>
              </a:spcAft>
              <a:buNone/>
              <a:defRPr sz="2400" b="1">
                <a:solidFill>
                  <a:schemeClr val="dk1"/>
                </a:solidFill>
                <a:latin typeface="Poppins"/>
                <a:ea typeface="Poppins"/>
                <a:cs typeface="Poppins"/>
              </a:defRPr>
            </a:lvl1pPr>
            <a:lvl2pPr>
              <a:lnSpc>
                <a:spcPct val="100000"/>
              </a:lnSpc>
              <a:spcBef>
                <a:spcPts val="0"/>
              </a:spcBef>
              <a:spcAft>
                <a:spcPts val="0"/>
              </a:spcAft>
              <a:buNone/>
              <a:defRPr sz="2400">
                <a:latin typeface="Bebas Neue"/>
                <a:ea typeface="Bebas Neue"/>
                <a:cs typeface="Bebas Neue"/>
              </a:defRPr>
            </a:lvl2pPr>
            <a:lvl3pPr>
              <a:lnSpc>
                <a:spcPct val="100000"/>
              </a:lnSpc>
              <a:spcBef>
                <a:spcPts val="0"/>
              </a:spcBef>
              <a:spcAft>
                <a:spcPts val="0"/>
              </a:spcAft>
              <a:buNone/>
              <a:defRPr sz="2400">
                <a:latin typeface="Bebas Neue"/>
                <a:ea typeface="Bebas Neue"/>
                <a:cs typeface="Bebas Neue"/>
              </a:defRPr>
            </a:lvl3pPr>
            <a:lvl4pPr>
              <a:lnSpc>
                <a:spcPct val="100000"/>
              </a:lnSpc>
              <a:spcBef>
                <a:spcPts val="0"/>
              </a:spcBef>
              <a:spcAft>
                <a:spcPts val="0"/>
              </a:spcAft>
              <a:buNone/>
              <a:defRPr sz="2400">
                <a:latin typeface="Bebas Neue"/>
                <a:ea typeface="Bebas Neue"/>
                <a:cs typeface="Bebas Neue"/>
              </a:defRPr>
            </a:lvl4pPr>
            <a:lvl5pPr>
              <a:lnSpc>
                <a:spcPct val="100000"/>
              </a:lnSpc>
              <a:spcBef>
                <a:spcPts val="0"/>
              </a:spcBef>
              <a:spcAft>
                <a:spcPts val="0"/>
              </a:spcAft>
              <a:buNone/>
              <a:defRPr sz="2400">
                <a:latin typeface="Bebas Neue"/>
                <a:ea typeface="Bebas Neue"/>
                <a:cs typeface="Bebas Neue"/>
              </a:defRPr>
            </a:lvl5pPr>
            <a:lvl6pPr>
              <a:lnSpc>
                <a:spcPct val="100000"/>
              </a:lnSpc>
              <a:spcBef>
                <a:spcPts val="0"/>
              </a:spcBef>
              <a:spcAft>
                <a:spcPts val="0"/>
              </a:spcAft>
              <a:buNone/>
              <a:defRPr sz="2400">
                <a:latin typeface="Bebas Neue"/>
                <a:ea typeface="Bebas Neue"/>
                <a:cs typeface="Bebas Neue"/>
              </a:defRPr>
            </a:lvl6pPr>
            <a:lvl7pPr>
              <a:lnSpc>
                <a:spcPct val="100000"/>
              </a:lnSpc>
              <a:spcBef>
                <a:spcPts val="0"/>
              </a:spcBef>
              <a:spcAft>
                <a:spcPts val="0"/>
              </a:spcAft>
              <a:buNone/>
              <a:defRPr sz="2400">
                <a:latin typeface="Bebas Neue"/>
                <a:ea typeface="Bebas Neue"/>
                <a:cs typeface="Bebas Neue"/>
              </a:defRPr>
            </a:lvl7pPr>
            <a:lvl8pPr>
              <a:lnSpc>
                <a:spcPct val="100000"/>
              </a:lnSpc>
              <a:spcBef>
                <a:spcPts val="0"/>
              </a:spcBef>
              <a:spcAft>
                <a:spcPts val="0"/>
              </a:spcAft>
              <a:buNone/>
              <a:defRPr sz="2400">
                <a:latin typeface="Bebas Neue"/>
                <a:ea typeface="Bebas Neue"/>
                <a:cs typeface="Bebas Neue"/>
              </a:defRPr>
            </a:lvl8pPr>
            <a:lvl9pPr>
              <a:lnSpc>
                <a:spcPct val="100000"/>
              </a:lnSpc>
              <a:spcBef>
                <a:spcPts val="0"/>
              </a:spcBef>
              <a:spcAft>
                <a:spcPts val="0"/>
              </a:spcAft>
              <a:buNone/>
              <a:defRPr sz="2400">
                <a:latin typeface="Bebas Neue"/>
                <a:ea typeface="Bebas Neue"/>
                <a:cs typeface="Bebas Neue"/>
              </a:defRPr>
            </a:lvl9pPr>
          </a:lstStyle>
          <a:p>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1">
  <p:cSld name="CUSTOM_11">
    <p:spTree>
      <p:nvGrpSpPr>
        <p:cNvPr id="1" name=""/>
        <p:cNvGrpSpPr/>
        <p:nvPr/>
      </p:nvGrpSpPr>
      <p:grpSpPr>
        <a:xfrm>
          <a:off x="0" y="0"/>
          <a:ext cx="0" cy="0"/>
          <a:chOff x="0" y="0"/>
          <a:chExt cx="0" cy="0"/>
        </a:xfrm>
      </p:grpSpPr>
      <p:sp>
        <p:nvSpPr>
          <p:cNvPr id="134" name="Google Shape;134;p16">
            <a:extLst>
              <a:ext uri="{FF2B5EF4-FFF2-40B4-BE49-F238E27FC236}">
                <a16:creationId xmlns:a16="http://schemas.microsoft.com/office/drawing/2014/main" id="{A1BD303F-99E1-4217-B8D4-A24BEBA58327}"/>
              </a:ext>
            </a:extLst>
          </p:cNvPr>
          <p:cNvSpPr>
            <a:spLocks noGrp="1"/>
          </p:cNvSpPr>
          <p:nvPr/>
        </p:nvSpPr>
        <p:spPr>
          <a:xfrm rot="5400000">
            <a:off x="2150850" y="-1761150"/>
            <a:ext cx="4842300" cy="8665800"/>
          </a:xfrm>
          <a:prstGeom prst="bracketPair">
            <a:avLst/>
          </a:prstGeom>
          <a:noFill/>
          <a:ln w="28575" cmpd="sng">
            <a:solidFill>
              <a:schemeClr val="accent4"/>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135" name="Google Shape;135;p16">
            <a:extLst>
              <a:ext uri="{FF2B5EF4-FFF2-40B4-BE49-F238E27FC236}">
                <a16:creationId xmlns:a16="http://schemas.microsoft.com/office/drawing/2014/main" id="{9B9B5F27-45A9-4F32-AEC4-EC5DE01CC0B6}"/>
              </a:ext>
            </a:extLst>
          </p:cNvPr>
          <p:cNvSpPr>
            <a:spLocks noGrp="1"/>
          </p:cNvSpPr>
          <p:nvPr/>
        </p:nvSpPr>
        <p:spPr>
          <a:xfrm rot="6171912">
            <a:off x="-1505705" y="2211863"/>
            <a:ext cx="2259353" cy="2189802"/>
          </a:xfrm>
          <a:custGeom>
            <a:avLst/>
            <a:gdLst/>
            <a:ahLst/>
            <a:cxnLst/>
            <a:rect l="l" t="t" r="r" b="b"/>
            <a:pathLst>
              <a:path w="34694" h="33626">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136" name="Google Shape;136;p16">
            <a:extLst>
              <a:ext uri="{FF2B5EF4-FFF2-40B4-BE49-F238E27FC236}">
                <a16:creationId xmlns:a16="http://schemas.microsoft.com/office/drawing/2014/main" id="{4EA1DA39-9EBA-4E09-BE2E-D8DBDD1D4A0C}"/>
              </a:ext>
            </a:extLst>
          </p:cNvPr>
          <p:cNvSpPr>
            <a:spLocks noGrp="1"/>
          </p:cNvSpPr>
          <p:nvPr/>
        </p:nvSpPr>
        <p:spPr>
          <a:xfrm rot="-714313">
            <a:off x="8428959" y="157401"/>
            <a:ext cx="2230273" cy="1980546"/>
          </a:xfrm>
          <a:custGeom>
            <a:avLst/>
            <a:gdLst/>
            <a:ahLst/>
            <a:cxnLst/>
            <a:rect l="l" t="t" r="r" b="b"/>
            <a:pathLst>
              <a:path w="34750" h="30859">
                <a:moveTo>
                  <a:pt x="19927" y="1"/>
                </a:moveTo>
                <a:cubicBezTo>
                  <a:pt x="17317" y="1"/>
                  <a:pt x="14720" y="895"/>
                  <a:pt x="13116" y="2899"/>
                </a:cubicBezTo>
                <a:cubicBezTo>
                  <a:pt x="11970" y="4342"/>
                  <a:pt x="11440" y="6203"/>
                  <a:pt x="10492" y="7795"/>
                </a:cubicBezTo>
                <a:cubicBezTo>
                  <a:pt x="9346" y="9768"/>
                  <a:pt x="7606" y="11332"/>
                  <a:pt x="5837" y="12832"/>
                </a:cubicBezTo>
                <a:cubicBezTo>
                  <a:pt x="4542" y="13949"/>
                  <a:pt x="3184" y="15074"/>
                  <a:pt x="2208" y="16517"/>
                </a:cubicBezTo>
                <a:cubicBezTo>
                  <a:pt x="262" y="19290"/>
                  <a:pt x="1" y="23118"/>
                  <a:pt x="1472" y="26153"/>
                </a:cubicBezTo>
                <a:cubicBezTo>
                  <a:pt x="2859" y="28926"/>
                  <a:pt x="5250" y="30135"/>
                  <a:pt x="8221" y="30312"/>
                </a:cubicBezTo>
                <a:cubicBezTo>
                  <a:pt x="12027" y="30574"/>
                  <a:pt x="15826" y="30786"/>
                  <a:pt x="19632" y="30843"/>
                </a:cubicBezTo>
                <a:cubicBezTo>
                  <a:pt x="20489" y="30852"/>
                  <a:pt x="21343" y="30858"/>
                  <a:pt x="22195" y="30858"/>
                </a:cubicBezTo>
                <a:cubicBezTo>
                  <a:pt x="23952" y="30858"/>
                  <a:pt x="25703" y="30832"/>
                  <a:pt x="27470" y="30751"/>
                </a:cubicBezTo>
                <a:cubicBezTo>
                  <a:pt x="29126" y="30666"/>
                  <a:pt x="30894" y="30517"/>
                  <a:pt x="32246" y="29577"/>
                </a:cubicBezTo>
                <a:cubicBezTo>
                  <a:pt x="34042" y="28339"/>
                  <a:pt x="34750" y="25976"/>
                  <a:pt x="34488" y="23825"/>
                </a:cubicBezTo>
                <a:cubicBezTo>
                  <a:pt x="34219" y="21703"/>
                  <a:pt x="33102" y="19757"/>
                  <a:pt x="31863" y="17989"/>
                </a:cubicBezTo>
                <a:cubicBezTo>
                  <a:pt x="31099" y="16899"/>
                  <a:pt x="30243" y="15866"/>
                  <a:pt x="29656" y="14657"/>
                </a:cubicBezTo>
                <a:cubicBezTo>
                  <a:pt x="28680" y="12683"/>
                  <a:pt x="28447" y="10476"/>
                  <a:pt x="28029" y="8325"/>
                </a:cubicBezTo>
                <a:cubicBezTo>
                  <a:pt x="27591" y="6111"/>
                  <a:pt x="27675" y="3727"/>
                  <a:pt x="25971" y="1986"/>
                </a:cubicBezTo>
                <a:cubicBezTo>
                  <a:pt x="25058" y="1039"/>
                  <a:pt x="23728" y="543"/>
                  <a:pt x="22433" y="274"/>
                </a:cubicBezTo>
                <a:cubicBezTo>
                  <a:pt x="21619" y="95"/>
                  <a:pt x="20772" y="1"/>
                  <a:pt x="19927" y="1"/>
                </a:cubicBezTo>
                <a:close/>
              </a:path>
            </a:pathLst>
          </a:custGeom>
          <a:solidFill>
            <a:schemeClr val="dk2"/>
          </a:solidFill>
          <a:ln>
            <a:noFill/>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140" name="Google Shape;140;p16">
            <a:extLst>
              <a:ext uri="{FF2B5EF4-FFF2-40B4-BE49-F238E27FC236}">
                <a16:creationId xmlns:a16="http://schemas.microsoft.com/office/drawing/2014/main" id="{B13839FA-886D-4542-A8DA-FD454758AEF4}"/>
              </a:ext>
            </a:extLst>
          </p:cNvPr>
          <p:cNvSpPr>
            <a:spLocks noGrp="1"/>
          </p:cNvSpPr>
          <p:nvPr/>
        </p:nvSpPr>
        <p:spPr>
          <a:xfrm>
            <a:off x="203650" y="1422850"/>
            <a:ext cx="215100" cy="258300"/>
          </a:xfrm>
          <a:prstGeom prst="bracketPair">
            <a:avLst/>
          </a:prstGeom>
          <a:noFill/>
          <a:ln w="9525" cmpd="sng">
            <a:solidFill>
              <a:schemeClr val="accent5"/>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144" name="Google Shape;144;p16">
            <a:extLst>
              <a:ext uri="{FF2B5EF4-FFF2-40B4-BE49-F238E27FC236}">
                <a16:creationId xmlns:a16="http://schemas.microsoft.com/office/drawing/2014/main" id="{01725B23-5E6C-40D6-BD36-C5DB9E5BE17B}"/>
              </a:ext>
            </a:extLst>
          </p:cNvPr>
          <p:cNvSpPr>
            <a:spLocks noGrp="1"/>
          </p:cNvSpPr>
          <p:nvPr/>
        </p:nvSpPr>
        <p:spPr>
          <a:xfrm>
            <a:off x="166600" y="3930325"/>
            <a:ext cx="289200" cy="258300"/>
          </a:xfrm>
          <a:prstGeom prst="bracePair">
            <a:avLst/>
          </a:prstGeom>
          <a:noFill/>
          <a:ln w="9525" cmpd="sng">
            <a:solidFill>
              <a:schemeClr val="accent1"/>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145" name="Google Shape;145;p16">
            <a:extLst>
              <a:ext uri="{FF2B5EF4-FFF2-40B4-BE49-F238E27FC236}">
                <a16:creationId xmlns:a16="http://schemas.microsoft.com/office/drawing/2014/main" id="{DF2C8591-389D-4E74-B2B1-C4E9DE58F84C}"/>
              </a:ext>
            </a:extLst>
          </p:cNvPr>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2">
  <p:cSld name="CUSTOM_11_1">
    <p:spTree>
      <p:nvGrpSpPr>
        <p:cNvPr id="1" name=""/>
        <p:cNvGrpSpPr/>
        <p:nvPr/>
      </p:nvGrpSpPr>
      <p:grpSpPr>
        <a:xfrm>
          <a:off x="0" y="0"/>
          <a:ext cx="0" cy="0"/>
          <a:chOff x="0" y="0"/>
          <a:chExt cx="0" cy="0"/>
        </a:xfrm>
      </p:grpSpPr>
      <p:sp>
        <p:nvSpPr>
          <p:cNvPr id="147" name="Google Shape;147;p17">
            <a:extLst>
              <a:ext uri="{FF2B5EF4-FFF2-40B4-BE49-F238E27FC236}">
                <a16:creationId xmlns:a16="http://schemas.microsoft.com/office/drawing/2014/main" id="{61215AA0-1B21-411C-BCD7-520A5CA901D9}"/>
              </a:ext>
            </a:extLst>
          </p:cNvPr>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148" name="Google Shape;148;p17">
            <a:extLst>
              <a:ext uri="{FF2B5EF4-FFF2-40B4-BE49-F238E27FC236}">
                <a16:creationId xmlns:a16="http://schemas.microsoft.com/office/drawing/2014/main" id="{1208AF87-5B90-46B0-BAEB-337BCF3A0A3C}"/>
              </a:ext>
            </a:extLst>
          </p:cNvPr>
          <p:cNvSpPr>
            <a:spLocks noGrp="1"/>
          </p:cNvSpPr>
          <p:nvPr/>
        </p:nvSpPr>
        <p:spPr>
          <a:xfrm rot="5400000">
            <a:off x="2150850" y="-1761150"/>
            <a:ext cx="4842300" cy="8665800"/>
          </a:xfrm>
          <a:prstGeom prst="bracketPair">
            <a:avLst/>
          </a:prstGeom>
          <a:noFill/>
          <a:ln w="28575" cmpd="sng">
            <a:solidFill>
              <a:schemeClr val="accent4"/>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149" name="Google Shape;149;p17">
            <a:extLst>
              <a:ext uri="{FF2B5EF4-FFF2-40B4-BE49-F238E27FC236}">
                <a16:creationId xmlns:a16="http://schemas.microsoft.com/office/drawing/2014/main" id="{94F0C964-0E78-416A-9D89-55DB7A50BCA3}"/>
              </a:ext>
            </a:extLst>
          </p:cNvPr>
          <p:cNvSpPr>
            <a:spLocks noGrp="1"/>
          </p:cNvSpPr>
          <p:nvPr/>
        </p:nvSpPr>
        <p:spPr>
          <a:xfrm rot="-1442292" flipH="1">
            <a:off x="-1773956" y="1176021"/>
            <a:ext cx="2259372" cy="2189821"/>
          </a:xfrm>
          <a:custGeom>
            <a:avLst/>
            <a:gdLst/>
            <a:ahLst/>
            <a:cxnLst/>
            <a:rect l="l" t="t" r="r" b="b"/>
            <a:pathLst>
              <a:path w="34694" h="33626">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150" name="Google Shape;150;p17">
            <a:extLst>
              <a:ext uri="{FF2B5EF4-FFF2-40B4-BE49-F238E27FC236}">
                <a16:creationId xmlns:a16="http://schemas.microsoft.com/office/drawing/2014/main" id="{60E5FE87-780D-4F3F-AED4-F4436CB48604}"/>
              </a:ext>
            </a:extLst>
          </p:cNvPr>
          <p:cNvSpPr>
            <a:spLocks noGrp="1"/>
          </p:cNvSpPr>
          <p:nvPr/>
        </p:nvSpPr>
        <p:spPr>
          <a:xfrm rot="-360521">
            <a:off x="8538329" y="2293726"/>
            <a:ext cx="1649783" cy="2063573"/>
          </a:xfrm>
          <a:custGeom>
            <a:avLst/>
            <a:gdLst/>
            <a:ahLst/>
            <a:cxnLst/>
            <a:rect l="l" t="t" r="r" b="b"/>
            <a:pathLst>
              <a:path w="7690" h="9619">
                <a:moveTo>
                  <a:pt x="1814" y="0"/>
                </a:moveTo>
                <a:cubicBezTo>
                  <a:pt x="1314" y="0"/>
                  <a:pt x="835" y="161"/>
                  <a:pt x="503" y="527"/>
                </a:cubicBezTo>
                <a:cubicBezTo>
                  <a:pt x="114" y="938"/>
                  <a:pt x="1" y="1532"/>
                  <a:pt x="29" y="2063"/>
                </a:cubicBezTo>
                <a:cubicBezTo>
                  <a:pt x="57" y="2621"/>
                  <a:pt x="234" y="3152"/>
                  <a:pt x="383" y="3683"/>
                </a:cubicBezTo>
                <a:cubicBezTo>
                  <a:pt x="913" y="5777"/>
                  <a:pt x="149" y="9017"/>
                  <a:pt x="3064" y="9547"/>
                </a:cubicBezTo>
                <a:cubicBezTo>
                  <a:pt x="3307" y="9596"/>
                  <a:pt x="3542" y="9619"/>
                  <a:pt x="3768" y="9619"/>
                </a:cubicBezTo>
                <a:cubicBezTo>
                  <a:pt x="6281" y="9619"/>
                  <a:pt x="7690" y="6774"/>
                  <a:pt x="7365" y="4418"/>
                </a:cubicBezTo>
                <a:cubicBezTo>
                  <a:pt x="7252" y="3739"/>
                  <a:pt x="6983" y="3060"/>
                  <a:pt x="6573" y="2501"/>
                </a:cubicBezTo>
                <a:cubicBezTo>
                  <a:pt x="6276" y="2119"/>
                  <a:pt x="5922" y="1822"/>
                  <a:pt x="5512" y="1589"/>
                </a:cubicBezTo>
                <a:cubicBezTo>
                  <a:pt x="5129" y="1383"/>
                  <a:pt x="4684" y="1263"/>
                  <a:pt x="4274" y="1058"/>
                </a:cubicBezTo>
                <a:cubicBezTo>
                  <a:pt x="3863" y="825"/>
                  <a:pt x="3474" y="527"/>
                  <a:pt x="3064" y="322"/>
                </a:cubicBezTo>
                <a:cubicBezTo>
                  <a:pt x="2683" y="117"/>
                  <a:pt x="2240" y="0"/>
                  <a:pt x="1814" y="0"/>
                </a:cubicBezTo>
                <a:close/>
              </a:path>
            </a:pathLst>
          </a:custGeom>
          <a:solidFill>
            <a:schemeClr val="dk2"/>
          </a:solidFill>
          <a:ln>
            <a:noFill/>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154" name="Google Shape;154;p17">
            <a:extLst>
              <a:ext uri="{FF2B5EF4-FFF2-40B4-BE49-F238E27FC236}">
                <a16:creationId xmlns:a16="http://schemas.microsoft.com/office/drawing/2014/main" id="{5A75EE41-5E95-429C-A9D8-A921B61A7C7E}"/>
              </a:ext>
            </a:extLst>
          </p:cNvPr>
          <p:cNvSpPr>
            <a:spLocks noGrp="1"/>
          </p:cNvSpPr>
          <p:nvPr/>
        </p:nvSpPr>
        <p:spPr>
          <a:xfrm>
            <a:off x="185425" y="2320325"/>
            <a:ext cx="215100" cy="258300"/>
          </a:xfrm>
          <a:prstGeom prst="bracketPair">
            <a:avLst/>
          </a:prstGeom>
          <a:noFill/>
          <a:ln w="9525" cmpd="sng">
            <a:solidFill>
              <a:schemeClr val="accent5"/>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161" name="Google Shape;161;p17">
            <a:extLst>
              <a:ext uri="{FF2B5EF4-FFF2-40B4-BE49-F238E27FC236}">
                <a16:creationId xmlns:a16="http://schemas.microsoft.com/office/drawing/2014/main" id="{F693CBD0-9833-4A36-B7F2-0FFB719F1A9C}"/>
              </a:ext>
            </a:extLst>
          </p:cNvPr>
          <p:cNvSpPr>
            <a:spLocks noGrp="1"/>
          </p:cNvSpPr>
          <p:nvPr/>
        </p:nvSpPr>
        <p:spPr>
          <a:xfrm>
            <a:off x="8763375" y="2742525"/>
            <a:ext cx="289200" cy="258300"/>
          </a:xfrm>
          <a:prstGeom prst="bracePair">
            <a:avLst/>
          </a:prstGeom>
          <a:noFill/>
          <a:ln w="9525" cmpd="sng">
            <a:solidFill>
              <a:schemeClr val="accent1"/>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wo columns 1">
  <p:cSld name="TITLE_AND_BODY_1">
    <p:spTree>
      <p:nvGrpSpPr>
        <p:cNvPr id="1" name=""/>
        <p:cNvGrpSpPr/>
        <p:nvPr/>
      </p:nvGrpSpPr>
      <p:grpSpPr>
        <a:xfrm>
          <a:off x="0" y="0"/>
          <a:ext cx="0" cy="0"/>
          <a:chOff x="0" y="0"/>
          <a:chExt cx="0" cy="0"/>
        </a:xfrm>
      </p:grpSpPr>
      <p:sp>
        <p:nvSpPr>
          <p:cNvPr id="214" name="Google Shape;214;p22">
            <a:extLst>
              <a:ext uri="{FF2B5EF4-FFF2-40B4-BE49-F238E27FC236}">
                <a16:creationId xmlns:a16="http://schemas.microsoft.com/office/drawing/2014/main" id="{731F25CB-2AA2-4A9B-8D03-7FA5052B8B43}"/>
              </a:ext>
            </a:extLst>
          </p:cNvPr>
          <p:cNvSpPr>
            <a:spLocks noGrp="1"/>
          </p:cNvSpPr>
          <p:nvPr/>
        </p:nvSpPr>
        <p:spPr>
          <a:xfrm rot="5400000">
            <a:off x="2150850" y="-1761150"/>
            <a:ext cx="4842300" cy="8665800"/>
          </a:xfrm>
          <a:prstGeom prst="bracketPair">
            <a:avLst/>
          </a:prstGeom>
          <a:noFill/>
          <a:ln w="28575" cmpd="sng">
            <a:solidFill>
              <a:schemeClr val="accent4"/>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215" name="Google Shape;215;p22">
            <a:extLst>
              <a:ext uri="{FF2B5EF4-FFF2-40B4-BE49-F238E27FC236}">
                <a16:creationId xmlns:a16="http://schemas.microsoft.com/office/drawing/2014/main" id="{C423EB05-7171-4C95-B302-5EEE59E3199C}"/>
              </a:ext>
            </a:extLst>
          </p:cNvPr>
          <p:cNvSpPr>
            <a:spLocks noGrp="1"/>
          </p:cNvSpPr>
          <p:nvPr/>
        </p:nvSpPr>
        <p:spPr>
          <a:xfrm rot="-8783500">
            <a:off x="-1711200" y="2823504"/>
            <a:ext cx="2192222" cy="2124738"/>
          </a:xfrm>
          <a:custGeom>
            <a:avLst/>
            <a:gdLst/>
            <a:ahLst/>
            <a:cxnLst/>
            <a:rect l="l" t="t" r="r" b="b"/>
            <a:pathLst>
              <a:path w="34694" h="33626">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216" name="Google Shape;216;p22">
            <a:extLst>
              <a:ext uri="{FF2B5EF4-FFF2-40B4-BE49-F238E27FC236}">
                <a16:creationId xmlns:a16="http://schemas.microsoft.com/office/drawing/2014/main" id="{5A8F0BD1-B6FD-4B5C-9A4F-1F399ECF16DA}"/>
              </a:ext>
            </a:extLst>
          </p:cNvPr>
          <p:cNvSpPr>
            <a:spLocks noGrp="1"/>
          </p:cNvSpPr>
          <p:nvPr/>
        </p:nvSpPr>
        <p:spPr>
          <a:xfrm rot="-269544">
            <a:off x="8547278" y="608197"/>
            <a:ext cx="1490595" cy="1864480"/>
          </a:xfrm>
          <a:custGeom>
            <a:avLst/>
            <a:gdLst/>
            <a:ahLst/>
            <a:cxnLst/>
            <a:rect l="l" t="t" r="r" b="b"/>
            <a:pathLst>
              <a:path w="7690" h="9619">
                <a:moveTo>
                  <a:pt x="1814" y="0"/>
                </a:moveTo>
                <a:cubicBezTo>
                  <a:pt x="1314" y="0"/>
                  <a:pt x="835" y="161"/>
                  <a:pt x="503" y="527"/>
                </a:cubicBezTo>
                <a:cubicBezTo>
                  <a:pt x="114" y="938"/>
                  <a:pt x="1" y="1532"/>
                  <a:pt x="29" y="2063"/>
                </a:cubicBezTo>
                <a:cubicBezTo>
                  <a:pt x="57" y="2621"/>
                  <a:pt x="234" y="3152"/>
                  <a:pt x="383" y="3683"/>
                </a:cubicBezTo>
                <a:cubicBezTo>
                  <a:pt x="913" y="5777"/>
                  <a:pt x="149" y="9017"/>
                  <a:pt x="3064" y="9547"/>
                </a:cubicBezTo>
                <a:cubicBezTo>
                  <a:pt x="3307" y="9596"/>
                  <a:pt x="3542" y="9619"/>
                  <a:pt x="3768" y="9619"/>
                </a:cubicBezTo>
                <a:cubicBezTo>
                  <a:pt x="6281" y="9619"/>
                  <a:pt x="7690" y="6774"/>
                  <a:pt x="7365" y="4418"/>
                </a:cubicBezTo>
                <a:cubicBezTo>
                  <a:pt x="7252" y="3739"/>
                  <a:pt x="6983" y="3060"/>
                  <a:pt x="6573" y="2501"/>
                </a:cubicBezTo>
                <a:cubicBezTo>
                  <a:pt x="6276" y="2119"/>
                  <a:pt x="5922" y="1822"/>
                  <a:pt x="5512" y="1589"/>
                </a:cubicBezTo>
                <a:cubicBezTo>
                  <a:pt x="5129" y="1383"/>
                  <a:pt x="4684" y="1263"/>
                  <a:pt x="4274" y="1058"/>
                </a:cubicBezTo>
                <a:cubicBezTo>
                  <a:pt x="3863" y="825"/>
                  <a:pt x="3474" y="527"/>
                  <a:pt x="3064" y="322"/>
                </a:cubicBezTo>
                <a:cubicBezTo>
                  <a:pt x="2683" y="117"/>
                  <a:pt x="2240" y="0"/>
                  <a:pt x="1814" y="0"/>
                </a:cubicBezTo>
                <a:close/>
              </a:path>
            </a:pathLst>
          </a:custGeom>
          <a:solidFill>
            <a:schemeClr val="dk2"/>
          </a:solidFill>
          <a:ln>
            <a:noFill/>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220" name="Google Shape;220;p22">
            <a:extLst>
              <a:ext uri="{FF2B5EF4-FFF2-40B4-BE49-F238E27FC236}">
                <a16:creationId xmlns:a16="http://schemas.microsoft.com/office/drawing/2014/main" id="{3D5A0718-7DF7-4B3A-9D94-31EA70D9700F}"/>
              </a:ext>
            </a:extLst>
          </p:cNvPr>
          <p:cNvSpPr>
            <a:spLocks noGrp="1"/>
          </p:cNvSpPr>
          <p:nvPr/>
        </p:nvSpPr>
        <p:spPr>
          <a:xfrm>
            <a:off x="8782200" y="1017725"/>
            <a:ext cx="215100" cy="258300"/>
          </a:xfrm>
          <a:prstGeom prst="bracketPair">
            <a:avLst/>
          </a:prstGeom>
          <a:noFill/>
          <a:ln w="9525" cmpd="sng">
            <a:solidFill>
              <a:schemeClr val="accent5"/>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227" name="Google Shape;227;p22">
            <a:extLst>
              <a:ext uri="{FF2B5EF4-FFF2-40B4-BE49-F238E27FC236}">
                <a16:creationId xmlns:a16="http://schemas.microsoft.com/office/drawing/2014/main" id="{826713EB-A1E5-41F5-9294-4B1F581F143D}"/>
              </a:ext>
            </a:extLst>
          </p:cNvPr>
          <p:cNvSpPr>
            <a:spLocks noGrp="1"/>
          </p:cNvSpPr>
          <p:nvPr/>
        </p:nvSpPr>
        <p:spPr>
          <a:xfrm>
            <a:off x="8187350" y="294375"/>
            <a:ext cx="289200" cy="258300"/>
          </a:xfrm>
          <a:prstGeom prst="bracePair">
            <a:avLst/>
          </a:prstGeom>
          <a:noFill/>
          <a:ln w="9525" cmpd="sng">
            <a:solidFill>
              <a:schemeClr val="accent1"/>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228" name="Google Shape;228;p22">
            <a:extLst>
              <a:ext uri="{FF2B5EF4-FFF2-40B4-BE49-F238E27FC236}">
                <a16:creationId xmlns:a16="http://schemas.microsoft.com/office/drawing/2014/main" id="{B37D2E61-8ACC-4A84-B0FE-AC4D4D4AE620}"/>
              </a:ext>
            </a:extLst>
          </p:cNvPr>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229" name="Google Shape;229;p22">
            <a:extLst>
              <a:ext uri="{FF2B5EF4-FFF2-40B4-BE49-F238E27FC236}">
                <a16:creationId xmlns:a16="http://schemas.microsoft.com/office/drawing/2014/main" id="{9652C035-7328-423A-B765-80D3D2D3B9A9}"/>
              </a:ext>
            </a:extLst>
          </p:cNvPr>
          <p:cNvSpPr>
            <a:spLocks noGrp="1"/>
          </p:cNvSpPr>
          <p:nvPr>
            <p:ph type="body" idx="1"/>
          </p:nvPr>
        </p:nvSpPr>
        <p:spPr>
          <a:xfrm>
            <a:off x="720000" y="1215750"/>
            <a:ext cx="3852000" cy="3388200"/>
          </a:xfrm>
          <a:prstGeom prst="rect">
            <a:avLst/>
          </a:prstGeom>
        </p:spPr>
        <p:txBody>
          <a:bodyPr spcFirstLastPara="1" wrap="square" lIns="91425" tIns="91425" rIns="91425" bIns="91425" anchor="t">
            <a:noAutofit/>
          </a:bodyPr>
          <a:lstStyle>
            <a:lvl1pPr marL="457200" indent="-317500">
              <a:spcBef>
                <a:spcPts val="0"/>
              </a:spcBef>
              <a:spcAft>
                <a:spcPts val="0"/>
              </a:spcAft>
              <a:buChar char="●"/>
              <a:defRPr sz="1200"/>
            </a:lvl1pPr>
            <a:lvl2pPr marL="914400" indent="-317500">
              <a:lnSpc>
                <a:spcPct val="100000"/>
              </a:lnSpc>
              <a:spcBef>
                <a:spcPts val="0"/>
              </a:spcBef>
              <a:spcAft>
                <a:spcPts val="0"/>
              </a:spcAft>
              <a:buChar char="○"/>
              <a:defRPr/>
            </a:lvl2pPr>
            <a:lvl3pPr marL="1371600" indent="-317500">
              <a:lnSpc>
                <a:spcPct val="100000"/>
              </a:lnSpc>
              <a:spcBef>
                <a:spcPts val="0"/>
              </a:spcBef>
              <a:spcAft>
                <a:spcPts val="0"/>
              </a:spcAft>
              <a:buChar char="■"/>
              <a:defRPr/>
            </a:lvl3pPr>
            <a:lvl4pPr marL="1828800" indent="-317500">
              <a:lnSpc>
                <a:spcPct val="100000"/>
              </a:lnSpc>
              <a:spcBef>
                <a:spcPts val="0"/>
              </a:spcBef>
              <a:spcAft>
                <a:spcPts val="0"/>
              </a:spcAft>
              <a:buChar char="●"/>
              <a:defRPr/>
            </a:lvl4pPr>
            <a:lvl5pPr marL="2286000" indent="-317500">
              <a:lnSpc>
                <a:spcPct val="100000"/>
              </a:lnSpc>
              <a:spcBef>
                <a:spcPts val="0"/>
              </a:spcBef>
              <a:spcAft>
                <a:spcPts val="0"/>
              </a:spcAft>
              <a:buChar char="○"/>
              <a:defRPr/>
            </a:lvl5pPr>
            <a:lvl6pPr marL="2743200" indent="-317500">
              <a:lnSpc>
                <a:spcPct val="100000"/>
              </a:lnSpc>
              <a:spcBef>
                <a:spcPts val="0"/>
              </a:spcBef>
              <a:spcAft>
                <a:spcPts val="0"/>
              </a:spcAft>
              <a:buChar char="■"/>
              <a:defRPr/>
            </a:lvl6pPr>
            <a:lvl7pPr marL="3200400" indent="-317500">
              <a:lnSpc>
                <a:spcPct val="100000"/>
              </a:lnSpc>
              <a:spcBef>
                <a:spcPts val="0"/>
              </a:spcBef>
              <a:spcAft>
                <a:spcPts val="0"/>
              </a:spcAft>
              <a:buChar char="●"/>
              <a:defRPr/>
            </a:lvl7pPr>
            <a:lvl8pPr marL="3657600" indent="-317500">
              <a:lnSpc>
                <a:spcPct val="100000"/>
              </a:lnSpc>
              <a:spcBef>
                <a:spcPts val="0"/>
              </a:spcBef>
              <a:spcAft>
                <a:spcPts val="0"/>
              </a:spcAft>
              <a:buChar char="○"/>
              <a:defRPr/>
            </a:lvl8pPr>
            <a:lvl9pPr marL="4114800" indent="-317500">
              <a:lnSpc>
                <a:spcPct val="100000"/>
              </a:lnSpc>
              <a:spcBef>
                <a:spcPts val="0"/>
              </a:spcBef>
              <a:spcAft>
                <a:spcPts val="0"/>
              </a:spcAft>
              <a:buChar char="■"/>
              <a:defRPr/>
            </a:lvl9pPr>
          </a:lstStyle>
          <a:p>
            <a:endParaRPr/>
          </a:p>
        </p:txBody>
      </p:sp>
      <p:sp>
        <p:nvSpPr>
          <p:cNvPr id="230" name="Google Shape;230;p22">
            <a:extLst>
              <a:ext uri="{FF2B5EF4-FFF2-40B4-BE49-F238E27FC236}">
                <a16:creationId xmlns:a16="http://schemas.microsoft.com/office/drawing/2014/main" id="{65501E84-7AC3-49E7-8EB6-A212E54381E7}"/>
              </a:ext>
            </a:extLst>
          </p:cNvPr>
          <p:cNvSpPr>
            <a:spLocks noGrp="1"/>
          </p:cNvSpPr>
          <p:nvPr>
            <p:ph type="body" idx="2"/>
          </p:nvPr>
        </p:nvSpPr>
        <p:spPr>
          <a:xfrm>
            <a:off x="4572000" y="1215750"/>
            <a:ext cx="3852000" cy="3388200"/>
          </a:xfrm>
          <a:prstGeom prst="rect">
            <a:avLst/>
          </a:prstGeom>
        </p:spPr>
        <p:txBody>
          <a:bodyPr spcFirstLastPara="1" wrap="square" lIns="91425" tIns="91425" rIns="91425" bIns="91425" anchor="t">
            <a:noAutofit/>
          </a:bodyPr>
          <a:lstStyle>
            <a:lvl1pPr marL="457200" indent="-317500">
              <a:spcBef>
                <a:spcPts val="0"/>
              </a:spcBef>
              <a:spcAft>
                <a:spcPts val="0"/>
              </a:spcAft>
              <a:buChar char="●"/>
              <a:defRPr sz="1200"/>
            </a:lvl1pPr>
            <a:lvl2pPr marL="914400" indent="-317500">
              <a:lnSpc>
                <a:spcPct val="100000"/>
              </a:lnSpc>
              <a:spcBef>
                <a:spcPts val="0"/>
              </a:spcBef>
              <a:spcAft>
                <a:spcPts val="0"/>
              </a:spcAft>
              <a:buChar char="○"/>
              <a:defRPr/>
            </a:lvl2pPr>
            <a:lvl3pPr marL="1371600" indent="-317500">
              <a:lnSpc>
                <a:spcPct val="100000"/>
              </a:lnSpc>
              <a:spcBef>
                <a:spcPts val="0"/>
              </a:spcBef>
              <a:spcAft>
                <a:spcPts val="0"/>
              </a:spcAft>
              <a:buChar char="■"/>
              <a:defRPr/>
            </a:lvl3pPr>
            <a:lvl4pPr marL="1828800" indent="-317500">
              <a:lnSpc>
                <a:spcPct val="100000"/>
              </a:lnSpc>
              <a:spcBef>
                <a:spcPts val="0"/>
              </a:spcBef>
              <a:spcAft>
                <a:spcPts val="0"/>
              </a:spcAft>
              <a:buChar char="●"/>
              <a:defRPr/>
            </a:lvl4pPr>
            <a:lvl5pPr marL="2286000" indent="-317500">
              <a:lnSpc>
                <a:spcPct val="100000"/>
              </a:lnSpc>
              <a:spcBef>
                <a:spcPts val="0"/>
              </a:spcBef>
              <a:spcAft>
                <a:spcPts val="0"/>
              </a:spcAft>
              <a:buChar char="○"/>
              <a:defRPr/>
            </a:lvl5pPr>
            <a:lvl6pPr marL="2743200" indent="-317500">
              <a:lnSpc>
                <a:spcPct val="100000"/>
              </a:lnSpc>
              <a:spcBef>
                <a:spcPts val="0"/>
              </a:spcBef>
              <a:spcAft>
                <a:spcPts val="0"/>
              </a:spcAft>
              <a:buChar char="■"/>
              <a:defRPr/>
            </a:lvl6pPr>
            <a:lvl7pPr marL="3200400" indent="-317500">
              <a:lnSpc>
                <a:spcPct val="100000"/>
              </a:lnSpc>
              <a:spcBef>
                <a:spcPts val="0"/>
              </a:spcBef>
              <a:spcAft>
                <a:spcPts val="0"/>
              </a:spcAft>
              <a:buChar char="●"/>
              <a:defRPr/>
            </a:lvl7pPr>
            <a:lvl8pPr marL="3657600" indent="-317500">
              <a:lnSpc>
                <a:spcPct val="100000"/>
              </a:lnSpc>
              <a:spcBef>
                <a:spcPts val="0"/>
              </a:spcBef>
              <a:spcAft>
                <a:spcPts val="0"/>
              </a:spcAft>
              <a:buChar char="○"/>
              <a:defRPr/>
            </a:lvl8pPr>
            <a:lvl9pPr marL="4114800" indent="-317500">
              <a:lnSpc>
                <a:spcPct val="100000"/>
              </a:lnSpc>
              <a:spcBef>
                <a:spcPts val="0"/>
              </a:spcBef>
              <a:spcAft>
                <a:spcPts val="0"/>
              </a:spcAft>
              <a:buChar char="■"/>
              <a:defRPr/>
            </a:lvl9pPr>
          </a:lstStyle>
          <a:p>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
    <p:spTree>
      <p:nvGrpSpPr>
        <p:cNvPr id="1" name=""/>
        <p:cNvGrpSpPr/>
        <p:nvPr/>
      </p:nvGrpSpPr>
      <p:grpSpPr>
        <a:xfrm>
          <a:off x="0" y="0"/>
          <a:ext cx="0" cy="0"/>
          <a:chOff x="0" y="0"/>
          <a:chExt cx="0" cy="0"/>
        </a:xfrm>
      </p:grpSpPr>
      <p:sp>
        <p:nvSpPr>
          <p:cNvPr id="232" name="Google Shape;232;p23">
            <a:extLst>
              <a:ext uri="{FF2B5EF4-FFF2-40B4-BE49-F238E27FC236}">
                <a16:creationId xmlns:a16="http://schemas.microsoft.com/office/drawing/2014/main" id="{47D2D535-6A89-48FC-844A-7D86A34B5BD1}"/>
              </a:ext>
            </a:extLst>
          </p:cNvPr>
          <p:cNvSpPr>
            <a:spLocks noGrp="1"/>
          </p:cNvSpPr>
          <p:nvPr/>
        </p:nvSpPr>
        <p:spPr>
          <a:xfrm>
            <a:off x="-1190814" y="-484857"/>
            <a:ext cx="1944724" cy="2432477"/>
          </a:xfrm>
          <a:custGeom>
            <a:avLst/>
            <a:gdLst/>
            <a:ahLst/>
            <a:cxnLst/>
            <a:rect l="l" t="t" r="r" b="b"/>
            <a:pathLst>
              <a:path w="7690" h="9619">
                <a:moveTo>
                  <a:pt x="1814" y="0"/>
                </a:moveTo>
                <a:cubicBezTo>
                  <a:pt x="1314" y="0"/>
                  <a:pt x="835" y="161"/>
                  <a:pt x="503" y="527"/>
                </a:cubicBezTo>
                <a:cubicBezTo>
                  <a:pt x="114" y="938"/>
                  <a:pt x="1" y="1532"/>
                  <a:pt x="29" y="2063"/>
                </a:cubicBezTo>
                <a:cubicBezTo>
                  <a:pt x="57" y="2621"/>
                  <a:pt x="234" y="3152"/>
                  <a:pt x="383" y="3683"/>
                </a:cubicBezTo>
                <a:cubicBezTo>
                  <a:pt x="913" y="5777"/>
                  <a:pt x="149" y="9017"/>
                  <a:pt x="3064" y="9547"/>
                </a:cubicBezTo>
                <a:cubicBezTo>
                  <a:pt x="3307" y="9596"/>
                  <a:pt x="3542" y="9619"/>
                  <a:pt x="3768" y="9619"/>
                </a:cubicBezTo>
                <a:cubicBezTo>
                  <a:pt x="6281" y="9619"/>
                  <a:pt x="7690" y="6774"/>
                  <a:pt x="7365" y="4418"/>
                </a:cubicBezTo>
                <a:cubicBezTo>
                  <a:pt x="7252" y="3739"/>
                  <a:pt x="6983" y="3060"/>
                  <a:pt x="6573" y="2501"/>
                </a:cubicBezTo>
                <a:cubicBezTo>
                  <a:pt x="6276" y="2119"/>
                  <a:pt x="5922" y="1822"/>
                  <a:pt x="5512" y="1589"/>
                </a:cubicBezTo>
                <a:cubicBezTo>
                  <a:pt x="5129" y="1383"/>
                  <a:pt x="4684" y="1263"/>
                  <a:pt x="4274" y="1058"/>
                </a:cubicBezTo>
                <a:cubicBezTo>
                  <a:pt x="3863" y="825"/>
                  <a:pt x="3474" y="527"/>
                  <a:pt x="3064" y="322"/>
                </a:cubicBezTo>
                <a:cubicBezTo>
                  <a:pt x="2683" y="117"/>
                  <a:pt x="2240" y="0"/>
                  <a:pt x="1814" y="0"/>
                </a:cubicBezTo>
                <a:close/>
              </a:path>
            </a:pathLst>
          </a:custGeom>
          <a:solidFill>
            <a:schemeClr val="dk2"/>
          </a:solidFill>
          <a:ln>
            <a:noFill/>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233" name="Google Shape;233;p23">
            <a:extLst>
              <a:ext uri="{FF2B5EF4-FFF2-40B4-BE49-F238E27FC236}">
                <a16:creationId xmlns:a16="http://schemas.microsoft.com/office/drawing/2014/main" id="{3558719F-02BA-4735-8C8E-CF433A6E687A}"/>
              </a:ext>
            </a:extLst>
          </p:cNvPr>
          <p:cNvSpPr>
            <a:spLocks noGrp="1"/>
          </p:cNvSpPr>
          <p:nvPr/>
        </p:nvSpPr>
        <p:spPr>
          <a:xfrm rot="-3555149">
            <a:off x="8293717" y="3656862"/>
            <a:ext cx="2410819" cy="2263625"/>
          </a:xfrm>
          <a:custGeom>
            <a:avLst/>
            <a:gdLst/>
            <a:ahLst/>
            <a:cxnLst/>
            <a:rect l="l" t="t" r="r" b="b"/>
            <a:pathLst>
              <a:path w="13414" h="12595">
                <a:moveTo>
                  <a:pt x="6393" y="1"/>
                </a:moveTo>
                <a:cubicBezTo>
                  <a:pt x="6010" y="1"/>
                  <a:pt x="5626" y="38"/>
                  <a:pt x="5242" y="124"/>
                </a:cubicBezTo>
                <a:cubicBezTo>
                  <a:pt x="2766" y="598"/>
                  <a:pt x="354" y="2515"/>
                  <a:pt x="177" y="5048"/>
                </a:cubicBezTo>
                <a:cubicBezTo>
                  <a:pt x="0" y="7821"/>
                  <a:pt x="3063" y="10064"/>
                  <a:pt x="5129" y="11330"/>
                </a:cubicBezTo>
                <a:cubicBezTo>
                  <a:pt x="6309" y="12076"/>
                  <a:pt x="7558" y="12595"/>
                  <a:pt x="8729" y="12595"/>
                </a:cubicBezTo>
                <a:cubicBezTo>
                  <a:pt x="9868" y="12595"/>
                  <a:pt x="10932" y="12105"/>
                  <a:pt x="11786" y="10856"/>
                </a:cubicBezTo>
                <a:cubicBezTo>
                  <a:pt x="13144" y="8854"/>
                  <a:pt x="13413" y="6137"/>
                  <a:pt x="12409" y="3959"/>
                </a:cubicBezTo>
                <a:cubicBezTo>
                  <a:pt x="11404" y="1751"/>
                  <a:pt x="9169" y="160"/>
                  <a:pt x="6749" y="11"/>
                </a:cubicBezTo>
                <a:cubicBezTo>
                  <a:pt x="6631" y="4"/>
                  <a:pt x="6512" y="1"/>
                  <a:pt x="6393" y="1"/>
                </a:cubicBezTo>
                <a:close/>
              </a:path>
            </a:pathLst>
          </a:custGeom>
          <a:solidFill>
            <a:schemeClr val="dk2"/>
          </a:solidFill>
          <a:ln>
            <a:noFill/>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237" name="Google Shape;237;p23">
            <a:extLst>
              <a:ext uri="{FF2B5EF4-FFF2-40B4-BE49-F238E27FC236}">
                <a16:creationId xmlns:a16="http://schemas.microsoft.com/office/drawing/2014/main" id="{FB4D3DDB-C065-4563-9906-8A4A5B7139F2}"/>
              </a:ext>
            </a:extLst>
          </p:cNvPr>
          <p:cNvSpPr>
            <a:spLocks noGrp="1"/>
          </p:cNvSpPr>
          <p:nvPr/>
        </p:nvSpPr>
        <p:spPr>
          <a:xfrm>
            <a:off x="8323225" y="349900"/>
            <a:ext cx="215100" cy="258300"/>
          </a:xfrm>
          <a:prstGeom prst="bracketPair">
            <a:avLst/>
          </a:prstGeom>
          <a:noFill/>
          <a:ln w="9525" cmpd="sng">
            <a:solidFill>
              <a:schemeClr val="accent5"/>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244" name="Google Shape;244;p23">
            <a:extLst>
              <a:ext uri="{FF2B5EF4-FFF2-40B4-BE49-F238E27FC236}">
                <a16:creationId xmlns:a16="http://schemas.microsoft.com/office/drawing/2014/main" id="{3F96F71A-B2E5-4AEC-9754-AE49F188AE3E}"/>
              </a:ext>
            </a:extLst>
          </p:cNvPr>
          <p:cNvSpPr>
            <a:spLocks noGrp="1"/>
          </p:cNvSpPr>
          <p:nvPr/>
        </p:nvSpPr>
        <p:spPr>
          <a:xfrm>
            <a:off x="223000" y="710175"/>
            <a:ext cx="289200" cy="258300"/>
          </a:xfrm>
          <a:prstGeom prst="bracePair">
            <a:avLst/>
          </a:prstGeom>
          <a:noFill/>
          <a:ln w="9525" cmpd="sng">
            <a:solidFill>
              <a:schemeClr val="accent1"/>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245" name="Google Shape;245;p23">
            <a:extLst>
              <a:ext uri="{FF2B5EF4-FFF2-40B4-BE49-F238E27FC236}">
                <a16:creationId xmlns:a16="http://schemas.microsoft.com/office/drawing/2014/main" id="{ACEB4F99-00F3-4446-9F37-2CA9D7570933}"/>
              </a:ext>
            </a:extLst>
          </p:cNvPr>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246" name="Google Shape;246;p23">
            <a:extLst>
              <a:ext uri="{FF2B5EF4-FFF2-40B4-BE49-F238E27FC236}">
                <a16:creationId xmlns:a16="http://schemas.microsoft.com/office/drawing/2014/main" id="{6107B09D-95AB-424F-A448-BC2308A474F1}"/>
              </a:ext>
            </a:extLst>
          </p:cNvPr>
          <p:cNvSpPr>
            <a:spLocks noGrp="1"/>
          </p:cNvSpPr>
          <p:nvPr>
            <p:ph type="subTitle" idx="1"/>
          </p:nvPr>
        </p:nvSpPr>
        <p:spPr>
          <a:xfrm>
            <a:off x="4691954" y="3284752"/>
            <a:ext cx="3612000" cy="861000"/>
          </a:xfrm>
          <a:prstGeom prst="rect">
            <a:avLst/>
          </a:prstGeom>
        </p:spPr>
        <p:txBody>
          <a:bodyPr spcFirstLastPara="1" wrap="square" lIns="91425" tIns="91425" rIns="91425" bIns="91425" anchor="t">
            <a:noAutofit/>
          </a:bodyPr>
          <a:lstStyle>
            <a:lvl1pPr algn="ctr">
              <a:spcBef>
                <a:spcPts val="0"/>
              </a:spcBef>
              <a:spcAft>
                <a:spcPts val="0"/>
              </a:spcAft>
              <a:buNone/>
              <a:defRPr b="0"/>
            </a:lvl1pPr>
            <a:lvl2pPr algn="ctr">
              <a:lnSpc>
                <a:spcPct val="100000"/>
              </a:lnSpc>
              <a:spcBef>
                <a:spcPts val="0"/>
              </a:spcBef>
              <a:spcAft>
                <a:spcPts val="0"/>
              </a:spcAft>
              <a:buNone/>
              <a:defRPr/>
            </a:lvl2pPr>
            <a:lvl3pPr algn="ctr">
              <a:lnSpc>
                <a:spcPct val="100000"/>
              </a:lnSpc>
              <a:spcBef>
                <a:spcPts val="0"/>
              </a:spcBef>
              <a:spcAft>
                <a:spcPts val="0"/>
              </a:spcAft>
              <a:buNone/>
              <a:defRPr/>
            </a:lvl3pPr>
            <a:lvl4pPr algn="ctr">
              <a:lnSpc>
                <a:spcPct val="100000"/>
              </a:lnSpc>
              <a:spcBef>
                <a:spcPts val="0"/>
              </a:spcBef>
              <a:spcAft>
                <a:spcPts val="0"/>
              </a:spcAft>
              <a:buNone/>
              <a:defRPr/>
            </a:lvl4pPr>
            <a:lvl5pPr algn="ctr">
              <a:lnSpc>
                <a:spcPct val="100000"/>
              </a:lnSpc>
              <a:spcBef>
                <a:spcPts val="0"/>
              </a:spcBef>
              <a:spcAft>
                <a:spcPts val="0"/>
              </a:spcAft>
              <a:buNone/>
              <a:defRPr/>
            </a:lvl5pPr>
            <a:lvl6pPr algn="ctr">
              <a:lnSpc>
                <a:spcPct val="100000"/>
              </a:lnSpc>
              <a:spcBef>
                <a:spcPts val="0"/>
              </a:spcBef>
              <a:spcAft>
                <a:spcPts val="0"/>
              </a:spcAft>
              <a:buNone/>
              <a:defRPr/>
            </a:lvl6pPr>
            <a:lvl7pPr algn="ctr">
              <a:lnSpc>
                <a:spcPct val="100000"/>
              </a:lnSpc>
              <a:spcBef>
                <a:spcPts val="0"/>
              </a:spcBef>
              <a:spcAft>
                <a:spcPts val="0"/>
              </a:spcAft>
              <a:buNone/>
              <a:defRPr/>
            </a:lvl7pPr>
            <a:lvl8pPr algn="ctr">
              <a:lnSpc>
                <a:spcPct val="100000"/>
              </a:lnSpc>
              <a:spcBef>
                <a:spcPts val="0"/>
              </a:spcBef>
              <a:spcAft>
                <a:spcPts val="0"/>
              </a:spcAft>
              <a:buNone/>
              <a:defRPr/>
            </a:lvl8pPr>
            <a:lvl9pPr algn="ctr">
              <a:lnSpc>
                <a:spcPct val="100000"/>
              </a:lnSpc>
              <a:spcBef>
                <a:spcPts val="0"/>
              </a:spcBef>
              <a:spcAft>
                <a:spcPts val="0"/>
              </a:spcAft>
              <a:buNone/>
              <a:defRPr/>
            </a:lvl9pPr>
          </a:lstStyle>
          <a:p>
            <a:endParaRPr/>
          </a:p>
        </p:txBody>
      </p:sp>
      <p:sp>
        <p:nvSpPr>
          <p:cNvPr id="247" name="Google Shape;247;p23">
            <a:extLst>
              <a:ext uri="{FF2B5EF4-FFF2-40B4-BE49-F238E27FC236}">
                <a16:creationId xmlns:a16="http://schemas.microsoft.com/office/drawing/2014/main" id="{503B1F5E-52BB-4D66-8D47-C7BD9CC93696}"/>
              </a:ext>
            </a:extLst>
          </p:cNvPr>
          <p:cNvSpPr>
            <a:spLocks noGrp="1"/>
          </p:cNvSpPr>
          <p:nvPr>
            <p:ph type="subTitle" idx="2"/>
          </p:nvPr>
        </p:nvSpPr>
        <p:spPr>
          <a:xfrm>
            <a:off x="839975" y="3284752"/>
            <a:ext cx="3612000" cy="861000"/>
          </a:xfrm>
          <a:prstGeom prst="rect">
            <a:avLst/>
          </a:prstGeom>
        </p:spPr>
        <p:txBody>
          <a:bodyPr spcFirstLastPara="1" wrap="square" lIns="91425" tIns="91425" rIns="91425" bIns="91425" anchor="t">
            <a:noAutofit/>
          </a:bodyPr>
          <a:lstStyle>
            <a:lvl1pPr algn="ctr">
              <a:spcBef>
                <a:spcPts val="0"/>
              </a:spcBef>
              <a:spcAft>
                <a:spcPts val="0"/>
              </a:spcAft>
              <a:buNone/>
              <a:defRPr b="0"/>
            </a:lvl1pPr>
            <a:lvl2pPr algn="ctr">
              <a:lnSpc>
                <a:spcPct val="100000"/>
              </a:lnSpc>
              <a:spcBef>
                <a:spcPts val="0"/>
              </a:spcBef>
              <a:spcAft>
                <a:spcPts val="0"/>
              </a:spcAft>
              <a:buNone/>
              <a:defRPr/>
            </a:lvl2pPr>
            <a:lvl3pPr algn="ctr">
              <a:lnSpc>
                <a:spcPct val="100000"/>
              </a:lnSpc>
              <a:spcBef>
                <a:spcPts val="0"/>
              </a:spcBef>
              <a:spcAft>
                <a:spcPts val="0"/>
              </a:spcAft>
              <a:buNone/>
              <a:defRPr/>
            </a:lvl3pPr>
            <a:lvl4pPr algn="ctr">
              <a:lnSpc>
                <a:spcPct val="100000"/>
              </a:lnSpc>
              <a:spcBef>
                <a:spcPts val="0"/>
              </a:spcBef>
              <a:spcAft>
                <a:spcPts val="0"/>
              </a:spcAft>
              <a:buNone/>
              <a:defRPr/>
            </a:lvl4pPr>
            <a:lvl5pPr algn="ctr">
              <a:lnSpc>
                <a:spcPct val="100000"/>
              </a:lnSpc>
              <a:spcBef>
                <a:spcPts val="0"/>
              </a:spcBef>
              <a:spcAft>
                <a:spcPts val="0"/>
              </a:spcAft>
              <a:buNone/>
              <a:defRPr/>
            </a:lvl5pPr>
            <a:lvl6pPr algn="ctr">
              <a:lnSpc>
                <a:spcPct val="100000"/>
              </a:lnSpc>
              <a:spcBef>
                <a:spcPts val="0"/>
              </a:spcBef>
              <a:spcAft>
                <a:spcPts val="0"/>
              </a:spcAft>
              <a:buNone/>
              <a:defRPr/>
            </a:lvl6pPr>
            <a:lvl7pPr algn="ctr">
              <a:lnSpc>
                <a:spcPct val="100000"/>
              </a:lnSpc>
              <a:spcBef>
                <a:spcPts val="0"/>
              </a:spcBef>
              <a:spcAft>
                <a:spcPts val="0"/>
              </a:spcAft>
              <a:buNone/>
              <a:defRPr/>
            </a:lvl7pPr>
            <a:lvl8pPr algn="ctr">
              <a:lnSpc>
                <a:spcPct val="100000"/>
              </a:lnSpc>
              <a:spcBef>
                <a:spcPts val="0"/>
              </a:spcBef>
              <a:spcAft>
                <a:spcPts val="0"/>
              </a:spcAft>
              <a:buNone/>
              <a:defRPr/>
            </a:lvl8pPr>
            <a:lvl9pPr algn="ctr">
              <a:lnSpc>
                <a:spcPct val="100000"/>
              </a:lnSpc>
              <a:spcBef>
                <a:spcPts val="0"/>
              </a:spcBef>
              <a:spcAft>
                <a:spcPts val="0"/>
              </a:spcAft>
              <a:buNone/>
              <a:defRPr/>
            </a:lvl9pPr>
          </a:lstStyle>
          <a:p>
            <a:endParaRPr/>
          </a:p>
        </p:txBody>
      </p:sp>
      <p:sp>
        <p:nvSpPr>
          <p:cNvPr id="248" name="Google Shape;248;p23">
            <a:extLst>
              <a:ext uri="{FF2B5EF4-FFF2-40B4-BE49-F238E27FC236}">
                <a16:creationId xmlns:a16="http://schemas.microsoft.com/office/drawing/2014/main" id="{945E3530-FEF2-41E5-834D-37040E1E77A7}"/>
              </a:ext>
            </a:extLst>
          </p:cNvPr>
          <p:cNvSpPr>
            <a:spLocks noGrp="1"/>
          </p:cNvSpPr>
          <p:nvPr>
            <p:ph type="subTitle" idx="3"/>
          </p:nvPr>
        </p:nvSpPr>
        <p:spPr>
          <a:xfrm>
            <a:off x="839975" y="2342450"/>
            <a:ext cx="3612000" cy="1010700"/>
          </a:xfrm>
          <a:prstGeom prst="rect">
            <a:avLst/>
          </a:prstGeom>
        </p:spPr>
        <p:txBody>
          <a:bodyPr spcFirstLastPara="1" wrap="square" lIns="91425" tIns="91425" rIns="91425" bIns="91425" anchor="b">
            <a:noAutofit/>
          </a:bodyPr>
          <a:lstStyle>
            <a:lvl1pPr algn="ctr">
              <a:spcBef>
                <a:spcPts val="0"/>
              </a:spcBef>
              <a:spcAft>
                <a:spcPts val="0"/>
              </a:spcAft>
              <a:buNone/>
              <a:defRPr sz="2400" b="1">
                <a:solidFill>
                  <a:schemeClr val="dk1"/>
                </a:solidFill>
                <a:latin typeface="Poppins"/>
                <a:ea typeface="Poppins"/>
                <a:cs typeface="Poppins"/>
              </a:defRPr>
            </a:lvl1pPr>
            <a:lvl2pPr algn="ctr">
              <a:lnSpc>
                <a:spcPct val="100000"/>
              </a:lnSpc>
              <a:spcBef>
                <a:spcPts val="0"/>
              </a:spcBef>
              <a:spcAft>
                <a:spcPts val="0"/>
              </a:spcAft>
              <a:buNone/>
              <a:defRPr sz="2400">
                <a:latin typeface="Bebas Neue"/>
                <a:ea typeface="Bebas Neue"/>
                <a:cs typeface="Bebas Neue"/>
              </a:defRPr>
            </a:lvl2pPr>
            <a:lvl3pPr algn="ctr">
              <a:lnSpc>
                <a:spcPct val="100000"/>
              </a:lnSpc>
              <a:spcBef>
                <a:spcPts val="0"/>
              </a:spcBef>
              <a:spcAft>
                <a:spcPts val="0"/>
              </a:spcAft>
              <a:buNone/>
              <a:defRPr sz="2400">
                <a:latin typeface="Bebas Neue"/>
                <a:ea typeface="Bebas Neue"/>
                <a:cs typeface="Bebas Neue"/>
              </a:defRPr>
            </a:lvl3pPr>
            <a:lvl4pPr algn="ctr">
              <a:lnSpc>
                <a:spcPct val="100000"/>
              </a:lnSpc>
              <a:spcBef>
                <a:spcPts val="0"/>
              </a:spcBef>
              <a:spcAft>
                <a:spcPts val="0"/>
              </a:spcAft>
              <a:buNone/>
              <a:defRPr sz="2400">
                <a:latin typeface="Bebas Neue"/>
                <a:ea typeface="Bebas Neue"/>
                <a:cs typeface="Bebas Neue"/>
              </a:defRPr>
            </a:lvl4pPr>
            <a:lvl5pPr algn="ctr">
              <a:lnSpc>
                <a:spcPct val="100000"/>
              </a:lnSpc>
              <a:spcBef>
                <a:spcPts val="0"/>
              </a:spcBef>
              <a:spcAft>
                <a:spcPts val="0"/>
              </a:spcAft>
              <a:buNone/>
              <a:defRPr sz="2400">
                <a:latin typeface="Bebas Neue"/>
                <a:ea typeface="Bebas Neue"/>
                <a:cs typeface="Bebas Neue"/>
              </a:defRPr>
            </a:lvl5pPr>
            <a:lvl6pPr algn="ctr">
              <a:lnSpc>
                <a:spcPct val="100000"/>
              </a:lnSpc>
              <a:spcBef>
                <a:spcPts val="0"/>
              </a:spcBef>
              <a:spcAft>
                <a:spcPts val="0"/>
              </a:spcAft>
              <a:buNone/>
              <a:defRPr sz="2400">
                <a:latin typeface="Bebas Neue"/>
                <a:ea typeface="Bebas Neue"/>
                <a:cs typeface="Bebas Neue"/>
              </a:defRPr>
            </a:lvl6pPr>
            <a:lvl7pPr algn="ctr">
              <a:lnSpc>
                <a:spcPct val="100000"/>
              </a:lnSpc>
              <a:spcBef>
                <a:spcPts val="0"/>
              </a:spcBef>
              <a:spcAft>
                <a:spcPts val="0"/>
              </a:spcAft>
              <a:buNone/>
              <a:defRPr sz="2400">
                <a:latin typeface="Bebas Neue"/>
                <a:ea typeface="Bebas Neue"/>
                <a:cs typeface="Bebas Neue"/>
              </a:defRPr>
            </a:lvl7pPr>
            <a:lvl8pPr algn="ctr">
              <a:lnSpc>
                <a:spcPct val="100000"/>
              </a:lnSpc>
              <a:spcBef>
                <a:spcPts val="0"/>
              </a:spcBef>
              <a:spcAft>
                <a:spcPts val="0"/>
              </a:spcAft>
              <a:buNone/>
              <a:defRPr sz="2400">
                <a:latin typeface="Bebas Neue"/>
                <a:ea typeface="Bebas Neue"/>
                <a:cs typeface="Bebas Neue"/>
              </a:defRPr>
            </a:lvl8pPr>
            <a:lvl9pPr algn="ctr">
              <a:lnSpc>
                <a:spcPct val="100000"/>
              </a:lnSpc>
              <a:spcBef>
                <a:spcPts val="0"/>
              </a:spcBef>
              <a:spcAft>
                <a:spcPts val="0"/>
              </a:spcAft>
              <a:buNone/>
              <a:defRPr sz="2400">
                <a:latin typeface="Bebas Neue"/>
                <a:ea typeface="Bebas Neue"/>
                <a:cs typeface="Bebas Neue"/>
              </a:defRPr>
            </a:lvl9pPr>
          </a:lstStyle>
          <a:p>
            <a:endParaRPr/>
          </a:p>
        </p:txBody>
      </p:sp>
      <p:sp>
        <p:nvSpPr>
          <p:cNvPr id="249" name="Google Shape;249;p23">
            <a:extLst>
              <a:ext uri="{FF2B5EF4-FFF2-40B4-BE49-F238E27FC236}">
                <a16:creationId xmlns:a16="http://schemas.microsoft.com/office/drawing/2014/main" id="{667C62CB-F696-4F7A-AF11-7A2FA96C3E7E}"/>
              </a:ext>
            </a:extLst>
          </p:cNvPr>
          <p:cNvSpPr>
            <a:spLocks noGrp="1"/>
          </p:cNvSpPr>
          <p:nvPr>
            <p:ph type="subTitle" idx="4"/>
          </p:nvPr>
        </p:nvSpPr>
        <p:spPr>
          <a:xfrm>
            <a:off x="4691972" y="2342450"/>
            <a:ext cx="3612000" cy="1010700"/>
          </a:xfrm>
          <a:prstGeom prst="rect">
            <a:avLst/>
          </a:prstGeom>
        </p:spPr>
        <p:txBody>
          <a:bodyPr spcFirstLastPara="1" wrap="square" lIns="91425" tIns="91425" rIns="91425" bIns="91425" anchor="b">
            <a:noAutofit/>
          </a:bodyPr>
          <a:lstStyle>
            <a:lvl1pPr algn="ctr">
              <a:spcBef>
                <a:spcPts val="0"/>
              </a:spcBef>
              <a:spcAft>
                <a:spcPts val="0"/>
              </a:spcAft>
              <a:buNone/>
              <a:defRPr sz="2400" b="1">
                <a:solidFill>
                  <a:schemeClr val="dk1"/>
                </a:solidFill>
                <a:latin typeface="Poppins"/>
                <a:ea typeface="Poppins"/>
                <a:cs typeface="Poppins"/>
              </a:defRPr>
            </a:lvl1pPr>
            <a:lvl2pPr algn="ctr">
              <a:lnSpc>
                <a:spcPct val="100000"/>
              </a:lnSpc>
              <a:spcBef>
                <a:spcPts val="0"/>
              </a:spcBef>
              <a:spcAft>
                <a:spcPts val="0"/>
              </a:spcAft>
              <a:buNone/>
              <a:defRPr sz="2400">
                <a:latin typeface="Bebas Neue"/>
                <a:ea typeface="Bebas Neue"/>
                <a:cs typeface="Bebas Neue"/>
              </a:defRPr>
            </a:lvl2pPr>
            <a:lvl3pPr algn="ctr">
              <a:lnSpc>
                <a:spcPct val="100000"/>
              </a:lnSpc>
              <a:spcBef>
                <a:spcPts val="0"/>
              </a:spcBef>
              <a:spcAft>
                <a:spcPts val="0"/>
              </a:spcAft>
              <a:buNone/>
              <a:defRPr sz="2400">
                <a:latin typeface="Bebas Neue"/>
                <a:ea typeface="Bebas Neue"/>
                <a:cs typeface="Bebas Neue"/>
              </a:defRPr>
            </a:lvl3pPr>
            <a:lvl4pPr algn="ctr">
              <a:lnSpc>
                <a:spcPct val="100000"/>
              </a:lnSpc>
              <a:spcBef>
                <a:spcPts val="0"/>
              </a:spcBef>
              <a:spcAft>
                <a:spcPts val="0"/>
              </a:spcAft>
              <a:buNone/>
              <a:defRPr sz="2400">
                <a:latin typeface="Bebas Neue"/>
                <a:ea typeface="Bebas Neue"/>
                <a:cs typeface="Bebas Neue"/>
              </a:defRPr>
            </a:lvl4pPr>
            <a:lvl5pPr algn="ctr">
              <a:lnSpc>
                <a:spcPct val="100000"/>
              </a:lnSpc>
              <a:spcBef>
                <a:spcPts val="0"/>
              </a:spcBef>
              <a:spcAft>
                <a:spcPts val="0"/>
              </a:spcAft>
              <a:buNone/>
              <a:defRPr sz="2400">
                <a:latin typeface="Bebas Neue"/>
                <a:ea typeface="Bebas Neue"/>
                <a:cs typeface="Bebas Neue"/>
              </a:defRPr>
            </a:lvl5pPr>
            <a:lvl6pPr algn="ctr">
              <a:lnSpc>
                <a:spcPct val="100000"/>
              </a:lnSpc>
              <a:spcBef>
                <a:spcPts val="0"/>
              </a:spcBef>
              <a:spcAft>
                <a:spcPts val="0"/>
              </a:spcAft>
              <a:buNone/>
              <a:defRPr sz="2400">
                <a:latin typeface="Bebas Neue"/>
                <a:ea typeface="Bebas Neue"/>
                <a:cs typeface="Bebas Neue"/>
              </a:defRPr>
            </a:lvl6pPr>
            <a:lvl7pPr algn="ctr">
              <a:lnSpc>
                <a:spcPct val="100000"/>
              </a:lnSpc>
              <a:spcBef>
                <a:spcPts val="0"/>
              </a:spcBef>
              <a:spcAft>
                <a:spcPts val="0"/>
              </a:spcAft>
              <a:buNone/>
              <a:defRPr sz="2400">
                <a:latin typeface="Bebas Neue"/>
                <a:ea typeface="Bebas Neue"/>
                <a:cs typeface="Bebas Neue"/>
              </a:defRPr>
            </a:lvl7pPr>
            <a:lvl8pPr algn="ctr">
              <a:lnSpc>
                <a:spcPct val="100000"/>
              </a:lnSpc>
              <a:spcBef>
                <a:spcPts val="0"/>
              </a:spcBef>
              <a:spcAft>
                <a:spcPts val="0"/>
              </a:spcAft>
              <a:buNone/>
              <a:defRPr sz="2400">
                <a:latin typeface="Bebas Neue"/>
                <a:ea typeface="Bebas Neue"/>
                <a:cs typeface="Bebas Neue"/>
              </a:defRPr>
            </a:lvl8pPr>
            <a:lvl9pPr algn="ctr">
              <a:lnSpc>
                <a:spcPct val="100000"/>
              </a:lnSpc>
              <a:spcBef>
                <a:spcPts val="0"/>
              </a:spcBef>
              <a:spcAft>
                <a:spcPts val="0"/>
              </a:spcAft>
              <a:buNone/>
              <a:defRPr sz="2400">
                <a:latin typeface="Bebas Neue"/>
                <a:ea typeface="Bebas Neue"/>
                <a:cs typeface="Bebas Neue"/>
              </a:defRPr>
            </a:lvl9pPr>
          </a:lstStyle>
          <a:p>
            <a:endParaRPr/>
          </a:p>
        </p:txBody>
      </p:sp>
      <p:sp>
        <p:nvSpPr>
          <p:cNvPr id="250" name="Google Shape;250;p23">
            <a:extLst>
              <a:ext uri="{FF2B5EF4-FFF2-40B4-BE49-F238E27FC236}">
                <a16:creationId xmlns:a16="http://schemas.microsoft.com/office/drawing/2014/main" id="{3E177B18-84AF-4A44-A2FE-1050D8BC06DF}"/>
              </a:ext>
            </a:extLst>
          </p:cNvPr>
          <p:cNvSpPr>
            <a:spLocks noGrp="1"/>
          </p:cNvSpPr>
          <p:nvPr/>
        </p:nvSpPr>
        <p:spPr>
          <a:xfrm rot="5400000">
            <a:off x="2150850" y="-1761150"/>
            <a:ext cx="4842300" cy="8665800"/>
          </a:xfrm>
          <a:prstGeom prst="bracketPair">
            <a:avLst/>
          </a:prstGeom>
          <a:noFill/>
          <a:ln w="28575" cmpd="sng">
            <a:solidFill>
              <a:schemeClr val="accent4"/>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3">
  <p:cSld name="TITLE_AND_TWO_COLUMNS_1_1">
    <p:spTree>
      <p:nvGrpSpPr>
        <p:cNvPr id="1" name=""/>
        <p:cNvGrpSpPr/>
        <p:nvPr/>
      </p:nvGrpSpPr>
      <p:grpSpPr>
        <a:xfrm>
          <a:off x="0" y="0"/>
          <a:ext cx="0" cy="0"/>
          <a:chOff x="0" y="0"/>
          <a:chExt cx="0" cy="0"/>
        </a:xfrm>
      </p:grpSpPr>
      <p:sp>
        <p:nvSpPr>
          <p:cNvPr id="252" name="Google Shape;252;p24">
            <a:extLst>
              <a:ext uri="{FF2B5EF4-FFF2-40B4-BE49-F238E27FC236}">
                <a16:creationId xmlns:a16="http://schemas.microsoft.com/office/drawing/2014/main" id="{1054E73C-6414-48BA-B5CC-6422C9D03D5A}"/>
              </a:ext>
            </a:extLst>
          </p:cNvPr>
          <p:cNvSpPr>
            <a:spLocks noGrp="1"/>
          </p:cNvSpPr>
          <p:nvPr/>
        </p:nvSpPr>
        <p:spPr>
          <a:xfrm>
            <a:off x="-690854" y="831214"/>
            <a:ext cx="1404077" cy="1318319"/>
          </a:xfrm>
          <a:custGeom>
            <a:avLst/>
            <a:gdLst/>
            <a:ahLst/>
            <a:cxnLst/>
            <a:rect l="l" t="t" r="r" b="b"/>
            <a:pathLst>
              <a:path w="13414" h="12595">
                <a:moveTo>
                  <a:pt x="6393" y="1"/>
                </a:moveTo>
                <a:cubicBezTo>
                  <a:pt x="6010" y="1"/>
                  <a:pt x="5626" y="38"/>
                  <a:pt x="5242" y="124"/>
                </a:cubicBezTo>
                <a:cubicBezTo>
                  <a:pt x="2766" y="598"/>
                  <a:pt x="354" y="2515"/>
                  <a:pt x="177" y="5048"/>
                </a:cubicBezTo>
                <a:cubicBezTo>
                  <a:pt x="0" y="7821"/>
                  <a:pt x="3063" y="10064"/>
                  <a:pt x="5129" y="11330"/>
                </a:cubicBezTo>
                <a:cubicBezTo>
                  <a:pt x="6309" y="12076"/>
                  <a:pt x="7558" y="12595"/>
                  <a:pt x="8729" y="12595"/>
                </a:cubicBezTo>
                <a:cubicBezTo>
                  <a:pt x="9868" y="12595"/>
                  <a:pt x="10932" y="12105"/>
                  <a:pt x="11786" y="10856"/>
                </a:cubicBezTo>
                <a:cubicBezTo>
                  <a:pt x="13144" y="8854"/>
                  <a:pt x="13413" y="6137"/>
                  <a:pt x="12409" y="3959"/>
                </a:cubicBezTo>
                <a:cubicBezTo>
                  <a:pt x="11404" y="1751"/>
                  <a:pt x="9169" y="160"/>
                  <a:pt x="6749" y="11"/>
                </a:cubicBezTo>
                <a:cubicBezTo>
                  <a:pt x="6631" y="4"/>
                  <a:pt x="6512" y="1"/>
                  <a:pt x="6393" y="1"/>
                </a:cubicBezTo>
                <a:close/>
              </a:path>
            </a:pathLst>
          </a:custGeom>
          <a:solidFill>
            <a:schemeClr val="dk2"/>
          </a:solidFill>
          <a:ln>
            <a:noFill/>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253" name="Google Shape;253;p24">
            <a:extLst>
              <a:ext uri="{FF2B5EF4-FFF2-40B4-BE49-F238E27FC236}">
                <a16:creationId xmlns:a16="http://schemas.microsoft.com/office/drawing/2014/main" id="{01670AD9-A3A4-4A87-9712-40AC3EC1278E}"/>
              </a:ext>
            </a:extLst>
          </p:cNvPr>
          <p:cNvSpPr>
            <a:spLocks noGrp="1"/>
          </p:cNvSpPr>
          <p:nvPr/>
        </p:nvSpPr>
        <p:spPr>
          <a:xfrm>
            <a:off x="8063173" y="3965293"/>
            <a:ext cx="1518102" cy="1898839"/>
          </a:xfrm>
          <a:custGeom>
            <a:avLst/>
            <a:gdLst/>
            <a:ahLst/>
            <a:cxnLst/>
            <a:rect l="l" t="t" r="r" b="b"/>
            <a:pathLst>
              <a:path w="7690" h="9619">
                <a:moveTo>
                  <a:pt x="1814" y="0"/>
                </a:moveTo>
                <a:cubicBezTo>
                  <a:pt x="1314" y="0"/>
                  <a:pt x="835" y="161"/>
                  <a:pt x="503" y="527"/>
                </a:cubicBezTo>
                <a:cubicBezTo>
                  <a:pt x="114" y="938"/>
                  <a:pt x="1" y="1532"/>
                  <a:pt x="29" y="2063"/>
                </a:cubicBezTo>
                <a:cubicBezTo>
                  <a:pt x="57" y="2621"/>
                  <a:pt x="234" y="3152"/>
                  <a:pt x="383" y="3683"/>
                </a:cubicBezTo>
                <a:cubicBezTo>
                  <a:pt x="913" y="5777"/>
                  <a:pt x="149" y="9017"/>
                  <a:pt x="3064" y="9547"/>
                </a:cubicBezTo>
                <a:cubicBezTo>
                  <a:pt x="3307" y="9596"/>
                  <a:pt x="3542" y="9619"/>
                  <a:pt x="3768" y="9619"/>
                </a:cubicBezTo>
                <a:cubicBezTo>
                  <a:pt x="6281" y="9619"/>
                  <a:pt x="7690" y="6774"/>
                  <a:pt x="7365" y="4418"/>
                </a:cubicBezTo>
                <a:cubicBezTo>
                  <a:pt x="7252" y="3739"/>
                  <a:pt x="6983" y="3060"/>
                  <a:pt x="6573" y="2501"/>
                </a:cubicBezTo>
                <a:cubicBezTo>
                  <a:pt x="6276" y="2119"/>
                  <a:pt x="5922" y="1822"/>
                  <a:pt x="5512" y="1589"/>
                </a:cubicBezTo>
                <a:cubicBezTo>
                  <a:pt x="5129" y="1383"/>
                  <a:pt x="4684" y="1263"/>
                  <a:pt x="4274" y="1058"/>
                </a:cubicBezTo>
                <a:cubicBezTo>
                  <a:pt x="3863" y="825"/>
                  <a:pt x="3474" y="527"/>
                  <a:pt x="3064" y="322"/>
                </a:cubicBezTo>
                <a:cubicBezTo>
                  <a:pt x="2683" y="117"/>
                  <a:pt x="2240" y="0"/>
                  <a:pt x="1814" y="0"/>
                </a:cubicBezTo>
                <a:close/>
              </a:path>
            </a:pathLst>
          </a:custGeom>
          <a:solidFill>
            <a:schemeClr val="dk2"/>
          </a:solidFill>
          <a:ln>
            <a:noFill/>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254" name="Google Shape;254;p24">
            <a:extLst>
              <a:ext uri="{FF2B5EF4-FFF2-40B4-BE49-F238E27FC236}">
                <a16:creationId xmlns:a16="http://schemas.microsoft.com/office/drawing/2014/main" id="{33FAA82F-EDDF-43C6-9D5D-BA9D497FA047}"/>
              </a:ext>
            </a:extLst>
          </p:cNvPr>
          <p:cNvSpPr>
            <a:spLocks noGrp="1"/>
          </p:cNvSpPr>
          <p:nvPr/>
        </p:nvSpPr>
        <p:spPr>
          <a:xfrm>
            <a:off x="224750" y="1418775"/>
            <a:ext cx="215100" cy="258300"/>
          </a:xfrm>
          <a:prstGeom prst="bracketPair">
            <a:avLst/>
          </a:prstGeom>
          <a:noFill/>
          <a:ln w="9525" cmpd="sng">
            <a:solidFill>
              <a:schemeClr val="accent5"/>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264" name="Google Shape;264;p24">
            <a:extLst>
              <a:ext uri="{FF2B5EF4-FFF2-40B4-BE49-F238E27FC236}">
                <a16:creationId xmlns:a16="http://schemas.microsoft.com/office/drawing/2014/main" id="{52B0D636-9471-47B5-B0E4-25BA3BA6E822}"/>
              </a:ext>
            </a:extLst>
          </p:cNvPr>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265" name="Google Shape;265;p24">
            <a:extLst>
              <a:ext uri="{FF2B5EF4-FFF2-40B4-BE49-F238E27FC236}">
                <a16:creationId xmlns:a16="http://schemas.microsoft.com/office/drawing/2014/main" id="{B442C5AE-70B5-4193-AF5F-9DFAD77BB0BD}"/>
              </a:ext>
            </a:extLst>
          </p:cNvPr>
          <p:cNvSpPr>
            <a:spLocks noGrp="1"/>
          </p:cNvSpPr>
          <p:nvPr>
            <p:ph type="subTitle" idx="1"/>
          </p:nvPr>
        </p:nvSpPr>
        <p:spPr>
          <a:xfrm>
            <a:off x="4832078" y="1789575"/>
            <a:ext cx="3254100" cy="1955100"/>
          </a:xfrm>
          <a:prstGeom prst="rect">
            <a:avLst/>
          </a:prstGeom>
        </p:spPr>
        <p:txBody>
          <a:bodyPr spcFirstLastPara="1" wrap="square" lIns="91425" tIns="91425" rIns="91425" bIns="91425" anchor="t">
            <a:noAutofit/>
          </a:bodyPr>
          <a:lstStyle>
            <a:lvl1pPr>
              <a:spcBef>
                <a:spcPts val="0"/>
              </a:spcBef>
              <a:spcAft>
                <a:spcPts val="0"/>
              </a:spcAft>
              <a:buNone/>
              <a:defRPr b="0"/>
            </a:lvl1pPr>
            <a:lvl2pPr algn="ctr">
              <a:lnSpc>
                <a:spcPct val="100000"/>
              </a:lnSpc>
              <a:spcBef>
                <a:spcPts val="0"/>
              </a:spcBef>
              <a:spcAft>
                <a:spcPts val="0"/>
              </a:spcAft>
              <a:buNone/>
              <a:defRPr/>
            </a:lvl2pPr>
            <a:lvl3pPr algn="ctr">
              <a:lnSpc>
                <a:spcPct val="100000"/>
              </a:lnSpc>
              <a:spcBef>
                <a:spcPts val="0"/>
              </a:spcBef>
              <a:spcAft>
                <a:spcPts val="0"/>
              </a:spcAft>
              <a:buNone/>
              <a:defRPr/>
            </a:lvl3pPr>
            <a:lvl4pPr algn="ctr">
              <a:lnSpc>
                <a:spcPct val="100000"/>
              </a:lnSpc>
              <a:spcBef>
                <a:spcPts val="0"/>
              </a:spcBef>
              <a:spcAft>
                <a:spcPts val="0"/>
              </a:spcAft>
              <a:buNone/>
              <a:defRPr/>
            </a:lvl4pPr>
            <a:lvl5pPr algn="ctr">
              <a:lnSpc>
                <a:spcPct val="100000"/>
              </a:lnSpc>
              <a:spcBef>
                <a:spcPts val="0"/>
              </a:spcBef>
              <a:spcAft>
                <a:spcPts val="0"/>
              </a:spcAft>
              <a:buNone/>
              <a:defRPr/>
            </a:lvl5pPr>
            <a:lvl6pPr algn="ctr">
              <a:lnSpc>
                <a:spcPct val="100000"/>
              </a:lnSpc>
              <a:spcBef>
                <a:spcPts val="0"/>
              </a:spcBef>
              <a:spcAft>
                <a:spcPts val="0"/>
              </a:spcAft>
              <a:buNone/>
              <a:defRPr/>
            </a:lvl6pPr>
            <a:lvl7pPr algn="ctr">
              <a:lnSpc>
                <a:spcPct val="100000"/>
              </a:lnSpc>
              <a:spcBef>
                <a:spcPts val="0"/>
              </a:spcBef>
              <a:spcAft>
                <a:spcPts val="0"/>
              </a:spcAft>
              <a:buNone/>
              <a:defRPr/>
            </a:lvl7pPr>
            <a:lvl8pPr algn="ctr">
              <a:lnSpc>
                <a:spcPct val="100000"/>
              </a:lnSpc>
              <a:spcBef>
                <a:spcPts val="0"/>
              </a:spcBef>
              <a:spcAft>
                <a:spcPts val="0"/>
              </a:spcAft>
              <a:buNone/>
              <a:defRPr/>
            </a:lvl8pPr>
            <a:lvl9pPr algn="ctr">
              <a:lnSpc>
                <a:spcPct val="100000"/>
              </a:lnSpc>
              <a:spcBef>
                <a:spcPts val="0"/>
              </a:spcBef>
              <a:spcAft>
                <a:spcPts val="0"/>
              </a:spcAft>
              <a:buNone/>
              <a:defRPr/>
            </a:lvl9pPr>
          </a:lstStyle>
          <a:p>
            <a:endParaRPr/>
          </a:p>
        </p:txBody>
      </p:sp>
      <p:sp>
        <p:nvSpPr>
          <p:cNvPr id="266" name="Google Shape;266;p24">
            <a:extLst>
              <a:ext uri="{FF2B5EF4-FFF2-40B4-BE49-F238E27FC236}">
                <a16:creationId xmlns:a16="http://schemas.microsoft.com/office/drawing/2014/main" id="{F3FE6D7F-F35B-4934-808D-9F0177698220}"/>
              </a:ext>
            </a:extLst>
          </p:cNvPr>
          <p:cNvSpPr>
            <a:spLocks noGrp="1"/>
          </p:cNvSpPr>
          <p:nvPr>
            <p:ph type="subTitle" idx="2"/>
          </p:nvPr>
        </p:nvSpPr>
        <p:spPr>
          <a:xfrm>
            <a:off x="1057900" y="1789575"/>
            <a:ext cx="3254100" cy="1955100"/>
          </a:xfrm>
          <a:prstGeom prst="rect">
            <a:avLst/>
          </a:prstGeom>
        </p:spPr>
        <p:txBody>
          <a:bodyPr spcFirstLastPara="1" wrap="square" lIns="91425" tIns="91425" rIns="91425" bIns="91425" anchor="t">
            <a:noAutofit/>
          </a:bodyPr>
          <a:lstStyle>
            <a:lvl1pPr>
              <a:spcBef>
                <a:spcPts val="0"/>
              </a:spcBef>
              <a:spcAft>
                <a:spcPts val="0"/>
              </a:spcAft>
              <a:buNone/>
              <a:defRPr b="0"/>
            </a:lvl1pPr>
            <a:lvl2pPr algn="ctr">
              <a:lnSpc>
                <a:spcPct val="100000"/>
              </a:lnSpc>
              <a:spcBef>
                <a:spcPts val="0"/>
              </a:spcBef>
              <a:spcAft>
                <a:spcPts val="0"/>
              </a:spcAft>
              <a:buNone/>
              <a:defRPr/>
            </a:lvl2pPr>
            <a:lvl3pPr algn="ctr">
              <a:lnSpc>
                <a:spcPct val="100000"/>
              </a:lnSpc>
              <a:spcBef>
                <a:spcPts val="0"/>
              </a:spcBef>
              <a:spcAft>
                <a:spcPts val="0"/>
              </a:spcAft>
              <a:buNone/>
              <a:defRPr/>
            </a:lvl3pPr>
            <a:lvl4pPr algn="ctr">
              <a:lnSpc>
                <a:spcPct val="100000"/>
              </a:lnSpc>
              <a:spcBef>
                <a:spcPts val="0"/>
              </a:spcBef>
              <a:spcAft>
                <a:spcPts val="0"/>
              </a:spcAft>
              <a:buNone/>
              <a:defRPr/>
            </a:lvl4pPr>
            <a:lvl5pPr algn="ctr">
              <a:lnSpc>
                <a:spcPct val="100000"/>
              </a:lnSpc>
              <a:spcBef>
                <a:spcPts val="0"/>
              </a:spcBef>
              <a:spcAft>
                <a:spcPts val="0"/>
              </a:spcAft>
              <a:buNone/>
              <a:defRPr/>
            </a:lvl5pPr>
            <a:lvl6pPr algn="ctr">
              <a:lnSpc>
                <a:spcPct val="100000"/>
              </a:lnSpc>
              <a:spcBef>
                <a:spcPts val="0"/>
              </a:spcBef>
              <a:spcAft>
                <a:spcPts val="0"/>
              </a:spcAft>
              <a:buNone/>
              <a:defRPr/>
            </a:lvl6pPr>
            <a:lvl7pPr algn="ctr">
              <a:lnSpc>
                <a:spcPct val="100000"/>
              </a:lnSpc>
              <a:spcBef>
                <a:spcPts val="0"/>
              </a:spcBef>
              <a:spcAft>
                <a:spcPts val="0"/>
              </a:spcAft>
              <a:buNone/>
              <a:defRPr/>
            </a:lvl7pPr>
            <a:lvl8pPr algn="ctr">
              <a:lnSpc>
                <a:spcPct val="100000"/>
              </a:lnSpc>
              <a:spcBef>
                <a:spcPts val="0"/>
              </a:spcBef>
              <a:spcAft>
                <a:spcPts val="0"/>
              </a:spcAft>
              <a:buNone/>
              <a:defRPr/>
            </a:lvl8pPr>
            <a:lvl9pPr algn="ctr">
              <a:lnSpc>
                <a:spcPct val="100000"/>
              </a:lnSpc>
              <a:spcBef>
                <a:spcPts val="0"/>
              </a:spcBef>
              <a:spcAft>
                <a:spcPts val="0"/>
              </a:spcAft>
              <a:buNone/>
              <a:defRPr/>
            </a:lvl9pPr>
          </a:lstStyle>
          <a:p>
            <a:endParaRPr/>
          </a:p>
        </p:txBody>
      </p:sp>
      <p:sp>
        <p:nvSpPr>
          <p:cNvPr id="267" name="Google Shape;267;p24">
            <a:extLst>
              <a:ext uri="{FF2B5EF4-FFF2-40B4-BE49-F238E27FC236}">
                <a16:creationId xmlns:a16="http://schemas.microsoft.com/office/drawing/2014/main" id="{B5E7D2A5-A77A-4654-A448-A7F71305F5E4}"/>
              </a:ext>
            </a:extLst>
          </p:cNvPr>
          <p:cNvSpPr>
            <a:spLocks noGrp="1"/>
          </p:cNvSpPr>
          <p:nvPr/>
        </p:nvSpPr>
        <p:spPr>
          <a:xfrm rot="5400000">
            <a:off x="2150850" y="-1761150"/>
            <a:ext cx="4842300" cy="8665800"/>
          </a:xfrm>
          <a:prstGeom prst="bracketPair">
            <a:avLst/>
          </a:prstGeom>
          <a:noFill/>
          <a:ln w="28575" cmpd="sng">
            <a:solidFill>
              <a:schemeClr val="accent4"/>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
        <p:cNvGrpSpPr/>
        <p:nvPr/>
      </p:nvGrpSpPr>
      <p:grpSpPr>
        <a:xfrm>
          <a:off x="0" y="0"/>
          <a:ext cx="0" cy="0"/>
          <a:chOff x="0" y="0"/>
          <a:chExt cx="0" cy="0"/>
        </a:xfrm>
      </p:grpSpPr>
      <p:sp>
        <p:nvSpPr>
          <p:cNvPr id="269" name="Google Shape;269;p25">
            <a:extLst>
              <a:ext uri="{FF2B5EF4-FFF2-40B4-BE49-F238E27FC236}">
                <a16:creationId xmlns:a16="http://schemas.microsoft.com/office/drawing/2014/main" id="{6E92332F-B489-46D9-A20E-FC5FC21817CC}"/>
              </a:ext>
            </a:extLst>
          </p:cNvPr>
          <p:cNvSpPr>
            <a:spLocks noGrp="1"/>
          </p:cNvSpPr>
          <p:nvPr/>
        </p:nvSpPr>
        <p:spPr>
          <a:xfrm rot="5655372">
            <a:off x="-2129157" y="3022453"/>
            <a:ext cx="3864815" cy="3745843"/>
          </a:xfrm>
          <a:custGeom>
            <a:avLst/>
            <a:gdLst/>
            <a:ahLst/>
            <a:cxnLst/>
            <a:rect l="l" t="t" r="r" b="b"/>
            <a:pathLst>
              <a:path w="34694" h="33626">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270" name="Google Shape;270;p25">
            <a:extLst>
              <a:ext uri="{FF2B5EF4-FFF2-40B4-BE49-F238E27FC236}">
                <a16:creationId xmlns:a16="http://schemas.microsoft.com/office/drawing/2014/main" id="{4E4B0A23-302D-4AB8-A66B-09FD833E4B15}"/>
              </a:ext>
            </a:extLst>
          </p:cNvPr>
          <p:cNvSpPr>
            <a:spLocks noGrp="1"/>
          </p:cNvSpPr>
          <p:nvPr/>
        </p:nvSpPr>
        <p:spPr>
          <a:xfrm rot="-3917262">
            <a:off x="7631540" y="-1432759"/>
            <a:ext cx="3352710" cy="2977303"/>
          </a:xfrm>
          <a:custGeom>
            <a:avLst/>
            <a:gdLst/>
            <a:ahLst/>
            <a:cxnLst/>
            <a:rect l="l" t="t" r="r" b="b"/>
            <a:pathLst>
              <a:path w="34750" h="30859">
                <a:moveTo>
                  <a:pt x="19927" y="1"/>
                </a:moveTo>
                <a:cubicBezTo>
                  <a:pt x="17317" y="1"/>
                  <a:pt x="14720" y="895"/>
                  <a:pt x="13116" y="2899"/>
                </a:cubicBezTo>
                <a:cubicBezTo>
                  <a:pt x="11970" y="4342"/>
                  <a:pt x="11440" y="6203"/>
                  <a:pt x="10492" y="7795"/>
                </a:cubicBezTo>
                <a:cubicBezTo>
                  <a:pt x="9346" y="9768"/>
                  <a:pt x="7606" y="11332"/>
                  <a:pt x="5837" y="12832"/>
                </a:cubicBezTo>
                <a:cubicBezTo>
                  <a:pt x="4542" y="13949"/>
                  <a:pt x="3184" y="15074"/>
                  <a:pt x="2208" y="16517"/>
                </a:cubicBezTo>
                <a:cubicBezTo>
                  <a:pt x="262" y="19290"/>
                  <a:pt x="1" y="23118"/>
                  <a:pt x="1472" y="26153"/>
                </a:cubicBezTo>
                <a:cubicBezTo>
                  <a:pt x="2859" y="28926"/>
                  <a:pt x="5250" y="30135"/>
                  <a:pt x="8221" y="30312"/>
                </a:cubicBezTo>
                <a:cubicBezTo>
                  <a:pt x="12027" y="30574"/>
                  <a:pt x="15826" y="30786"/>
                  <a:pt x="19632" y="30843"/>
                </a:cubicBezTo>
                <a:cubicBezTo>
                  <a:pt x="20489" y="30852"/>
                  <a:pt x="21343" y="30858"/>
                  <a:pt x="22195" y="30858"/>
                </a:cubicBezTo>
                <a:cubicBezTo>
                  <a:pt x="23952" y="30858"/>
                  <a:pt x="25703" y="30832"/>
                  <a:pt x="27470" y="30751"/>
                </a:cubicBezTo>
                <a:cubicBezTo>
                  <a:pt x="29126" y="30666"/>
                  <a:pt x="30894" y="30517"/>
                  <a:pt x="32246" y="29577"/>
                </a:cubicBezTo>
                <a:cubicBezTo>
                  <a:pt x="34042" y="28339"/>
                  <a:pt x="34750" y="25976"/>
                  <a:pt x="34488" y="23825"/>
                </a:cubicBezTo>
                <a:cubicBezTo>
                  <a:pt x="34219" y="21703"/>
                  <a:pt x="33102" y="19757"/>
                  <a:pt x="31863" y="17989"/>
                </a:cubicBezTo>
                <a:cubicBezTo>
                  <a:pt x="31099" y="16899"/>
                  <a:pt x="30243" y="15866"/>
                  <a:pt x="29656" y="14657"/>
                </a:cubicBezTo>
                <a:cubicBezTo>
                  <a:pt x="28680" y="12683"/>
                  <a:pt x="28447" y="10476"/>
                  <a:pt x="28029" y="8325"/>
                </a:cubicBezTo>
                <a:cubicBezTo>
                  <a:pt x="27591" y="6111"/>
                  <a:pt x="27675" y="3727"/>
                  <a:pt x="25971" y="1986"/>
                </a:cubicBezTo>
                <a:cubicBezTo>
                  <a:pt x="25058" y="1039"/>
                  <a:pt x="23728" y="543"/>
                  <a:pt x="22433" y="274"/>
                </a:cubicBezTo>
                <a:cubicBezTo>
                  <a:pt x="21619" y="95"/>
                  <a:pt x="20772" y="1"/>
                  <a:pt x="19927" y="1"/>
                </a:cubicBezTo>
                <a:close/>
              </a:path>
            </a:pathLst>
          </a:custGeom>
          <a:solidFill>
            <a:schemeClr val="dk2"/>
          </a:solidFill>
          <a:ln>
            <a:noFill/>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271" name="Google Shape;271;p25">
            <a:extLst>
              <a:ext uri="{FF2B5EF4-FFF2-40B4-BE49-F238E27FC236}">
                <a16:creationId xmlns:a16="http://schemas.microsoft.com/office/drawing/2014/main" id="{C48C8964-09DE-443C-9436-CD22516F09D5}"/>
              </a:ext>
            </a:extLst>
          </p:cNvPr>
          <p:cNvSpPr>
            <a:spLocks noGrp="1"/>
          </p:cNvSpPr>
          <p:nvPr/>
        </p:nvSpPr>
        <p:spPr>
          <a:xfrm rot="5400000">
            <a:off x="2150850" y="-1761150"/>
            <a:ext cx="4842300" cy="8665800"/>
          </a:xfrm>
          <a:prstGeom prst="bracketPair">
            <a:avLst/>
          </a:prstGeom>
          <a:noFill/>
          <a:ln w="28575" cmpd="sng">
            <a:solidFill>
              <a:schemeClr val="accent4"/>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275" name="Google Shape;275;p25">
            <a:extLst>
              <a:ext uri="{FF2B5EF4-FFF2-40B4-BE49-F238E27FC236}">
                <a16:creationId xmlns:a16="http://schemas.microsoft.com/office/drawing/2014/main" id="{E7A338E6-23D3-4927-AE42-C40D9F516593}"/>
              </a:ext>
            </a:extLst>
          </p:cNvPr>
          <p:cNvSpPr>
            <a:spLocks noGrp="1"/>
          </p:cNvSpPr>
          <p:nvPr/>
        </p:nvSpPr>
        <p:spPr>
          <a:xfrm>
            <a:off x="424525" y="2971075"/>
            <a:ext cx="215100" cy="258300"/>
          </a:xfrm>
          <a:prstGeom prst="bracketPair">
            <a:avLst/>
          </a:prstGeom>
          <a:noFill/>
          <a:ln w="9525" cmpd="sng">
            <a:solidFill>
              <a:schemeClr val="accent5"/>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282" name="Google Shape;282;p25">
            <a:extLst>
              <a:ext uri="{FF2B5EF4-FFF2-40B4-BE49-F238E27FC236}">
                <a16:creationId xmlns:a16="http://schemas.microsoft.com/office/drawing/2014/main" id="{80CBDB75-A1DD-4D35-939B-69678AB17BE8}"/>
              </a:ext>
            </a:extLst>
          </p:cNvPr>
          <p:cNvSpPr>
            <a:spLocks noGrp="1"/>
          </p:cNvSpPr>
          <p:nvPr/>
        </p:nvSpPr>
        <p:spPr>
          <a:xfrm>
            <a:off x="8546700" y="1789475"/>
            <a:ext cx="289200" cy="258300"/>
          </a:xfrm>
          <a:prstGeom prst="bracePair">
            <a:avLst/>
          </a:prstGeom>
          <a:noFill/>
          <a:ln w="9525" cmpd="sng">
            <a:solidFill>
              <a:schemeClr val="accent1"/>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283" name="Google Shape;283;p25">
            <a:extLst>
              <a:ext uri="{FF2B5EF4-FFF2-40B4-BE49-F238E27FC236}">
                <a16:creationId xmlns:a16="http://schemas.microsoft.com/office/drawing/2014/main" id="{FF651018-3D04-4F84-86B8-3B17B745F6EF}"/>
              </a:ext>
            </a:extLst>
          </p:cNvPr>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284" name="Google Shape;284;p25">
            <a:extLst>
              <a:ext uri="{FF2B5EF4-FFF2-40B4-BE49-F238E27FC236}">
                <a16:creationId xmlns:a16="http://schemas.microsoft.com/office/drawing/2014/main" id="{743D553F-0A68-4BD3-A900-9F8512C021FF}"/>
              </a:ext>
            </a:extLst>
          </p:cNvPr>
          <p:cNvSpPr>
            <a:spLocks noGrp="1"/>
          </p:cNvSpPr>
          <p:nvPr>
            <p:ph type="subTitle" idx="1"/>
          </p:nvPr>
        </p:nvSpPr>
        <p:spPr>
          <a:xfrm>
            <a:off x="937625" y="2511574"/>
            <a:ext cx="2175300" cy="859800"/>
          </a:xfrm>
          <a:prstGeom prst="rect">
            <a:avLst/>
          </a:prstGeom>
        </p:spPr>
        <p:txBody>
          <a:bodyPr spcFirstLastPara="1" wrap="square" lIns="91425" tIns="91425" rIns="91425" bIns="91425" anchor="t">
            <a:noAutofit/>
          </a:bodyPr>
          <a:lstStyle>
            <a:lvl1pPr algn="ctr">
              <a:spcBef>
                <a:spcPts val="0"/>
              </a:spcBef>
              <a:spcAft>
                <a:spcPts val="0"/>
              </a:spcAft>
              <a:buNone/>
              <a:defRPr sz="1400"/>
            </a:lvl1pPr>
            <a:lvl2pPr algn="ctr">
              <a:lnSpc>
                <a:spcPct val="100000"/>
              </a:lnSpc>
              <a:spcBef>
                <a:spcPts val="0"/>
              </a:spcBef>
              <a:spcAft>
                <a:spcPts val="0"/>
              </a:spcAft>
              <a:buNone/>
              <a:defRPr/>
            </a:lvl2pPr>
            <a:lvl3pPr algn="ctr">
              <a:lnSpc>
                <a:spcPct val="100000"/>
              </a:lnSpc>
              <a:spcBef>
                <a:spcPts val="0"/>
              </a:spcBef>
              <a:spcAft>
                <a:spcPts val="0"/>
              </a:spcAft>
              <a:buNone/>
              <a:defRPr/>
            </a:lvl3pPr>
            <a:lvl4pPr algn="ctr">
              <a:lnSpc>
                <a:spcPct val="100000"/>
              </a:lnSpc>
              <a:spcBef>
                <a:spcPts val="0"/>
              </a:spcBef>
              <a:spcAft>
                <a:spcPts val="0"/>
              </a:spcAft>
              <a:buNone/>
              <a:defRPr/>
            </a:lvl4pPr>
            <a:lvl5pPr algn="ctr">
              <a:lnSpc>
                <a:spcPct val="100000"/>
              </a:lnSpc>
              <a:spcBef>
                <a:spcPts val="0"/>
              </a:spcBef>
              <a:spcAft>
                <a:spcPts val="0"/>
              </a:spcAft>
              <a:buNone/>
              <a:defRPr/>
            </a:lvl5pPr>
            <a:lvl6pPr algn="ctr">
              <a:lnSpc>
                <a:spcPct val="100000"/>
              </a:lnSpc>
              <a:spcBef>
                <a:spcPts val="0"/>
              </a:spcBef>
              <a:spcAft>
                <a:spcPts val="0"/>
              </a:spcAft>
              <a:buNone/>
              <a:defRPr/>
            </a:lvl6pPr>
            <a:lvl7pPr algn="ctr">
              <a:lnSpc>
                <a:spcPct val="100000"/>
              </a:lnSpc>
              <a:spcBef>
                <a:spcPts val="0"/>
              </a:spcBef>
              <a:spcAft>
                <a:spcPts val="0"/>
              </a:spcAft>
              <a:buNone/>
              <a:defRPr/>
            </a:lvl7pPr>
            <a:lvl8pPr algn="ctr">
              <a:lnSpc>
                <a:spcPct val="100000"/>
              </a:lnSpc>
              <a:spcBef>
                <a:spcPts val="0"/>
              </a:spcBef>
              <a:spcAft>
                <a:spcPts val="0"/>
              </a:spcAft>
              <a:buNone/>
              <a:defRPr/>
            </a:lvl8pPr>
            <a:lvl9pPr algn="ctr">
              <a:lnSpc>
                <a:spcPct val="100000"/>
              </a:lnSpc>
              <a:spcBef>
                <a:spcPts val="0"/>
              </a:spcBef>
              <a:spcAft>
                <a:spcPts val="0"/>
              </a:spcAft>
              <a:buNone/>
              <a:defRPr/>
            </a:lvl9pPr>
          </a:lstStyle>
          <a:p>
            <a:endParaRPr/>
          </a:p>
        </p:txBody>
      </p:sp>
      <p:sp>
        <p:nvSpPr>
          <p:cNvPr id="285" name="Google Shape;285;p25">
            <a:extLst>
              <a:ext uri="{FF2B5EF4-FFF2-40B4-BE49-F238E27FC236}">
                <a16:creationId xmlns:a16="http://schemas.microsoft.com/office/drawing/2014/main" id="{AEA6DA62-9772-4CF6-86BA-AFFE44EFFB6C}"/>
              </a:ext>
            </a:extLst>
          </p:cNvPr>
          <p:cNvSpPr>
            <a:spLocks noGrp="1"/>
          </p:cNvSpPr>
          <p:nvPr>
            <p:ph type="subTitle" idx="2"/>
          </p:nvPr>
        </p:nvSpPr>
        <p:spPr>
          <a:xfrm>
            <a:off x="3484347" y="2511574"/>
            <a:ext cx="2175300" cy="859800"/>
          </a:xfrm>
          <a:prstGeom prst="rect">
            <a:avLst/>
          </a:prstGeom>
        </p:spPr>
        <p:txBody>
          <a:bodyPr spcFirstLastPara="1" wrap="square" lIns="91425" tIns="91425" rIns="91425" bIns="91425" anchor="t">
            <a:noAutofit/>
          </a:bodyPr>
          <a:lstStyle>
            <a:lvl1pPr algn="ctr">
              <a:spcBef>
                <a:spcPts val="0"/>
              </a:spcBef>
              <a:spcAft>
                <a:spcPts val="0"/>
              </a:spcAft>
              <a:buNone/>
              <a:defRPr sz="1400"/>
            </a:lvl1pPr>
            <a:lvl2pPr algn="ctr">
              <a:lnSpc>
                <a:spcPct val="100000"/>
              </a:lnSpc>
              <a:spcBef>
                <a:spcPts val="0"/>
              </a:spcBef>
              <a:spcAft>
                <a:spcPts val="0"/>
              </a:spcAft>
              <a:buNone/>
              <a:defRPr/>
            </a:lvl2pPr>
            <a:lvl3pPr algn="ctr">
              <a:lnSpc>
                <a:spcPct val="100000"/>
              </a:lnSpc>
              <a:spcBef>
                <a:spcPts val="0"/>
              </a:spcBef>
              <a:spcAft>
                <a:spcPts val="0"/>
              </a:spcAft>
              <a:buNone/>
              <a:defRPr/>
            </a:lvl3pPr>
            <a:lvl4pPr algn="ctr">
              <a:lnSpc>
                <a:spcPct val="100000"/>
              </a:lnSpc>
              <a:spcBef>
                <a:spcPts val="0"/>
              </a:spcBef>
              <a:spcAft>
                <a:spcPts val="0"/>
              </a:spcAft>
              <a:buNone/>
              <a:defRPr/>
            </a:lvl4pPr>
            <a:lvl5pPr algn="ctr">
              <a:lnSpc>
                <a:spcPct val="100000"/>
              </a:lnSpc>
              <a:spcBef>
                <a:spcPts val="0"/>
              </a:spcBef>
              <a:spcAft>
                <a:spcPts val="0"/>
              </a:spcAft>
              <a:buNone/>
              <a:defRPr/>
            </a:lvl5pPr>
            <a:lvl6pPr algn="ctr">
              <a:lnSpc>
                <a:spcPct val="100000"/>
              </a:lnSpc>
              <a:spcBef>
                <a:spcPts val="0"/>
              </a:spcBef>
              <a:spcAft>
                <a:spcPts val="0"/>
              </a:spcAft>
              <a:buNone/>
              <a:defRPr/>
            </a:lvl6pPr>
            <a:lvl7pPr algn="ctr">
              <a:lnSpc>
                <a:spcPct val="100000"/>
              </a:lnSpc>
              <a:spcBef>
                <a:spcPts val="0"/>
              </a:spcBef>
              <a:spcAft>
                <a:spcPts val="0"/>
              </a:spcAft>
              <a:buNone/>
              <a:defRPr/>
            </a:lvl7pPr>
            <a:lvl8pPr algn="ctr">
              <a:lnSpc>
                <a:spcPct val="100000"/>
              </a:lnSpc>
              <a:spcBef>
                <a:spcPts val="0"/>
              </a:spcBef>
              <a:spcAft>
                <a:spcPts val="0"/>
              </a:spcAft>
              <a:buNone/>
              <a:defRPr/>
            </a:lvl8pPr>
            <a:lvl9pPr algn="ctr">
              <a:lnSpc>
                <a:spcPct val="100000"/>
              </a:lnSpc>
              <a:spcBef>
                <a:spcPts val="0"/>
              </a:spcBef>
              <a:spcAft>
                <a:spcPts val="0"/>
              </a:spcAft>
              <a:buNone/>
              <a:defRPr/>
            </a:lvl9pPr>
          </a:lstStyle>
          <a:p>
            <a:endParaRPr/>
          </a:p>
        </p:txBody>
      </p:sp>
      <p:sp>
        <p:nvSpPr>
          <p:cNvPr id="286" name="Google Shape;286;p25">
            <a:extLst>
              <a:ext uri="{FF2B5EF4-FFF2-40B4-BE49-F238E27FC236}">
                <a16:creationId xmlns:a16="http://schemas.microsoft.com/office/drawing/2014/main" id="{FC3254BB-B2A1-4D47-A026-20A8EEFCA183}"/>
              </a:ext>
            </a:extLst>
          </p:cNvPr>
          <p:cNvSpPr>
            <a:spLocks noGrp="1"/>
          </p:cNvSpPr>
          <p:nvPr>
            <p:ph type="subTitle" idx="3"/>
          </p:nvPr>
        </p:nvSpPr>
        <p:spPr>
          <a:xfrm>
            <a:off x="6031075" y="2511574"/>
            <a:ext cx="2175300" cy="859800"/>
          </a:xfrm>
          <a:prstGeom prst="rect">
            <a:avLst/>
          </a:prstGeom>
        </p:spPr>
        <p:txBody>
          <a:bodyPr spcFirstLastPara="1" wrap="square" lIns="91425" tIns="91425" rIns="91425" bIns="91425" anchor="t">
            <a:noAutofit/>
          </a:bodyPr>
          <a:lstStyle>
            <a:lvl1pPr algn="ctr">
              <a:spcBef>
                <a:spcPts val="0"/>
              </a:spcBef>
              <a:spcAft>
                <a:spcPts val="0"/>
              </a:spcAft>
              <a:buNone/>
              <a:defRPr sz="1400"/>
            </a:lvl1pPr>
            <a:lvl2pPr algn="ctr">
              <a:lnSpc>
                <a:spcPct val="100000"/>
              </a:lnSpc>
              <a:spcBef>
                <a:spcPts val="0"/>
              </a:spcBef>
              <a:spcAft>
                <a:spcPts val="0"/>
              </a:spcAft>
              <a:buNone/>
              <a:defRPr/>
            </a:lvl2pPr>
            <a:lvl3pPr algn="ctr">
              <a:lnSpc>
                <a:spcPct val="100000"/>
              </a:lnSpc>
              <a:spcBef>
                <a:spcPts val="0"/>
              </a:spcBef>
              <a:spcAft>
                <a:spcPts val="0"/>
              </a:spcAft>
              <a:buNone/>
              <a:defRPr/>
            </a:lvl3pPr>
            <a:lvl4pPr algn="ctr">
              <a:lnSpc>
                <a:spcPct val="100000"/>
              </a:lnSpc>
              <a:spcBef>
                <a:spcPts val="0"/>
              </a:spcBef>
              <a:spcAft>
                <a:spcPts val="0"/>
              </a:spcAft>
              <a:buNone/>
              <a:defRPr/>
            </a:lvl4pPr>
            <a:lvl5pPr algn="ctr">
              <a:lnSpc>
                <a:spcPct val="100000"/>
              </a:lnSpc>
              <a:spcBef>
                <a:spcPts val="0"/>
              </a:spcBef>
              <a:spcAft>
                <a:spcPts val="0"/>
              </a:spcAft>
              <a:buNone/>
              <a:defRPr/>
            </a:lvl5pPr>
            <a:lvl6pPr algn="ctr">
              <a:lnSpc>
                <a:spcPct val="100000"/>
              </a:lnSpc>
              <a:spcBef>
                <a:spcPts val="0"/>
              </a:spcBef>
              <a:spcAft>
                <a:spcPts val="0"/>
              </a:spcAft>
              <a:buNone/>
              <a:defRPr/>
            </a:lvl6pPr>
            <a:lvl7pPr algn="ctr">
              <a:lnSpc>
                <a:spcPct val="100000"/>
              </a:lnSpc>
              <a:spcBef>
                <a:spcPts val="0"/>
              </a:spcBef>
              <a:spcAft>
                <a:spcPts val="0"/>
              </a:spcAft>
              <a:buNone/>
              <a:defRPr/>
            </a:lvl7pPr>
            <a:lvl8pPr algn="ctr">
              <a:lnSpc>
                <a:spcPct val="100000"/>
              </a:lnSpc>
              <a:spcBef>
                <a:spcPts val="0"/>
              </a:spcBef>
              <a:spcAft>
                <a:spcPts val="0"/>
              </a:spcAft>
              <a:buNone/>
              <a:defRPr/>
            </a:lvl8pPr>
            <a:lvl9pPr algn="ctr">
              <a:lnSpc>
                <a:spcPct val="100000"/>
              </a:lnSpc>
              <a:spcBef>
                <a:spcPts val="0"/>
              </a:spcBef>
              <a:spcAft>
                <a:spcPts val="0"/>
              </a:spcAft>
              <a:buNone/>
              <a:defRPr/>
            </a:lvl9pPr>
          </a:lstStyle>
          <a:p>
            <a:endParaRPr/>
          </a:p>
        </p:txBody>
      </p:sp>
      <p:sp>
        <p:nvSpPr>
          <p:cNvPr id="287" name="Google Shape;287;p25">
            <a:extLst>
              <a:ext uri="{FF2B5EF4-FFF2-40B4-BE49-F238E27FC236}">
                <a16:creationId xmlns:a16="http://schemas.microsoft.com/office/drawing/2014/main" id="{C657D37C-BAB3-460A-B891-15EA71FEA24B}"/>
              </a:ext>
            </a:extLst>
          </p:cNvPr>
          <p:cNvSpPr>
            <a:spLocks noGrp="1"/>
          </p:cNvSpPr>
          <p:nvPr>
            <p:ph type="subTitle" idx="4"/>
          </p:nvPr>
        </p:nvSpPr>
        <p:spPr>
          <a:xfrm>
            <a:off x="937625" y="2037322"/>
            <a:ext cx="2175300" cy="498000"/>
          </a:xfrm>
          <a:prstGeom prst="rect">
            <a:avLst/>
          </a:prstGeom>
        </p:spPr>
        <p:txBody>
          <a:bodyPr spcFirstLastPara="1" wrap="square" lIns="91425" tIns="91425" rIns="91425" bIns="91425" anchor="b">
            <a:noAutofit/>
          </a:bodyPr>
          <a:lstStyle>
            <a:lvl1pPr algn="ctr">
              <a:lnSpc>
                <a:spcPct val="100000"/>
              </a:lnSpc>
              <a:spcBef>
                <a:spcPts val="0"/>
              </a:spcBef>
              <a:spcAft>
                <a:spcPts val="0"/>
              </a:spcAft>
              <a:buNone/>
              <a:defRPr sz="2400" b="1">
                <a:solidFill>
                  <a:schemeClr val="dk1"/>
                </a:solidFill>
                <a:latin typeface="Poppins"/>
                <a:ea typeface="Poppins"/>
                <a:cs typeface="Poppins"/>
              </a:defRPr>
            </a:lvl1pPr>
            <a:lvl2pPr algn="ctr">
              <a:lnSpc>
                <a:spcPct val="100000"/>
              </a:lnSpc>
              <a:spcBef>
                <a:spcPts val="0"/>
              </a:spcBef>
              <a:spcAft>
                <a:spcPts val="0"/>
              </a:spcAft>
              <a:buNone/>
              <a:defRPr sz="2400">
                <a:latin typeface="Bebas Neue"/>
                <a:ea typeface="Bebas Neue"/>
                <a:cs typeface="Bebas Neue"/>
              </a:defRPr>
            </a:lvl2pPr>
            <a:lvl3pPr algn="ctr">
              <a:lnSpc>
                <a:spcPct val="100000"/>
              </a:lnSpc>
              <a:spcBef>
                <a:spcPts val="0"/>
              </a:spcBef>
              <a:spcAft>
                <a:spcPts val="0"/>
              </a:spcAft>
              <a:buNone/>
              <a:defRPr sz="2400">
                <a:latin typeface="Bebas Neue"/>
                <a:ea typeface="Bebas Neue"/>
                <a:cs typeface="Bebas Neue"/>
              </a:defRPr>
            </a:lvl3pPr>
            <a:lvl4pPr algn="ctr">
              <a:lnSpc>
                <a:spcPct val="100000"/>
              </a:lnSpc>
              <a:spcBef>
                <a:spcPts val="0"/>
              </a:spcBef>
              <a:spcAft>
                <a:spcPts val="0"/>
              </a:spcAft>
              <a:buNone/>
              <a:defRPr sz="2400">
                <a:latin typeface="Bebas Neue"/>
                <a:ea typeface="Bebas Neue"/>
                <a:cs typeface="Bebas Neue"/>
              </a:defRPr>
            </a:lvl4pPr>
            <a:lvl5pPr algn="ctr">
              <a:lnSpc>
                <a:spcPct val="100000"/>
              </a:lnSpc>
              <a:spcBef>
                <a:spcPts val="0"/>
              </a:spcBef>
              <a:spcAft>
                <a:spcPts val="0"/>
              </a:spcAft>
              <a:buNone/>
              <a:defRPr sz="2400">
                <a:latin typeface="Bebas Neue"/>
                <a:ea typeface="Bebas Neue"/>
                <a:cs typeface="Bebas Neue"/>
              </a:defRPr>
            </a:lvl5pPr>
            <a:lvl6pPr algn="ctr">
              <a:lnSpc>
                <a:spcPct val="100000"/>
              </a:lnSpc>
              <a:spcBef>
                <a:spcPts val="0"/>
              </a:spcBef>
              <a:spcAft>
                <a:spcPts val="0"/>
              </a:spcAft>
              <a:buNone/>
              <a:defRPr sz="2400">
                <a:latin typeface="Bebas Neue"/>
                <a:ea typeface="Bebas Neue"/>
                <a:cs typeface="Bebas Neue"/>
              </a:defRPr>
            </a:lvl6pPr>
            <a:lvl7pPr algn="ctr">
              <a:lnSpc>
                <a:spcPct val="100000"/>
              </a:lnSpc>
              <a:spcBef>
                <a:spcPts val="0"/>
              </a:spcBef>
              <a:spcAft>
                <a:spcPts val="0"/>
              </a:spcAft>
              <a:buNone/>
              <a:defRPr sz="2400">
                <a:latin typeface="Bebas Neue"/>
                <a:ea typeface="Bebas Neue"/>
                <a:cs typeface="Bebas Neue"/>
              </a:defRPr>
            </a:lvl7pPr>
            <a:lvl8pPr algn="ctr">
              <a:lnSpc>
                <a:spcPct val="100000"/>
              </a:lnSpc>
              <a:spcBef>
                <a:spcPts val="0"/>
              </a:spcBef>
              <a:spcAft>
                <a:spcPts val="0"/>
              </a:spcAft>
              <a:buNone/>
              <a:defRPr sz="2400">
                <a:latin typeface="Bebas Neue"/>
                <a:ea typeface="Bebas Neue"/>
                <a:cs typeface="Bebas Neue"/>
              </a:defRPr>
            </a:lvl8pPr>
            <a:lvl9pPr algn="ctr">
              <a:lnSpc>
                <a:spcPct val="100000"/>
              </a:lnSpc>
              <a:spcBef>
                <a:spcPts val="0"/>
              </a:spcBef>
              <a:spcAft>
                <a:spcPts val="0"/>
              </a:spcAft>
              <a:buNone/>
              <a:defRPr sz="2400">
                <a:latin typeface="Bebas Neue"/>
                <a:ea typeface="Bebas Neue"/>
                <a:cs typeface="Bebas Neue"/>
              </a:defRPr>
            </a:lvl9pPr>
          </a:lstStyle>
          <a:p>
            <a:endParaRPr/>
          </a:p>
        </p:txBody>
      </p:sp>
      <p:sp>
        <p:nvSpPr>
          <p:cNvPr id="288" name="Google Shape;288;p25">
            <a:extLst>
              <a:ext uri="{FF2B5EF4-FFF2-40B4-BE49-F238E27FC236}">
                <a16:creationId xmlns:a16="http://schemas.microsoft.com/office/drawing/2014/main" id="{4C2C2DF6-B1CE-4FB8-8D37-2F688F439A62}"/>
              </a:ext>
            </a:extLst>
          </p:cNvPr>
          <p:cNvSpPr>
            <a:spLocks noGrp="1"/>
          </p:cNvSpPr>
          <p:nvPr>
            <p:ph type="subTitle" idx="5"/>
          </p:nvPr>
        </p:nvSpPr>
        <p:spPr>
          <a:xfrm>
            <a:off x="3484350" y="2037322"/>
            <a:ext cx="2175300" cy="498000"/>
          </a:xfrm>
          <a:prstGeom prst="rect">
            <a:avLst/>
          </a:prstGeom>
        </p:spPr>
        <p:txBody>
          <a:bodyPr spcFirstLastPara="1" wrap="square" lIns="91425" tIns="91425" rIns="91425" bIns="91425" anchor="b">
            <a:noAutofit/>
          </a:bodyPr>
          <a:lstStyle>
            <a:lvl1pPr algn="ctr">
              <a:lnSpc>
                <a:spcPct val="100000"/>
              </a:lnSpc>
              <a:spcBef>
                <a:spcPts val="0"/>
              </a:spcBef>
              <a:spcAft>
                <a:spcPts val="0"/>
              </a:spcAft>
              <a:buNone/>
              <a:defRPr sz="2400" b="1">
                <a:solidFill>
                  <a:schemeClr val="dk1"/>
                </a:solidFill>
                <a:latin typeface="Poppins"/>
                <a:ea typeface="Poppins"/>
                <a:cs typeface="Poppins"/>
              </a:defRPr>
            </a:lvl1pPr>
            <a:lvl2pPr algn="ctr">
              <a:lnSpc>
                <a:spcPct val="100000"/>
              </a:lnSpc>
              <a:spcBef>
                <a:spcPts val="0"/>
              </a:spcBef>
              <a:spcAft>
                <a:spcPts val="0"/>
              </a:spcAft>
              <a:buNone/>
              <a:defRPr sz="2400">
                <a:latin typeface="Bebas Neue"/>
                <a:ea typeface="Bebas Neue"/>
                <a:cs typeface="Bebas Neue"/>
              </a:defRPr>
            </a:lvl2pPr>
            <a:lvl3pPr algn="ctr">
              <a:lnSpc>
                <a:spcPct val="100000"/>
              </a:lnSpc>
              <a:spcBef>
                <a:spcPts val="0"/>
              </a:spcBef>
              <a:spcAft>
                <a:spcPts val="0"/>
              </a:spcAft>
              <a:buNone/>
              <a:defRPr sz="2400">
                <a:latin typeface="Bebas Neue"/>
                <a:ea typeface="Bebas Neue"/>
                <a:cs typeface="Bebas Neue"/>
              </a:defRPr>
            </a:lvl3pPr>
            <a:lvl4pPr algn="ctr">
              <a:lnSpc>
                <a:spcPct val="100000"/>
              </a:lnSpc>
              <a:spcBef>
                <a:spcPts val="0"/>
              </a:spcBef>
              <a:spcAft>
                <a:spcPts val="0"/>
              </a:spcAft>
              <a:buNone/>
              <a:defRPr sz="2400">
                <a:latin typeface="Bebas Neue"/>
                <a:ea typeface="Bebas Neue"/>
                <a:cs typeface="Bebas Neue"/>
              </a:defRPr>
            </a:lvl4pPr>
            <a:lvl5pPr algn="ctr">
              <a:lnSpc>
                <a:spcPct val="100000"/>
              </a:lnSpc>
              <a:spcBef>
                <a:spcPts val="0"/>
              </a:spcBef>
              <a:spcAft>
                <a:spcPts val="0"/>
              </a:spcAft>
              <a:buNone/>
              <a:defRPr sz="2400">
                <a:latin typeface="Bebas Neue"/>
                <a:ea typeface="Bebas Neue"/>
                <a:cs typeface="Bebas Neue"/>
              </a:defRPr>
            </a:lvl5pPr>
            <a:lvl6pPr algn="ctr">
              <a:lnSpc>
                <a:spcPct val="100000"/>
              </a:lnSpc>
              <a:spcBef>
                <a:spcPts val="0"/>
              </a:spcBef>
              <a:spcAft>
                <a:spcPts val="0"/>
              </a:spcAft>
              <a:buNone/>
              <a:defRPr sz="2400">
                <a:latin typeface="Bebas Neue"/>
                <a:ea typeface="Bebas Neue"/>
                <a:cs typeface="Bebas Neue"/>
              </a:defRPr>
            </a:lvl6pPr>
            <a:lvl7pPr algn="ctr">
              <a:lnSpc>
                <a:spcPct val="100000"/>
              </a:lnSpc>
              <a:spcBef>
                <a:spcPts val="0"/>
              </a:spcBef>
              <a:spcAft>
                <a:spcPts val="0"/>
              </a:spcAft>
              <a:buNone/>
              <a:defRPr sz="2400">
                <a:latin typeface="Bebas Neue"/>
                <a:ea typeface="Bebas Neue"/>
                <a:cs typeface="Bebas Neue"/>
              </a:defRPr>
            </a:lvl7pPr>
            <a:lvl8pPr algn="ctr">
              <a:lnSpc>
                <a:spcPct val="100000"/>
              </a:lnSpc>
              <a:spcBef>
                <a:spcPts val="0"/>
              </a:spcBef>
              <a:spcAft>
                <a:spcPts val="0"/>
              </a:spcAft>
              <a:buNone/>
              <a:defRPr sz="2400">
                <a:latin typeface="Bebas Neue"/>
                <a:ea typeface="Bebas Neue"/>
                <a:cs typeface="Bebas Neue"/>
              </a:defRPr>
            </a:lvl8pPr>
            <a:lvl9pPr algn="ctr">
              <a:lnSpc>
                <a:spcPct val="100000"/>
              </a:lnSpc>
              <a:spcBef>
                <a:spcPts val="0"/>
              </a:spcBef>
              <a:spcAft>
                <a:spcPts val="0"/>
              </a:spcAft>
              <a:buNone/>
              <a:defRPr sz="2400">
                <a:latin typeface="Bebas Neue"/>
                <a:ea typeface="Bebas Neue"/>
                <a:cs typeface="Bebas Neue"/>
              </a:defRPr>
            </a:lvl9pPr>
          </a:lstStyle>
          <a:p>
            <a:endParaRPr/>
          </a:p>
        </p:txBody>
      </p:sp>
      <p:sp>
        <p:nvSpPr>
          <p:cNvPr id="289" name="Google Shape;289;p25">
            <a:extLst>
              <a:ext uri="{FF2B5EF4-FFF2-40B4-BE49-F238E27FC236}">
                <a16:creationId xmlns:a16="http://schemas.microsoft.com/office/drawing/2014/main" id="{694E5BE9-DAC8-411A-AFB7-EA7D6D9B623D}"/>
              </a:ext>
            </a:extLst>
          </p:cNvPr>
          <p:cNvSpPr>
            <a:spLocks noGrp="1"/>
          </p:cNvSpPr>
          <p:nvPr>
            <p:ph type="subTitle" idx="6"/>
          </p:nvPr>
        </p:nvSpPr>
        <p:spPr>
          <a:xfrm>
            <a:off x="6031075" y="2037322"/>
            <a:ext cx="2175300" cy="498000"/>
          </a:xfrm>
          <a:prstGeom prst="rect">
            <a:avLst/>
          </a:prstGeom>
        </p:spPr>
        <p:txBody>
          <a:bodyPr spcFirstLastPara="1" wrap="square" lIns="91425" tIns="91425" rIns="91425" bIns="91425" anchor="b">
            <a:noAutofit/>
          </a:bodyPr>
          <a:lstStyle>
            <a:lvl1pPr algn="ctr">
              <a:lnSpc>
                <a:spcPct val="100000"/>
              </a:lnSpc>
              <a:spcBef>
                <a:spcPts val="0"/>
              </a:spcBef>
              <a:spcAft>
                <a:spcPts val="0"/>
              </a:spcAft>
              <a:buNone/>
              <a:defRPr sz="2400" b="1">
                <a:solidFill>
                  <a:schemeClr val="dk1"/>
                </a:solidFill>
                <a:latin typeface="Poppins"/>
                <a:ea typeface="Poppins"/>
                <a:cs typeface="Poppins"/>
              </a:defRPr>
            </a:lvl1pPr>
            <a:lvl2pPr algn="ctr">
              <a:lnSpc>
                <a:spcPct val="100000"/>
              </a:lnSpc>
              <a:spcBef>
                <a:spcPts val="0"/>
              </a:spcBef>
              <a:spcAft>
                <a:spcPts val="0"/>
              </a:spcAft>
              <a:buNone/>
              <a:defRPr sz="2400">
                <a:latin typeface="Bebas Neue"/>
                <a:ea typeface="Bebas Neue"/>
                <a:cs typeface="Bebas Neue"/>
              </a:defRPr>
            </a:lvl2pPr>
            <a:lvl3pPr algn="ctr">
              <a:lnSpc>
                <a:spcPct val="100000"/>
              </a:lnSpc>
              <a:spcBef>
                <a:spcPts val="0"/>
              </a:spcBef>
              <a:spcAft>
                <a:spcPts val="0"/>
              </a:spcAft>
              <a:buNone/>
              <a:defRPr sz="2400">
                <a:latin typeface="Bebas Neue"/>
                <a:ea typeface="Bebas Neue"/>
                <a:cs typeface="Bebas Neue"/>
              </a:defRPr>
            </a:lvl3pPr>
            <a:lvl4pPr algn="ctr">
              <a:lnSpc>
                <a:spcPct val="100000"/>
              </a:lnSpc>
              <a:spcBef>
                <a:spcPts val="0"/>
              </a:spcBef>
              <a:spcAft>
                <a:spcPts val="0"/>
              </a:spcAft>
              <a:buNone/>
              <a:defRPr sz="2400">
                <a:latin typeface="Bebas Neue"/>
                <a:ea typeface="Bebas Neue"/>
                <a:cs typeface="Bebas Neue"/>
              </a:defRPr>
            </a:lvl4pPr>
            <a:lvl5pPr algn="ctr">
              <a:lnSpc>
                <a:spcPct val="100000"/>
              </a:lnSpc>
              <a:spcBef>
                <a:spcPts val="0"/>
              </a:spcBef>
              <a:spcAft>
                <a:spcPts val="0"/>
              </a:spcAft>
              <a:buNone/>
              <a:defRPr sz="2400">
                <a:latin typeface="Bebas Neue"/>
                <a:ea typeface="Bebas Neue"/>
                <a:cs typeface="Bebas Neue"/>
              </a:defRPr>
            </a:lvl5pPr>
            <a:lvl6pPr algn="ctr">
              <a:lnSpc>
                <a:spcPct val="100000"/>
              </a:lnSpc>
              <a:spcBef>
                <a:spcPts val="0"/>
              </a:spcBef>
              <a:spcAft>
                <a:spcPts val="0"/>
              </a:spcAft>
              <a:buNone/>
              <a:defRPr sz="2400">
                <a:latin typeface="Bebas Neue"/>
                <a:ea typeface="Bebas Neue"/>
                <a:cs typeface="Bebas Neue"/>
              </a:defRPr>
            </a:lvl6pPr>
            <a:lvl7pPr algn="ctr">
              <a:lnSpc>
                <a:spcPct val="100000"/>
              </a:lnSpc>
              <a:spcBef>
                <a:spcPts val="0"/>
              </a:spcBef>
              <a:spcAft>
                <a:spcPts val="0"/>
              </a:spcAft>
              <a:buNone/>
              <a:defRPr sz="2400">
                <a:latin typeface="Bebas Neue"/>
                <a:ea typeface="Bebas Neue"/>
                <a:cs typeface="Bebas Neue"/>
              </a:defRPr>
            </a:lvl7pPr>
            <a:lvl8pPr algn="ctr">
              <a:lnSpc>
                <a:spcPct val="100000"/>
              </a:lnSpc>
              <a:spcBef>
                <a:spcPts val="0"/>
              </a:spcBef>
              <a:spcAft>
                <a:spcPts val="0"/>
              </a:spcAft>
              <a:buNone/>
              <a:defRPr sz="2400">
                <a:latin typeface="Bebas Neue"/>
                <a:ea typeface="Bebas Neue"/>
                <a:cs typeface="Bebas Neue"/>
              </a:defRPr>
            </a:lvl8pPr>
            <a:lvl9pPr algn="ctr">
              <a:lnSpc>
                <a:spcPct val="100000"/>
              </a:lnSpc>
              <a:spcBef>
                <a:spcPts val="0"/>
              </a:spcBef>
              <a:spcAft>
                <a:spcPts val="0"/>
              </a:spcAft>
              <a:buNone/>
              <a:defRPr sz="2400">
                <a:latin typeface="Bebas Neue"/>
                <a:ea typeface="Bebas Neue"/>
                <a:cs typeface="Bebas Neue"/>
              </a:defRPr>
            </a:lvl9pPr>
          </a:lstStyle>
          <a:p>
            <a:endParaRPr/>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
        <p:cNvGrpSpPr/>
        <p:nvPr/>
      </p:nvGrpSpPr>
      <p:grpSpPr>
        <a:xfrm>
          <a:off x="0" y="0"/>
          <a:ext cx="0" cy="0"/>
          <a:chOff x="0" y="0"/>
          <a:chExt cx="0" cy="0"/>
        </a:xfrm>
      </p:grpSpPr>
      <p:sp>
        <p:nvSpPr>
          <p:cNvPr id="291" name="Google Shape;291;p26">
            <a:extLst>
              <a:ext uri="{FF2B5EF4-FFF2-40B4-BE49-F238E27FC236}">
                <a16:creationId xmlns:a16="http://schemas.microsoft.com/office/drawing/2014/main" id="{E9B25A10-ED9F-435C-A2B6-552DE1C0C614}"/>
              </a:ext>
            </a:extLst>
          </p:cNvPr>
          <p:cNvSpPr>
            <a:spLocks noGrp="1"/>
          </p:cNvSpPr>
          <p:nvPr/>
        </p:nvSpPr>
        <p:spPr>
          <a:xfrm>
            <a:off x="8479425" y="230120"/>
            <a:ext cx="2496096" cy="1582356"/>
          </a:xfrm>
          <a:custGeom>
            <a:avLst/>
            <a:gdLst/>
            <a:ahLst/>
            <a:cxnLst/>
            <a:rect l="l" t="t" r="r" b="b"/>
            <a:pathLst>
              <a:path w="47371" h="30030">
                <a:moveTo>
                  <a:pt x="30713" y="1"/>
                </a:moveTo>
                <a:cubicBezTo>
                  <a:pt x="29748" y="1"/>
                  <a:pt x="28782" y="127"/>
                  <a:pt x="27824" y="424"/>
                </a:cubicBezTo>
                <a:cubicBezTo>
                  <a:pt x="26233" y="898"/>
                  <a:pt x="24733" y="1605"/>
                  <a:pt x="23077" y="1931"/>
                </a:cubicBezTo>
                <a:cubicBezTo>
                  <a:pt x="22133" y="2112"/>
                  <a:pt x="21172" y="2158"/>
                  <a:pt x="20205" y="2158"/>
                </a:cubicBezTo>
                <a:cubicBezTo>
                  <a:pt x="19185" y="2158"/>
                  <a:pt x="18159" y="2106"/>
                  <a:pt x="17142" y="2106"/>
                </a:cubicBezTo>
                <a:cubicBezTo>
                  <a:pt x="15844" y="2106"/>
                  <a:pt x="14560" y="2191"/>
                  <a:pt x="13322" y="2574"/>
                </a:cubicBezTo>
                <a:cubicBezTo>
                  <a:pt x="11079" y="3282"/>
                  <a:pt x="9198" y="4966"/>
                  <a:pt x="8250" y="7088"/>
                </a:cubicBezTo>
                <a:cubicBezTo>
                  <a:pt x="7514" y="8708"/>
                  <a:pt x="7337" y="10505"/>
                  <a:pt x="6453" y="12012"/>
                </a:cubicBezTo>
                <a:cubicBezTo>
                  <a:pt x="5158" y="14247"/>
                  <a:pt x="2590" y="15513"/>
                  <a:pt x="1296" y="17756"/>
                </a:cubicBezTo>
                <a:cubicBezTo>
                  <a:pt x="1" y="20055"/>
                  <a:pt x="355" y="23062"/>
                  <a:pt x="1798" y="25304"/>
                </a:cubicBezTo>
                <a:cubicBezTo>
                  <a:pt x="1883" y="25389"/>
                  <a:pt x="1946" y="25509"/>
                  <a:pt x="2031" y="25630"/>
                </a:cubicBezTo>
                <a:cubicBezTo>
                  <a:pt x="3687" y="27865"/>
                  <a:pt x="6340" y="29195"/>
                  <a:pt x="9077" y="29726"/>
                </a:cubicBezTo>
                <a:cubicBezTo>
                  <a:pt x="10189" y="29941"/>
                  <a:pt x="11314" y="30029"/>
                  <a:pt x="12442" y="30029"/>
                </a:cubicBezTo>
                <a:cubicBezTo>
                  <a:pt x="14099" y="30029"/>
                  <a:pt x="15761" y="29838"/>
                  <a:pt x="17390" y="29577"/>
                </a:cubicBezTo>
                <a:cubicBezTo>
                  <a:pt x="18897" y="29344"/>
                  <a:pt x="20425" y="29047"/>
                  <a:pt x="21960" y="29018"/>
                </a:cubicBezTo>
                <a:cubicBezTo>
                  <a:pt x="22130" y="29012"/>
                  <a:pt x="22300" y="29010"/>
                  <a:pt x="22470" y="29010"/>
                </a:cubicBezTo>
                <a:cubicBezTo>
                  <a:pt x="24892" y="29010"/>
                  <a:pt x="27287" y="29585"/>
                  <a:pt x="29713" y="29698"/>
                </a:cubicBezTo>
                <a:cubicBezTo>
                  <a:pt x="29922" y="29707"/>
                  <a:pt x="30132" y="29711"/>
                  <a:pt x="30343" y="29711"/>
                </a:cubicBezTo>
                <a:cubicBezTo>
                  <a:pt x="32751" y="29711"/>
                  <a:pt x="35268" y="29093"/>
                  <a:pt x="36816" y="27278"/>
                </a:cubicBezTo>
                <a:cubicBezTo>
                  <a:pt x="37672" y="26274"/>
                  <a:pt x="38139" y="25007"/>
                  <a:pt x="39143" y="24123"/>
                </a:cubicBezTo>
                <a:cubicBezTo>
                  <a:pt x="40120" y="23295"/>
                  <a:pt x="41414" y="22977"/>
                  <a:pt x="42560" y="22383"/>
                </a:cubicBezTo>
                <a:cubicBezTo>
                  <a:pt x="44859" y="21173"/>
                  <a:pt x="46366" y="18789"/>
                  <a:pt x="46869" y="16256"/>
                </a:cubicBezTo>
                <a:cubicBezTo>
                  <a:pt x="47371" y="13717"/>
                  <a:pt x="46925" y="11064"/>
                  <a:pt x="45984" y="8651"/>
                </a:cubicBezTo>
                <a:cubicBezTo>
                  <a:pt x="44541" y="4966"/>
                  <a:pt x="40735" y="2751"/>
                  <a:pt x="37141" y="1428"/>
                </a:cubicBezTo>
                <a:cubicBezTo>
                  <a:pt x="35075" y="648"/>
                  <a:pt x="32897" y="1"/>
                  <a:pt x="30713" y="1"/>
                </a:cubicBezTo>
                <a:close/>
              </a:path>
            </a:pathLst>
          </a:custGeom>
          <a:solidFill>
            <a:schemeClr val="dk2"/>
          </a:solidFill>
          <a:ln>
            <a:noFill/>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292" name="Google Shape;292;p26">
            <a:extLst>
              <a:ext uri="{FF2B5EF4-FFF2-40B4-BE49-F238E27FC236}">
                <a16:creationId xmlns:a16="http://schemas.microsoft.com/office/drawing/2014/main" id="{AFE09288-842C-4F47-82E9-37C2D0E3A94C}"/>
              </a:ext>
            </a:extLst>
          </p:cNvPr>
          <p:cNvSpPr>
            <a:spLocks noGrp="1"/>
          </p:cNvSpPr>
          <p:nvPr/>
        </p:nvSpPr>
        <p:spPr>
          <a:xfrm rot="-3555177">
            <a:off x="-1456144" y="2911698"/>
            <a:ext cx="2122762" cy="1993144"/>
          </a:xfrm>
          <a:custGeom>
            <a:avLst/>
            <a:gdLst/>
            <a:ahLst/>
            <a:cxnLst/>
            <a:rect l="l" t="t" r="r" b="b"/>
            <a:pathLst>
              <a:path w="13414" h="12595">
                <a:moveTo>
                  <a:pt x="6393" y="1"/>
                </a:moveTo>
                <a:cubicBezTo>
                  <a:pt x="6010" y="1"/>
                  <a:pt x="5626" y="38"/>
                  <a:pt x="5242" y="124"/>
                </a:cubicBezTo>
                <a:cubicBezTo>
                  <a:pt x="2766" y="598"/>
                  <a:pt x="354" y="2515"/>
                  <a:pt x="177" y="5048"/>
                </a:cubicBezTo>
                <a:cubicBezTo>
                  <a:pt x="0" y="7821"/>
                  <a:pt x="3063" y="10064"/>
                  <a:pt x="5129" y="11330"/>
                </a:cubicBezTo>
                <a:cubicBezTo>
                  <a:pt x="6309" y="12076"/>
                  <a:pt x="7558" y="12595"/>
                  <a:pt x="8729" y="12595"/>
                </a:cubicBezTo>
                <a:cubicBezTo>
                  <a:pt x="9868" y="12595"/>
                  <a:pt x="10932" y="12105"/>
                  <a:pt x="11786" y="10856"/>
                </a:cubicBezTo>
                <a:cubicBezTo>
                  <a:pt x="13144" y="8854"/>
                  <a:pt x="13413" y="6137"/>
                  <a:pt x="12409" y="3959"/>
                </a:cubicBezTo>
                <a:cubicBezTo>
                  <a:pt x="11404" y="1751"/>
                  <a:pt x="9169" y="160"/>
                  <a:pt x="6749" y="11"/>
                </a:cubicBezTo>
                <a:cubicBezTo>
                  <a:pt x="6631" y="4"/>
                  <a:pt x="6512" y="1"/>
                  <a:pt x="6393" y="1"/>
                </a:cubicBezTo>
                <a:close/>
              </a:path>
            </a:pathLst>
          </a:custGeom>
          <a:solidFill>
            <a:schemeClr val="dk2"/>
          </a:solidFill>
          <a:ln>
            <a:noFill/>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296" name="Google Shape;296;p26">
            <a:extLst>
              <a:ext uri="{FF2B5EF4-FFF2-40B4-BE49-F238E27FC236}">
                <a16:creationId xmlns:a16="http://schemas.microsoft.com/office/drawing/2014/main" id="{D3A2CDFE-E306-4728-B716-130C8E1A0D2D}"/>
              </a:ext>
            </a:extLst>
          </p:cNvPr>
          <p:cNvSpPr>
            <a:spLocks noGrp="1"/>
          </p:cNvSpPr>
          <p:nvPr/>
        </p:nvSpPr>
        <p:spPr>
          <a:xfrm>
            <a:off x="8479425" y="539500"/>
            <a:ext cx="215100" cy="258300"/>
          </a:xfrm>
          <a:prstGeom prst="bracketPair">
            <a:avLst/>
          </a:prstGeom>
          <a:noFill/>
          <a:ln w="9525" cmpd="sng">
            <a:solidFill>
              <a:schemeClr val="accent5"/>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303" name="Google Shape;303;p26">
            <a:extLst>
              <a:ext uri="{FF2B5EF4-FFF2-40B4-BE49-F238E27FC236}">
                <a16:creationId xmlns:a16="http://schemas.microsoft.com/office/drawing/2014/main" id="{6D02CBEA-29DB-4E3E-9FD6-983A06C40398}"/>
              </a:ext>
            </a:extLst>
          </p:cNvPr>
          <p:cNvSpPr>
            <a:spLocks noGrp="1"/>
          </p:cNvSpPr>
          <p:nvPr/>
        </p:nvSpPr>
        <p:spPr>
          <a:xfrm>
            <a:off x="8652025" y="1231400"/>
            <a:ext cx="289200" cy="258300"/>
          </a:xfrm>
          <a:prstGeom prst="bracePair">
            <a:avLst/>
          </a:prstGeom>
          <a:noFill/>
          <a:ln w="9525" cmpd="sng">
            <a:solidFill>
              <a:schemeClr val="accent1"/>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304" name="Google Shape;304;p26">
            <a:extLst>
              <a:ext uri="{FF2B5EF4-FFF2-40B4-BE49-F238E27FC236}">
                <a16:creationId xmlns:a16="http://schemas.microsoft.com/office/drawing/2014/main" id="{58EFBFE3-B09E-4E96-BFF7-EC2CEFCAA779}"/>
              </a:ext>
            </a:extLst>
          </p:cNvPr>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305" name="Google Shape;305;p26">
            <a:extLst>
              <a:ext uri="{FF2B5EF4-FFF2-40B4-BE49-F238E27FC236}">
                <a16:creationId xmlns:a16="http://schemas.microsoft.com/office/drawing/2014/main" id="{83784197-2D61-41EC-A353-EAD5CB5B13E7}"/>
              </a:ext>
            </a:extLst>
          </p:cNvPr>
          <p:cNvSpPr>
            <a:spLocks noGrp="1"/>
          </p:cNvSpPr>
          <p:nvPr>
            <p:ph type="subTitle" idx="1"/>
          </p:nvPr>
        </p:nvSpPr>
        <p:spPr>
          <a:xfrm>
            <a:off x="1618875" y="1926977"/>
            <a:ext cx="2373000" cy="665400"/>
          </a:xfrm>
          <a:prstGeom prst="rect">
            <a:avLst/>
          </a:prstGeom>
        </p:spPr>
        <p:txBody>
          <a:bodyPr spcFirstLastPara="1" wrap="square" lIns="91425" tIns="91425" rIns="91425" bIns="91425" anchor="t">
            <a:noAutofit/>
          </a:bodyPr>
          <a:lstStyle>
            <a:lvl1pPr algn="ctr">
              <a:spcBef>
                <a:spcPts val="0"/>
              </a:spcBef>
              <a:spcAft>
                <a:spcPts val="0"/>
              </a:spcAft>
              <a:buNone/>
              <a:defRPr sz="1400"/>
            </a:lvl1pPr>
            <a:lvl2pPr algn="ctr">
              <a:lnSpc>
                <a:spcPct val="100000"/>
              </a:lnSpc>
              <a:spcBef>
                <a:spcPts val="0"/>
              </a:spcBef>
              <a:spcAft>
                <a:spcPts val="0"/>
              </a:spcAft>
              <a:buNone/>
              <a:defRPr/>
            </a:lvl2pPr>
            <a:lvl3pPr algn="ctr">
              <a:lnSpc>
                <a:spcPct val="100000"/>
              </a:lnSpc>
              <a:spcBef>
                <a:spcPts val="0"/>
              </a:spcBef>
              <a:spcAft>
                <a:spcPts val="0"/>
              </a:spcAft>
              <a:buNone/>
              <a:defRPr/>
            </a:lvl3pPr>
            <a:lvl4pPr algn="ctr">
              <a:lnSpc>
                <a:spcPct val="100000"/>
              </a:lnSpc>
              <a:spcBef>
                <a:spcPts val="0"/>
              </a:spcBef>
              <a:spcAft>
                <a:spcPts val="0"/>
              </a:spcAft>
              <a:buNone/>
              <a:defRPr/>
            </a:lvl4pPr>
            <a:lvl5pPr algn="ctr">
              <a:lnSpc>
                <a:spcPct val="100000"/>
              </a:lnSpc>
              <a:spcBef>
                <a:spcPts val="0"/>
              </a:spcBef>
              <a:spcAft>
                <a:spcPts val="0"/>
              </a:spcAft>
              <a:buNone/>
              <a:defRPr/>
            </a:lvl5pPr>
            <a:lvl6pPr algn="ctr">
              <a:lnSpc>
                <a:spcPct val="100000"/>
              </a:lnSpc>
              <a:spcBef>
                <a:spcPts val="0"/>
              </a:spcBef>
              <a:spcAft>
                <a:spcPts val="0"/>
              </a:spcAft>
              <a:buNone/>
              <a:defRPr/>
            </a:lvl6pPr>
            <a:lvl7pPr algn="ctr">
              <a:lnSpc>
                <a:spcPct val="100000"/>
              </a:lnSpc>
              <a:spcBef>
                <a:spcPts val="0"/>
              </a:spcBef>
              <a:spcAft>
                <a:spcPts val="0"/>
              </a:spcAft>
              <a:buNone/>
              <a:defRPr/>
            </a:lvl7pPr>
            <a:lvl8pPr algn="ctr">
              <a:lnSpc>
                <a:spcPct val="100000"/>
              </a:lnSpc>
              <a:spcBef>
                <a:spcPts val="0"/>
              </a:spcBef>
              <a:spcAft>
                <a:spcPts val="0"/>
              </a:spcAft>
              <a:buNone/>
              <a:defRPr/>
            </a:lvl8pPr>
            <a:lvl9pPr algn="ctr">
              <a:lnSpc>
                <a:spcPct val="100000"/>
              </a:lnSpc>
              <a:spcBef>
                <a:spcPts val="0"/>
              </a:spcBef>
              <a:spcAft>
                <a:spcPts val="0"/>
              </a:spcAft>
              <a:buNone/>
              <a:defRPr/>
            </a:lvl9pPr>
          </a:lstStyle>
          <a:p>
            <a:endParaRPr/>
          </a:p>
        </p:txBody>
      </p:sp>
      <p:sp>
        <p:nvSpPr>
          <p:cNvPr id="306" name="Google Shape;306;p26">
            <a:extLst>
              <a:ext uri="{FF2B5EF4-FFF2-40B4-BE49-F238E27FC236}">
                <a16:creationId xmlns:a16="http://schemas.microsoft.com/office/drawing/2014/main" id="{CD5781E8-CA37-416A-BE31-BF27240E397A}"/>
              </a:ext>
            </a:extLst>
          </p:cNvPr>
          <p:cNvSpPr>
            <a:spLocks noGrp="1"/>
          </p:cNvSpPr>
          <p:nvPr>
            <p:ph type="subTitle" idx="2"/>
          </p:nvPr>
        </p:nvSpPr>
        <p:spPr>
          <a:xfrm>
            <a:off x="5152013" y="1926977"/>
            <a:ext cx="2373000" cy="665400"/>
          </a:xfrm>
          <a:prstGeom prst="rect">
            <a:avLst/>
          </a:prstGeom>
        </p:spPr>
        <p:txBody>
          <a:bodyPr spcFirstLastPara="1" wrap="square" lIns="91425" tIns="91425" rIns="91425" bIns="91425" anchor="t">
            <a:noAutofit/>
          </a:bodyPr>
          <a:lstStyle>
            <a:lvl1pPr algn="ctr">
              <a:spcBef>
                <a:spcPts val="0"/>
              </a:spcBef>
              <a:spcAft>
                <a:spcPts val="0"/>
              </a:spcAft>
              <a:buNone/>
              <a:defRPr sz="1400"/>
            </a:lvl1pPr>
            <a:lvl2pPr algn="ctr">
              <a:lnSpc>
                <a:spcPct val="100000"/>
              </a:lnSpc>
              <a:spcBef>
                <a:spcPts val="0"/>
              </a:spcBef>
              <a:spcAft>
                <a:spcPts val="0"/>
              </a:spcAft>
              <a:buNone/>
              <a:defRPr/>
            </a:lvl2pPr>
            <a:lvl3pPr algn="ctr">
              <a:lnSpc>
                <a:spcPct val="100000"/>
              </a:lnSpc>
              <a:spcBef>
                <a:spcPts val="0"/>
              </a:spcBef>
              <a:spcAft>
                <a:spcPts val="0"/>
              </a:spcAft>
              <a:buNone/>
              <a:defRPr/>
            </a:lvl3pPr>
            <a:lvl4pPr algn="ctr">
              <a:lnSpc>
                <a:spcPct val="100000"/>
              </a:lnSpc>
              <a:spcBef>
                <a:spcPts val="0"/>
              </a:spcBef>
              <a:spcAft>
                <a:spcPts val="0"/>
              </a:spcAft>
              <a:buNone/>
              <a:defRPr/>
            </a:lvl4pPr>
            <a:lvl5pPr algn="ctr">
              <a:lnSpc>
                <a:spcPct val="100000"/>
              </a:lnSpc>
              <a:spcBef>
                <a:spcPts val="0"/>
              </a:spcBef>
              <a:spcAft>
                <a:spcPts val="0"/>
              </a:spcAft>
              <a:buNone/>
              <a:defRPr/>
            </a:lvl5pPr>
            <a:lvl6pPr algn="ctr">
              <a:lnSpc>
                <a:spcPct val="100000"/>
              </a:lnSpc>
              <a:spcBef>
                <a:spcPts val="0"/>
              </a:spcBef>
              <a:spcAft>
                <a:spcPts val="0"/>
              </a:spcAft>
              <a:buNone/>
              <a:defRPr/>
            </a:lvl6pPr>
            <a:lvl7pPr algn="ctr">
              <a:lnSpc>
                <a:spcPct val="100000"/>
              </a:lnSpc>
              <a:spcBef>
                <a:spcPts val="0"/>
              </a:spcBef>
              <a:spcAft>
                <a:spcPts val="0"/>
              </a:spcAft>
              <a:buNone/>
              <a:defRPr/>
            </a:lvl7pPr>
            <a:lvl8pPr algn="ctr">
              <a:lnSpc>
                <a:spcPct val="100000"/>
              </a:lnSpc>
              <a:spcBef>
                <a:spcPts val="0"/>
              </a:spcBef>
              <a:spcAft>
                <a:spcPts val="0"/>
              </a:spcAft>
              <a:buNone/>
              <a:defRPr/>
            </a:lvl8pPr>
            <a:lvl9pPr algn="ctr">
              <a:lnSpc>
                <a:spcPct val="100000"/>
              </a:lnSpc>
              <a:spcBef>
                <a:spcPts val="0"/>
              </a:spcBef>
              <a:spcAft>
                <a:spcPts val="0"/>
              </a:spcAft>
              <a:buNone/>
              <a:defRPr/>
            </a:lvl9pPr>
          </a:lstStyle>
          <a:p>
            <a:endParaRPr/>
          </a:p>
        </p:txBody>
      </p:sp>
      <p:sp>
        <p:nvSpPr>
          <p:cNvPr id="307" name="Google Shape;307;p26">
            <a:extLst>
              <a:ext uri="{FF2B5EF4-FFF2-40B4-BE49-F238E27FC236}">
                <a16:creationId xmlns:a16="http://schemas.microsoft.com/office/drawing/2014/main" id="{BFCAC0A3-F836-4C0C-9836-81B80B324E34}"/>
              </a:ext>
            </a:extLst>
          </p:cNvPr>
          <p:cNvSpPr>
            <a:spLocks noGrp="1"/>
          </p:cNvSpPr>
          <p:nvPr>
            <p:ph type="subTitle" idx="3"/>
          </p:nvPr>
        </p:nvSpPr>
        <p:spPr>
          <a:xfrm>
            <a:off x="1618875" y="3569852"/>
            <a:ext cx="2373000" cy="665400"/>
          </a:xfrm>
          <a:prstGeom prst="rect">
            <a:avLst/>
          </a:prstGeom>
        </p:spPr>
        <p:txBody>
          <a:bodyPr spcFirstLastPara="1" wrap="square" lIns="91425" tIns="91425" rIns="91425" bIns="91425" anchor="t">
            <a:noAutofit/>
          </a:bodyPr>
          <a:lstStyle>
            <a:lvl1pPr algn="ctr">
              <a:spcBef>
                <a:spcPts val="0"/>
              </a:spcBef>
              <a:spcAft>
                <a:spcPts val="0"/>
              </a:spcAft>
              <a:buNone/>
              <a:defRPr sz="1400"/>
            </a:lvl1pPr>
            <a:lvl2pPr algn="ctr">
              <a:lnSpc>
                <a:spcPct val="100000"/>
              </a:lnSpc>
              <a:spcBef>
                <a:spcPts val="0"/>
              </a:spcBef>
              <a:spcAft>
                <a:spcPts val="0"/>
              </a:spcAft>
              <a:buNone/>
              <a:defRPr/>
            </a:lvl2pPr>
            <a:lvl3pPr algn="ctr">
              <a:lnSpc>
                <a:spcPct val="100000"/>
              </a:lnSpc>
              <a:spcBef>
                <a:spcPts val="0"/>
              </a:spcBef>
              <a:spcAft>
                <a:spcPts val="0"/>
              </a:spcAft>
              <a:buNone/>
              <a:defRPr/>
            </a:lvl3pPr>
            <a:lvl4pPr algn="ctr">
              <a:lnSpc>
                <a:spcPct val="100000"/>
              </a:lnSpc>
              <a:spcBef>
                <a:spcPts val="0"/>
              </a:spcBef>
              <a:spcAft>
                <a:spcPts val="0"/>
              </a:spcAft>
              <a:buNone/>
              <a:defRPr/>
            </a:lvl4pPr>
            <a:lvl5pPr algn="ctr">
              <a:lnSpc>
                <a:spcPct val="100000"/>
              </a:lnSpc>
              <a:spcBef>
                <a:spcPts val="0"/>
              </a:spcBef>
              <a:spcAft>
                <a:spcPts val="0"/>
              </a:spcAft>
              <a:buNone/>
              <a:defRPr/>
            </a:lvl5pPr>
            <a:lvl6pPr algn="ctr">
              <a:lnSpc>
                <a:spcPct val="100000"/>
              </a:lnSpc>
              <a:spcBef>
                <a:spcPts val="0"/>
              </a:spcBef>
              <a:spcAft>
                <a:spcPts val="0"/>
              </a:spcAft>
              <a:buNone/>
              <a:defRPr/>
            </a:lvl6pPr>
            <a:lvl7pPr algn="ctr">
              <a:lnSpc>
                <a:spcPct val="100000"/>
              </a:lnSpc>
              <a:spcBef>
                <a:spcPts val="0"/>
              </a:spcBef>
              <a:spcAft>
                <a:spcPts val="0"/>
              </a:spcAft>
              <a:buNone/>
              <a:defRPr/>
            </a:lvl7pPr>
            <a:lvl8pPr algn="ctr">
              <a:lnSpc>
                <a:spcPct val="100000"/>
              </a:lnSpc>
              <a:spcBef>
                <a:spcPts val="0"/>
              </a:spcBef>
              <a:spcAft>
                <a:spcPts val="0"/>
              </a:spcAft>
              <a:buNone/>
              <a:defRPr/>
            </a:lvl8pPr>
            <a:lvl9pPr algn="ctr">
              <a:lnSpc>
                <a:spcPct val="100000"/>
              </a:lnSpc>
              <a:spcBef>
                <a:spcPts val="0"/>
              </a:spcBef>
              <a:spcAft>
                <a:spcPts val="0"/>
              </a:spcAft>
              <a:buNone/>
              <a:defRPr/>
            </a:lvl9pPr>
          </a:lstStyle>
          <a:p>
            <a:endParaRPr/>
          </a:p>
        </p:txBody>
      </p:sp>
      <p:sp>
        <p:nvSpPr>
          <p:cNvPr id="308" name="Google Shape;308;p26">
            <a:extLst>
              <a:ext uri="{FF2B5EF4-FFF2-40B4-BE49-F238E27FC236}">
                <a16:creationId xmlns:a16="http://schemas.microsoft.com/office/drawing/2014/main" id="{AF51EFFA-5896-4A86-9AFF-FBF3FC2F2273}"/>
              </a:ext>
            </a:extLst>
          </p:cNvPr>
          <p:cNvSpPr>
            <a:spLocks noGrp="1"/>
          </p:cNvSpPr>
          <p:nvPr>
            <p:ph type="subTitle" idx="4"/>
          </p:nvPr>
        </p:nvSpPr>
        <p:spPr>
          <a:xfrm>
            <a:off x="5152013" y="3569852"/>
            <a:ext cx="2373000" cy="665400"/>
          </a:xfrm>
          <a:prstGeom prst="rect">
            <a:avLst/>
          </a:prstGeom>
        </p:spPr>
        <p:txBody>
          <a:bodyPr spcFirstLastPara="1" wrap="square" lIns="91425" tIns="91425" rIns="91425" bIns="91425" anchor="t">
            <a:noAutofit/>
          </a:bodyPr>
          <a:lstStyle>
            <a:lvl1pPr algn="ctr">
              <a:spcBef>
                <a:spcPts val="0"/>
              </a:spcBef>
              <a:spcAft>
                <a:spcPts val="0"/>
              </a:spcAft>
              <a:buNone/>
              <a:defRPr sz="1400"/>
            </a:lvl1pPr>
            <a:lvl2pPr algn="ctr">
              <a:lnSpc>
                <a:spcPct val="100000"/>
              </a:lnSpc>
              <a:spcBef>
                <a:spcPts val="0"/>
              </a:spcBef>
              <a:spcAft>
                <a:spcPts val="0"/>
              </a:spcAft>
              <a:buNone/>
              <a:defRPr/>
            </a:lvl2pPr>
            <a:lvl3pPr algn="ctr">
              <a:lnSpc>
                <a:spcPct val="100000"/>
              </a:lnSpc>
              <a:spcBef>
                <a:spcPts val="0"/>
              </a:spcBef>
              <a:spcAft>
                <a:spcPts val="0"/>
              </a:spcAft>
              <a:buNone/>
              <a:defRPr/>
            </a:lvl3pPr>
            <a:lvl4pPr algn="ctr">
              <a:lnSpc>
                <a:spcPct val="100000"/>
              </a:lnSpc>
              <a:spcBef>
                <a:spcPts val="0"/>
              </a:spcBef>
              <a:spcAft>
                <a:spcPts val="0"/>
              </a:spcAft>
              <a:buNone/>
              <a:defRPr/>
            </a:lvl4pPr>
            <a:lvl5pPr algn="ctr">
              <a:lnSpc>
                <a:spcPct val="100000"/>
              </a:lnSpc>
              <a:spcBef>
                <a:spcPts val="0"/>
              </a:spcBef>
              <a:spcAft>
                <a:spcPts val="0"/>
              </a:spcAft>
              <a:buNone/>
              <a:defRPr/>
            </a:lvl5pPr>
            <a:lvl6pPr algn="ctr">
              <a:lnSpc>
                <a:spcPct val="100000"/>
              </a:lnSpc>
              <a:spcBef>
                <a:spcPts val="0"/>
              </a:spcBef>
              <a:spcAft>
                <a:spcPts val="0"/>
              </a:spcAft>
              <a:buNone/>
              <a:defRPr/>
            </a:lvl6pPr>
            <a:lvl7pPr algn="ctr">
              <a:lnSpc>
                <a:spcPct val="100000"/>
              </a:lnSpc>
              <a:spcBef>
                <a:spcPts val="0"/>
              </a:spcBef>
              <a:spcAft>
                <a:spcPts val="0"/>
              </a:spcAft>
              <a:buNone/>
              <a:defRPr/>
            </a:lvl7pPr>
            <a:lvl8pPr algn="ctr">
              <a:lnSpc>
                <a:spcPct val="100000"/>
              </a:lnSpc>
              <a:spcBef>
                <a:spcPts val="0"/>
              </a:spcBef>
              <a:spcAft>
                <a:spcPts val="0"/>
              </a:spcAft>
              <a:buNone/>
              <a:defRPr/>
            </a:lvl8pPr>
            <a:lvl9pPr algn="ctr">
              <a:lnSpc>
                <a:spcPct val="100000"/>
              </a:lnSpc>
              <a:spcBef>
                <a:spcPts val="0"/>
              </a:spcBef>
              <a:spcAft>
                <a:spcPts val="0"/>
              </a:spcAft>
              <a:buNone/>
              <a:defRPr/>
            </a:lvl9pPr>
          </a:lstStyle>
          <a:p>
            <a:endParaRPr/>
          </a:p>
        </p:txBody>
      </p:sp>
      <p:sp>
        <p:nvSpPr>
          <p:cNvPr id="309" name="Google Shape;309;p26">
            <a:extLst>
              <a:ext uri="{FF2B5EF4-FFF2-40B4-BE49-F238E27FC236}">
                <a16:creationId xmlns:a16="http://schemas.microsoft.com/office/drawing/2014/main" id="{101C1727-83E1-4F29-A2E2-763E131CDD96}"/>
              </a:ext>
            </a:extLst>
          </p:cNvPr>
          <p:cNvSpPr>
            <a:spLocks noGrp="1"/>
          </p:cNvSpPr>
          <p:nvPr>
            <p:ph type="subTitle" idx="5"/>
          </p:nvPr>
        </p:nvSpPr>
        <p:spPr>
          <a:xfrm>
            <a:off x="1618875" y="1489700"/>
            <a:ext cx="2373000" cy="505500"/>
          </a:xfrm>
          <a:prstGeom prst="rect">
            <a:avLst/>
          </a:prstGeom>
        </p:spPr>
        <p:txBody>
          <a:bodyPr spcFirstLastPara="1" wrap="square" lIns="91425" tIns="91425" rIns="91425" bIns="91425" anchor="b">
            <a:noAutofit/>
          </a:bodyPr>
          <a:lstStyle>
            <a:lvl1pPr algn="ctr">
              <a:spcBef>
                <a:spcPts val="0"/>
              </a:spcBef>
              <a:spcAft>
                <a:spcPts val="0"/>
              </a:spcAft>
              <a:buNone/>
              <a:defRPr sz="2400" b="1">
                <a:solidFill>
                  <a:schemeClr val="dk1"/>
                </a:solidFill>
                <a:latin typeface="Poppins"/>
                <a:ea typeface="Poppins"/>
                <a:cs typeface="Poppins"/>
              </a:defRPr>
            </a:lvl1pPr>
            <a:lvl2pPr algn="ctr">
              <a:lnSpc>
                <a:spcPct val="100000"/>
              </a:lnSpc>
              <a:spcBef>
                <a:spcPts val="0"/>
              </a:spcBef>
              <a:spcAft>
                <a:spcPts val="0"/>
              </a:spcAft>
              <a:buNone/>
              <a:defRPr sz="2400">
                <a:latin typeface="Bebas Neue"/>
                <a:ea typeface="Bebas Neue"/>
                <a:cs typeface="Bebas Neue"/>
              </a:defRPr>
            </a:lvl2pPr>
            <a:lvl3pPr algn="ctr">
              <a:lnSpc>
                <a:spcPct val="100000"/>
              </a:lnSpc>
              <a:spcBef>
                <a:spcPts val="0"/>
              </a:spcBef>
              <a:spcAft>
                <a:spcPts val="0"/>
              </a:spcAft>
              <a:buNone/>
              <a:defRPr sz="2400">
                <a:latin typeface="Bebas Neue"/>
                <a:ea typeface="Bebas Neue"/>
                <a:cs typeface="Bebas Neue"/>
              </a:defRPr>
            </a:lvl3pPr>
            <a:lvl4pPr algn="ctr">
              <a:lnSpc>
                <a:spcPct val="100000"/>
              </a:lnSpc>
              <a:spcBef>
                <a:spcPts val="0"/>
              </a:spcBef>
              <a:spcAft>
                <a:spcPts val="0"/>
              </a:spcAft>
              <a:buNone/>
              <a:defRPr sz="2400">
                <a:latin typeface="Bebas Neue"/>
                <a:ea typeface="Bebas Neue"/>
                <a:cs typeface="Bebas Neue"/>
              </a:defRPr>
            </a:lvl4pPr>
            <a:lvl5pPr algn="ctr">
              <a:lnSpc>
                <a:spcPct val="100000"/>
              </a:lnSpc>
              <a:spcBef>
                <a:spcPts val="0"/>
              </a:spcBef>
              <a:spcAft>
                <a:spcPts val="0"/>
              </a:spcAft>
              <a:buNone/>
              <a:defRPr sz="2400">
                <a:latin typeface="Bebas Neue"/>
                <a:ea typeface="Bebas Neue"/>
                <a:cs typeface="Bebas Neue"/>
              </a:defRPr>
            </a:lvl5pPr>
            <a:lvl6pPr algn="ctr">
              <a:lnSpc>
                <a:spcPct val="100000"/>
              </a:lnSpc>
              <a:spcBef>
                <a:spcPts val="0"/>
              </a:spcBef>
              <a:spcAft>
                <a:spcPts val="0"/>
              </a:spcAft>
              <a:buNone/>
              <a:defRPr sz="2400">
                <a:latin typeface="Bebas Neue"/>
                <a:ea typeface="Bebas Neue"/>
                <a:cs typeface="Bebas Neue"/>
              </a:defRPr>
            </a:lvl6pPr>
            <a:lvl7pPr algn="ctr">
              <a:lnSpc>
                <a:spcPct val="100000"/>
              </a:lnSpc>
              <a:spcBef>
                <a:spcPts val="0"/>
              </a:spcBef>
              <a:spcAft>
                <a:spcPts val="0"/>
              </a:spcAft>
              <a:buNone/>
              <a:defRPr sz="2400">
                <a:latin typeface="Bebas Neue"/>
                <a:ea typeface="Bebas Neue"/>
                <a:cs typeface="Bebas Neue"/>
              </a:defRPr>
            </a:lvl7pPr>
            <a:lvl8pPr algn="ctr">
              <a:lnSpc>
                <a:spcPct val="100000"/>
              </a:lnSpc>
              <a:spcBef>
                <a:spcPts val="0"/>
              </a:spcBef>
              <a:spcAft>
                <a:spcPts val="0"/>
              </a:spcAft>
              <a:buNone/>
              <a:defRPr sz="2400">
                <a:latin typeface="Bebas Neue"/>
                <a:ea typeface="Bebas Neue"/>
                <a:cs typeface="Bebas Neue"/>
              </a:defRPr>
            </a:lvl8pPr>
            <a:lvl9pPr algn="ctr">
              <a:lnSpc>
                <a:spcPct val="100000"/>
              </a:lnSpc>
              <a:spcBef>
                <a:spcPts val="0"/>
              </a:spcBef>
              <a:spcAft>
                <a:spcPts val="0"/>
              </a:spcAft>
              <a:buNone/>
              <a:defRPr sz="2400">
                <a:latin typeface="Bebas Neue"/>
                <a:ea typeface="Bebas Neue"/>
                <a:cs typeface="Bebas Neue"/>
              </a:defRPr>
            </a:lvl9pPr>
          </a:lstStyle>
          <a:p>
            <a:endParaRPr/>
          </a:p>
        </p:txBody>
      </p:sp>
      <p:sp>
        <p:nvSpPr>
          <p:cNvPr id="310" name="Google Shape;310;p26">
            <a:extLst>
              <a:ext uri="{FF2B5EF4-FFF2-40B4-BE49-F238E27FC236}">
                <a16:creationId xmlns:a16="http://schemas.microsoft.com/office/drawing/2014/main" id="{DB7ABF33-777C-4309-9186-DE26B4E1ADB1}"/>
              </a:ext>
            </a:extLst>
          </p:cNvPr>
          <p:cNvSpPr>
            <a:spLocks noGrp="1"/>
          </p:cNvSpPr>
          <p:nvPr>
            <p:ph type="subTitle" idx="6"/>
          </p:nvPr>
        </p:nvSpPr>
        <p:spPr>
          <a:xfrm>
            <a:off x="1618875" y="3132675"/>
            <a:ext cx="2373000" cy="505500"/>
          </a:xfrm>
          <a:prstGeom prst="rect">
            <a:avLst/>
          </a:prstGeom>
        </p:spPr>
        <p:txBody>
          <a:bodyPr spcFirstLastPara="1" wrap="square" lIns="91425" tIns="91425" rIns="91425" bIns="91425" anchor="b">
            <a:noAutofit/>
          </a:bodyPr>
          <a:lstStyle>
            <a:lvl1pPr algn="ctr">
              <a:spcBef>
                <a:spcPts val="0"/>
              </a:spcBef>
              <a:spcAft>
                <a:spcPts val="0"/>
              </a:spcAft>
              <a:buNone/>
              <a:defRPr sz="2400" b="1">
                <a:solidFill>
                  <a:schemeClr val="dk1"/>
                </a:solidFill>
                <a:latin typeface="Poppins"/>
                <a:ea typeface="Poppins"/>
                <a:cs typeface="Poppins"/>
              </a:defRPr>
            </a:lvl1pPr>
            <a:lvl2pPr algn="ctr">
              <a:lnSpc>
                <a:spcPct val="100000"/>
              </a:lnSpc>
              <a:spcBef>
                <a:spcPts val="0"/>
              </a:spcBef>
              <a:spcAft>
                <a:spcPts val="0"/>
              </a:spcAft>
              <a:buNone/>
              <a:defRPr sz="2400">
                <a:latin typeface="Bebas Neue"/>
                <a:ea typeface="Bebas Neue"/>
                <a:cs typeface="Bebas Neue"/>
              </a:defRPr>
            </a:lvl2pPr>
            <a:lvl3pPr algn="ctr">
              <a:lnSpc>
                <a:spcPct val="100000"/>
              </a:lnSpc>
              <a:spcBef>
                <a:spcPts val="0"/>
              </a:spcBef>
              <a:spcAft>
                <a:spcPts val="0"/>
              </a:spcAft>
              <a:buNone/>
              <a:defRPr sz="2400">
                <a:latin typeface="Bebas Neue"/>
                <a:ea typeface="Bebas Neue"/>
                <a:cs typeface="Bebas Neue"/>
              </a:defRPr>
            </a:lvl3pPr>
            <a:lvl4pPr algn="ctr">
              <a:lnSpc>
                <a:spcPct val="100000"/>
              </a:lnSpc>
              <a:spcBef>
                <a:spcPts val="0"/>
              </a:spcBef>
              <a:spcAft>
                <a:spcPts val="0"/>
              </a:spcAft>
              <a:buNone/>
              <a:defRPr sz="2400">
                <a:latin typeface="Bebas Neue"/>
                <a:ea typeface="Bebas Neue"/>
                <a:cs typeface="Bebas Neue"/>
              </a:defRPr>
            </a:lvl4pPr>
            <a:lvl5pPr algn="ctr">
              <a:lnSpc>
                <a:spcPct val="100000"/>
              </a:lnSpc>
              <a:spcBef>
                <a:spcPts val="0"/>
              </a:spcBef>
              <a:spcAft>
                <a:spcPts val="0"/>
              </a:spcAft>
              <a:buNone/>
              <a:defRPr sz="2400">
                <a:latin typeface="Bebas Neue"/>
                <a:ea typeface="Bebas Neue"/>
                <a:cs typeface="Bebas Neue"/>
              </a:defRPr>
            </a:lvl5pPr>
            <a:lvl6pPr algn="ctr">
              <a:lnSpc>
                <a:spcPct val="100000"/>
              </a:lnSpc>
              <a:spcBef>
                <a:spcPts val="0"/>
              </a:spcBef>
              <a:spcAft>
                <a:spcPts val="0"/>
              </a:spcAft>
              <a:buNone/>
              <a:defRPr sz="2400">
                <a:latin typeface="Bebas Neue"/>
                <a:ea typeface="Bebas Neue"/>
                <a:cs typeface="Bebas Neue"/>
              </a:defRPr>
            </a:lvl6pPr>
            <a:lvl7pPr algn="ctr">
              <a:lnSpc>
                <a:spcPct val="100000"/>
              </a:lnSpc>
              <a:spcBef>
                <a:spcPts val="0"/>
              </a:spcBef>
              <a:spcAft>
                <a:spcPts val="0"/>
              </a:spcAft>
              <a:buNone/>
              <a:defRPr sz="2400">
                <a:latin typeface="Bebas Neue"/>
                <a:ea typeface="Bebas Neue"/>
                <a:cs typeface="Bebas Neue"/>
              </a:defRPr>
            </a:lvl7pPr>
            <a:lvl8pPr algn="ctr">
              <a:lnSpc>
                <a:spcPct val="100000"/>
              </a:lnSpc>
              <a:spcBef>
                <a:spcPts val="0"/>
              </a:spcBef>
              <a:spcAft>
                <a:spcPts val="0"/>
              </a:spcAft>
              <a:buNone/>
              <a:defRPr sz="2400">
                <a:latin typeface="Bebas Neue"/>
                <a:ea typeface="Bebas Neue"/>
                <a:cs typeface="Bebas Neue"/>
              </a:defRPr>
            </a:lvl8pPr>
            <a:lvl9pPr algn="ctr">
              <a:lnSpc>
                <a:spcPct val="100000"/>
              </a:lnSpc>
              <a:spcBef>
                <a:spcPts val="0"/>
              </a:spcBef>
              <a:spcAft>
                <a:spcPts val="0"/>
              </a:spcAft>
              <a:buNone/>
              <a:defRPr sz="2400">
                <a:latin typeface="Bebas Neue"/>
                <a:ea typeface="Bebas Neue"/>
                <a:cs typeface="Bebas Neue"/>
              </a:defRPr>
            </a:lvl9pPr>
          </a:lstStyle>
          <a:p>
            <a:endParaRPr/>
          </a:p>
        </p:txBody>
      </p:sp>
      <p:sp>
        <p:nvSpPr>
          <p:cNvPr id="311" name="Google Shape;311;p26">
            <a:extLst>
              <a:ext uri="{FF2B5EF4-FFF2-40B4-BE49-F238E27FC236}">
                <a16:creationId xmlns:a16="http://schemas.microsoft.com/office/drawing/2014/main" id="{D295F255-A522-4A9A-82E4-8F5501AC76D8}"/>
              </a:ext>
            </a:extLst>
          </p:cNvPr>
          <p:cNvSpPr>
            <a:spLocks noGrp="1"/>
          </p:cNvSpPr>
          <p:nvPr>
            <p:ph type="subTitle" idx="7"/>
          </p:nvPr>
        </p:nvSpPr>
        <p:spPr>
          <a:xfrm>
            <a:off x="5152008" y="1489700"/>
            <a:ext cx="2373000" cy="505500"/>
          </a:xfrm>
          <a:prstGeom prst="rect">
            <a:avLst/>
          </a:prstGeom>
        </p:spPr>
        <p:txBody>
          <a:bodyPr spcFirstLastPara="1" wrap="square" lIns="91425" tIns="91425" rIns="91425" bIns="91425" anchor="b">
            <a:noAutofit/>
          </a:bodyPr>
          <a:lstStyle>
            <a:lvl1pPr algn="ctr">
              <a:spcBef>
                <a:spcPts val="0"/>
              </a:spcBef>
              <a:spcAft>
                <a:spcPts val="0"/>
              </a:spcAft>
              <a:buNone/>
              <a:defRPr sz="2400" b="1">
                <a:solidFill>
                  <a:schemeClr val="dk1"/>
                </a:solidFill>
                <a:latin typeface="Poppins"/>
                <a:ea typeface="Poppins"/>
                <a:cs typeface="Poppins"/>
              </a:defRPr>
            </a:lvl1pPr>
            <a:lvl2pPr algn="ctr">
              <a:lnSpc>
                <a:spcPct val="100000"/>
              </a:lnSpc>
              <a:spcBef>
                <a:spcPts val="0"/>
              </a:spcBef>
              <a:spcAft>
                <a:spcPts val="0"/>
              </a:spcAft>
              <a:buNone/>
              <a:defRPr sz="2400">
                <a:latin typeface="Bebas Neue"/>
                <a:ea typeface="Bebas Neue"/>
                <a:cs typeface="Bebas Neue"/>
              </a:defRPr>
            </a:lvl2pPr>
            <a:lvl3pPr algn="ctr">
              <a:lnSpc>
                <a:spcPct val="100000"/>
              </a:lnSpc>
              <a:spcBef>
                <a:spcPts val="0"/>
              </a:spcBef>
              <a:spcAft>
                <a:spcPts val="0"/>
              </a:spcAft>
              <a:buNone/>
              <a:defRPr sz="2400">
                <a:latin typeface="Bebas Neue"/>
                <a:ea typeface="Bebas Neue"/>
                <a:cs typeface="Bebas Neue"/>
              </a:defRPr>
            </a:lvl3pPr>
            <a:lvl4pPr algn="ctr">
              <a:lnSpc>
                <a:spcPct val="100000"/>
              </a:lnSpc>
              <a:spcBef>
                <a:spcPts val="0"/>
              </a:spcBef>
              <a:spcAft>
                <a:spcPts val="0"/>
              </a:spcAft>
              <a:buNone/>
              <a:defRPr sz="2400">
                <a:latin typeface="Bebas Neue"/>
                <a:ea typeface="Bebas Neue"/>
                <a:cs typeface="Bebas Neue"/>
              </a:defRPr>
            </a:lvl4pPr>
            <a:lvl5pPr algn="ctr">
              <a:lnSpc>
                <a:spcPct val="100000"/>
              </a:lnSpc>
              <a:spcBef>
                <a:spcPts val="0"/>
              </a:spcBef>
              <a:spcAft>
                <a:spcPts val="0"/>
              </a:spcAft>
              <a:buNone/>
              <a:defRPr sz="2400">
                <a:latin typeface="Bebas Neue"/>
                <a:ea typeface="Bebas Neue"/>
                <a:cs typeface="Bebas Neue"/>
              </a:defRPr>
            </a:lvl5pPr>
            <a:lvl6pPr algn="ctr">
              <a:lnSpc>
                <a:spcPct val="100000"/>
              </a:lnSpc>
              <a:spcBef>
                <a:spcPts val="0"/>
              </a:spcBef>
              <a:spcAft>
                <a:spcPts val="0"/>
              </a:spcAft>
              <a:buNone/>
              <a:defRPr sz="2400">
                <a:latin typeface="Bebas Neue"/>
                <a:ea typeface="Bebas Neue"/>
                <a:cs typeface="Bebas Neue"/>
              </a:defRPr>
            </a:lvl6pPr>
            <a:lvl7pPr algn="ctr">
              <a:lnSpc>
                <a:spcPct val="100000"/>
              </a:lnSpc>
              <a:spcBef>
                <a:spcPts val="0"/>
              </a:spcBef>
              <a:spcAft>
                <a:spcPts val="0"/>
              </a:spcAft>
              <a:buNone/>
              <a:defRPr sz="2400">
                <a:latin typeface="Bebas Neue"/>
                <a:ea typeface="Bebas Neue"/>
                <a:cs typeface="Bebas Neue"/>
              </a:defRPr>
            </a:lvl7pPr>
            <a:lvl8pPr algn="ctr">
              <a:lnSpc>
                <a:spcPct val="100000"/>
              </a:lnSpc>
              <a:spcBef>
                <a:spcPts val="0"/>
              </a:spcBef>
              <a:spcAft>
                <a:spcPts val="0"/>
              </a:spcAft>
              <a:buNone/>
              <a:defRPr sz="2400">
                <a:latin typeface="Bebas Neue"/>
                <a:ea typeface="Bebas Neue"/>
                <a:cs typeface="Bebas Neue"/>
              </a:defRPr>
            </a:lvl8pPr>
            <a:lvl9pPr algn="ctr">
              <a:lnSpc>
                <a:spcPct val="100000"/>
              </a:lnSpc>
              <a:spcBef>
                <a:spcPts val="0"/>
              </a:spcBef>
              <a:spcAft>
                <a:spcPts val="0"/>
              </a:spcAft>
              <a:buNone/>
              <a:defRPr sz="2400">
                <a:latin typeface="Bebas Neue"/>
                <a:ea typeface="Bebas Neue"/>
                <a:cs typeface="Bebas Neue"/>
              </a:defRPr>
            </a:lvl9pPr>
          </a:lstStyle>
          <a:p>
            <a:endParaRPr/>
          </a:p>
        </p:txBody>
      </p:sp>
      <p:sp>
        <p:nvSpPr>
          <p:cNvPr id="312" name="Google Shape;312;p26">
            <a:extLst>
              <a:ext uri="{FF2B5EF4-FFF2-40B4-BE49-F238E27FC236}">
                <a16:creationId xmlns:a16="http://schemas.microsoft.com/office/drawing/2014/main" id="{698A00FF-AAA7-4CF6-AFCE-1447B5B1BCD2}"/>
              </a:ext>
            </a:extLst>
          </p:cNvPr>
          <p:cNvSpPr>
            <a:spLocks noGrp="1"/>
          </p:cNvSpPr>
          <p:nvPr>
            <p:ph type="subTitle" idx="8"/>
          </p:nvPr>
        </p:nvSpPr>
        <p:spPr>
          <a:xfrm>
            <a:off x="5152008" y="3132675"/>
            <a:ext cx="2373000" cy="505500"/>
          </a:xfrm>
          <a:prstGeom prst="rect">
            <a:avLst/>
          </a:prstGeom>
        </p:spPr>
        <p:txBody>
          <a:bodyPr spcFirstLastPara="1" wrap="square" lIns="91425" tIns="91425" rIns="91425" bIns="91425" anchor="b">
            <a:noAutofit/>
          </a:bodyPr>
          <a:lstStyle>
            <a:lvl1pPr algn="ctr">
              <a:spcBef>
                <a:spcPts val="0"/>
              </a:spcBef>
              <a:spcAft>
                <a:spcPts val="0"/>
              </a:spcAft>
              <a:buNone/>
              <a:defRPr sz="2400" b="1">
                <a:solidFill>
                  <a:schemeClr val="dk1"/>
                </a:solidFill>
                <a:latin typeface="Poppins"/>
                <a:ea typeface="Poppins"/>
                <a:cs typeface="Poppins"/>
              </a:defRPr>
            </a:lvl1pPr>
            <a:lvl2pPr algn="ctr">
              <a:lnSpc>
                <a:spcPct val="100000"/>
              </a:lnSpc>
              <a:spcBef>
                <a:spcPts val="0"/>
              </a:spcBef>
              <a:spcAft>
                <a:spcPts val="0"/>
              </a:spcAft>
              <a:buNone/>
              <a:defRPr sz="2400">
                <a:latin typeface="Bebas Neue"/>
                <a:ea typeface="Bebas Neue"/>
                <a:cs typeface="Bebas Neue"/>
              </a:defRPr>
            </a:lvl2pPr>
            <a:lvl3pPr algn="ctr">
              <a:lnSpc>
                <a:spcPct val="100000"/>
              </a:lnSpc>
              <a:spcBef>
                <a:spcPts val="0"/>
              </a:spcBef>
              <a:spcAft>
                <a:spcPts val="0"/>
              </a:spcAft>
              <a:buNone/>
              <a:defRPr sz="2400">
                <a:latin typeface="Bebas Neue"/>
                <a:ea typeface="Bebas Neue"/>
                <a:cs typeface="Bebas Neue"/>
              </a:defRPr>
            </a:lvl3pPr>
            <a:lvl4pPr algn="ctr">
              <a:lnSpc>
                <a:spcPct val="100000"/>
              </a:lnSpc>
              <a:spcBef>
                <a:spcPts val="0"/>
              </a:spcBef>
              <a:spcAft>
                <a:spcPts val="0"/>
              </a:spcAft>
              <a:buNone/>
              <a:defRPr sz="2400">
                <a:latin typeface="Bebas Neue"/>
                <a:ea typeface="Bebas Neue"/>
                <a:cs typeface="Bebas Neue"/>
              </a:defRPr>
            </a:lvl4pPr>
            <a:lvl5pPr algn="ctr">
              <a:lnSpc>
                <a:spcPct val="100000"/>
              </a:lnSpc>
              <a:spcBef>
                <a:spcPts val="0"/>
              </a:spcBef>
              <a:spcAft>
                <a:spcPts val="0"/>
              </a:spcAft>
              <a:buNone/>
              <a:defRPr sz="2400">
                <a:latin typeface="Bebas Neue"/>
                <a:ea typeface="Bebas Neue"/>
                <a:cs typeface="Bebas Neue"/>
              </a:defRPr>
            </a:lvl5pPr>
            <a:lvl6pPr algn="ctr">
              <a:lnSpc>
                <a:spcPct val="100000"/>
              </a:lnSpc>
              <a:spcBef>
                <a:spcPts val="0"/>
              </a:spcBef>
              <a:spcAft>
                <a:spcPts val="0"/>
              </a:spcAft>
              <a:buNone/>
              <a:defRPr sz="2400">
                <a:latin typeface="Bebas Neue"/>
                <a:ea typeface="Bebas Neue"/>
                <a:cs typeface="Bebas Neue"/>
              </a:defRPr>
            </a:lvl6pPr>
            <a:lvl7pPr algn="ctr">
              <a:lnSpc>
                <a:spcPct val="100000"/>
              </a:lnSpc>
              <a:spcBef>
                <a:spcPts val="0"/>
              </a:spcBef>
              <a:spcAft>
                <a:spcPts val="0"/>
              </a:spcAft>
              <a:buNone/>
              <a:defRPr sz="2400">
                <a:latin typeface="Bebas Neue"/>
                <a:ea typeface="Bebas Neue"/>
                <a:cs typeface="Bebas Neue"/>
              </a:defRPr>
            </a:lvl7pPr>
            <a:lvl8pPr algn="ctr">
              <a:lnSpc>
                <a:spcPct val="100000"/>
              </a:lnSpc>
              <a:spcBef>
                <a:spcPts val="0"/>
              </a:spcBef>
              <a:spcAft>
                <a:spcPts val="0"/>
              </a:spcAft>
              <a:buNone/>
              <a:defRPr sz="2400">
                <a:latin typeface="Bebas Neue"/>
                <a:ea typeface="Bebas Neue"/>
                <a:cs typeface="Bebas Neue"/>
              </a:defRPr>
            </a:lvl8pPr>
            <a:lvl9pPr algn="ctr">
              <a:lnSpc>
                <a:spcPct val="100000"/>
              </a:lnSpc>
              <a:spcBef>
                <a:spcPts val="0"/>
              </a:spcBef>
              <a:spcAft>
                <a:spcPts val="0"/>
              </a:spcAft>
              <a:buNone/>
              <a:defRPr sz="2400">
                <a:latin typeface="Bebas Neue"/>
                <a:ea typeface="Bebas Neue"/>
                <a:cs typeface="Bebas Neue"/>
              </a:defRPr>
            </a:lvl9pPr>
          </a:lstStyle>
          <a:p>
            <a:endParaRPr/>
          </a:p>
        </p:txBody>
      </p:sp>
      <p:sp>
        <p:nvSpPr>
          <p:cNvPr id="313" name="Google Shape;313;p26">
            <a:extLst>
              <a:ext uri="{FF2B5EF4-FFF2-40B4-BE49-F238E27FC236}">
                <a16:creationId xmlns:a16="http://schemas.microsoft.com/office/drawing/2014/main" id="{FC89AEE6-D80D-4ADF-9629-9859ADDB7CE1}"/>
              </a:ext>
            </a:extLst>
          </p:cNvPr>
          <p:cNvSpPr>
            <a:spLocks noGrp="1"/>
          </p:cNvSpPr>
          <p:nvPr/>
        </p:nvSpPr>
        <p:spPr>
          <a:xfrm rot="5400000">
            <a:off x="2150850" y="-1761150"/>
            <a:ext cx="4842300" cy="8665800"/>
          </a:xfrm>
          <a:prstGeom prst="bracketPair">
            <a:avLst/>
          </a:prstGeom>
          <a:noFill/>
          <a:ln w="28575" cmpd="sng">
            <a:solidFill>
              <a:schemeClr val="accent4"/>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
        <p:cNvGrpSpPr/>
        <p:nvPr/>
      </p:nvGrpSpPr>
      <p:grpSpPr>
        <a:xfrm>
          <a:off x="0" y="0"/>
          <a:ext cx="0" cy="0"/>
          <a:chOff x="0" y="0"/>
          <a:chExt cx="0" cy="0"/>
        </a:xfrm>
      </p:grpSpPr>
      <p:sp>
        <p:nvSpPr>
          <p:cNvPr id="333" name="Google Shape;333;p28">
            <a:extLst>
              <a:ext uri="{FF2B5EF4-FFF2-40B4-BE49-F238E27FC236}">
                <a16:creationId xmlns:a16="http://schemas.microsoft.com/office/drawing/2014/main" id="{165E565C-F86E-4FB0-8823-010A390FF622}"/>
              </a:ext>
            </a:extLst>
          </p:cNvPr>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334" name="Google Shape;334;p28">
            <a:extLst>
              <a:ext uri="{FF2B5EF4-FFF2-40B4-BE49-F238E27FC236}">
                <a16:creationId xmlns:a16="http://schemas.microsoft.com/office/drawing/2014/main" id="{6C9E3415-5E2A-40E3-B877-05C8B5B9AB04}"/>
              </a:ext>
            </a:extLst>
          </p:cNvPr>
          <p:cNvSpPr>
            <a:spLocks noGrp="1"/>
          </p:cNvSpPr>
          <p:nvPr>
            <p:ph type="subTitle" idx="1"/>
          </p:nvPr>
        </p:nvSpPr>
        <p:spPr>
          <a:xfrm>
            <a:off x="1109152" y="2080877"/>
            <a:ext cx="1986000" cy="635400"/>
          </a:xfrm>
          <a:prstGeom prst="rect">
            <a:avLst/>
          </a:prstGeom>
        </p:spPr>
        <p:txBody>
          <a:bodyPr spcFirstLastPara="1" wrap="square" lIns="91425" tIns="91425" rIns="91425" bIns="91425" anchor="t">
            <a:noAutofit/>
          </a:bodyPr>
          <a:lstStyle>
            <a:lvl1pPr algn="ctr">
              <a:spcBef>
                <a:spcPts val="0"/>
              </a:spcBef>
              <a:spcAft>
                <a:spcPts val="0"/>
              </a:spcAft>
              <a:buNone/>
              <a:defRPr sz="1400"/>
            </a:lvl1pPr>
            <a:lvl2pPr algn="ctr">
              <a:lnSpc>
                <a:spcPct val="100000"/>
              </a:lnSpc>
              <a:spcBef>
                <a:spcPts val="0"/>
              </a:spcBef>
              <a:spcAft>
                <a:spcPts val="0"/>
              </a:spcAft>
              <a:buNone/>
              <a:defRPr/>
            </a:lvl2pPr>
            <a:lvl3pPr algn="ctr">
              <a:lnSpc>
                <a:spcPct val="100000"/>
              </a:lnSpc>
              <a:spcBef>
                <a:spcPts val="0"/>
              </a:spcBef>
              <a:spcAft>
                <a:spcPts val="0"/>
              </a:spcAft>
              <a:buNone/>
              <a:defRPr/>
            </a:lvl3pPr>
            <a:lvl4pPr algn="ctr">
              <a:lnSpc>
                <a:spcPct val="100000"/>
              </a:lnSpc>
              <a:spcBef>
                <a:spcPts val="0"/>
              </a:spcBef>
              <a:spcAft>
                <a:spcPts val="0"/>
              </a:spcAft>
              <a:buNone/>
              <a:defRPr/>
            </a:lvl4pPr>
            <a:lvl5pPr algn="ctr">
              <a:lnSpc>
                <a:spcPct val="100000"/>
              </a:lnSpc>
              <a:spcBef>
                <a:spcPts val="0"/>
              </a:spcBef>
              <a:spcAft>
                <a:spcPts val="0"/>
              </a:spcAft>
              <a:buNone/>
              <a:defRPr/>
            </a:lvl5pPr>
            <a:lvl6pPr algn="ctr">
              <a:lnSpc>
                <a:spcPct val="100000"/>
              </a:lnSpc>
              <a:spcBef>
                <a:spcPts val="0"/>
              </a:spcBef>
              <a:spcAft>
                <a:spcPts val="0"/>
              </a:spcAft>
              <a:buNone/>
              <a:defRPr/>
            </a:lvl6pPr>
            <a:lvl7pPr algn="ctr">
              <a:lnSpc>
                <a:spcPct val="100000"/>
              </a:lnSpc>
              <a:spcBef>
                <a:spcPts val="0"/>
              </a:spcBef>
              <a:spcAft>
                <a:spcPts val="0"/>
              </a:spcAft>
              <a:buNone/>
              <a:defRPr/>
            </a:lvl7pPr>
            <a:lvl8pPr algn="ctr">
              <a:lnSpc>
                <a:spcPct val="100000"/>
              </a:lnSpc>
              <a:spcBef>
                <a:spcPts val="0"/>
              </a:spcBef>
              <a:spcAft>
                <a:spcPts val="0"/>
              </a:spcAft>
              <a:buNone/>
              <a:defRPr/>
            </a:lvl8pPr>
            <a:lvl9pPr algn="ctr">
              <a:lnSpc>
                <a:spcPct val="100000"/>
              </a:lnSpc>
              <a:spcBef>
                <a:spcPts val="0"/>
              </a:spcBef>
              <a:spcAft>
                <a:spcPts val="0"/>
              </a:spcAft>
              <a:buNone/>
              <a:defRPr/>
            </a:lvl9pPr>
          </a:lstStyle>
          <a:p>
            <a:endParaRPr/>
          </a:p>
        </p:txBody>
      </p:sp>
      <p:sp>
        <p:nvSpPr>
          <p:cNvPr id="335" name="Google Shape;335;p28">
            <a:extLst>
              <a:ext uri="{FF2B5EF4-FFF2-40B4-BE49-F238E27FC236}">
                <a16:creationId xmlns:a16="http://schemas.microsoft.com/office/drawing/2014/main" id="{B18A5060-E8C5-4018-AD0C-FBC10DA617B9}"/>
              </a:ext>
            </a:extLst>
          </p:cNvPr>
          <p:cNvSpPr>
            <a:spLocks noGrp="1"/>
          </p:cNvSpPr>
          <p:nvPr>
            <p:ph type="subTitle" idx="2"/>
          </p:nvPr>
        </p:nvSpPr>
        <p:spPr>
          <a:xfrm>
            <a:off x="3579000" y="2080877"/>
            <a:ext cx="1986000" cy="635400"/>
          </a:xfrm>
          <a:prstGeom prst="rect">
            <a:avLst/>
          </a:prstGeom>
        </p:spPr>
        <p:txBody>
          <a:bodyPr spcFirstLastPara="1" wrap="square" lIns="91425" tIns="91425" rIns="91425" bIns="91425" anchor="t">
            <a:noAutofit/>
          </a:bodyPr>
          <a:lstStyle>
            <a:lvl1pPr algn="ctr">
              <a:spcBef>
                <a:spcPts val="0"/>
              </a:spcBef>
              <a:spcAft>
                <a:spcPts val="0"/>
              </a:spcAft>
              <a:buNone/>
              <a:defRPr sz="1400"/>
            </a:lvl1pPr>
            <a:lvl2pPr algn="ctr">
              <a:lnSpc>
                <a:spcPct val="100000"/>
              </a:lnSpc>
              <a:spcBef>
                <a:spcPts val="0"/>
              </a:spcBef>
              <a:spcAft>
                <a:spcPts val="0"/>
              </a:spcAft>
              <a:buNone/>
              <a:defRPr/>
            </a:lvl2pPr>
            <a:lvl3pPr algn="ctr">
              <a:lnSpc>
                <a:spcPct val="100000"/>
              </a:lnSpc>
              <a:spcBef>
                <a:spcPts val="0"/>
              </a:spcBef>
              <a:spcAft>
                <a:spcPts val="0"/>
              </a:spcAft>
              <a:buNone/>
              <a:defRPr/>
            </a:lvl3pPr>
            <a:lvl4pPr algn="ctr">
              <a:lnSpc>
                <a:spcPct val="100000"/>
              </a:lnSpc>
              <a:spcBef>
                <a:spcPts val="0"/>
              </a:spcBef>
              <a:spcAft>
                <a:spcPts val="0"/>
              </a:spcAft>
              <a:buNone/>
              <a:defRPr/>
            </a:lvl4pPr>
            <a:lvl5pPr algn="ctr">
              <a:lnSpc>
                <a:spcPct val="100000"/>
              </a:lnSpc>
              <a:spcBef>
                <a:spcPts val="0"/>
              </a:spcBef>
              <a:spcAft>
                <a:spcPts val="0"/>
              </a:spcAft>
              <a:buNone/>
              <a:defRPr/>
            </a:lvl5pPr>
            <a:lvl6pPr algn="ctr">
              <a:lnSpc>
                <a:spcPct val="100000"/>
              </a:lnSpc>
              <a:spcBef>
                <a:spcPts val="0"/>
              </a:spcBef>
              <a:spcAft>
                <a:spcPts val="0"/>
              </a:spcAft>
              <a:buNone/>
              <a:defRPr/>
            </a:lvl6pPr>
            <a:lvl7pPr algn="ctr">
              <a:lnSpc>
                <a:spcPct val="100000"/>
              </a:lnSpc>
              <a:spcBef>
                <a:spcPts val="0"/>
              </a:spcBef>
              <a:spcAft>
                <a:spcPts val="0"/>
              </a:spcAft>
              <a:buNone/>
              <a:defRPr/>
            </a:lvl7pPr>
            <a:lvl8pPr algn="ctr">
              <a:lnSpc>
                <a:spcPct val="100000"/>
              </a:lnSpc>
              <a:spcBef>
                <a:spcPts val="0"/>
              </a:spcBef>
              <a:spcAft>
                <a:spcPts val="0"/>
              </a:spcAft>
              <a:buNone/>
              <a:defRPr/>
            </a:lvl8pPr>
            <a:lvl9pPr algn="ctr">
              <a:lnSpc>
                <a:spcPct val="100000"/>
              </a:lnSpc>
              <a:spcBef>
                <a:spcPts val="0"/>
              </a:spcBef>
              <a:spcAft>
                <a:spcPts val="0"/>
              </a:spcAft>
              <a:buNone/>
              <a:defRPr/>
            </a:lvl9pPr>
          </a:lstStyle>
          <a:p>
            <a:endParaRPr/>
          </a:p>
        </p:txBody>
      </p:sp>
      <p:sp>
        <p:nvSpPr>
          <p:cNvPr id="336" name="Google Shape;336;p28">
            <a:extLst>
              <a:ext uri="{FF2B5EF4-FFF2-40B4-BE49-F238E27FC236}">
                <a16:creationId xmlns:a16="http://schemas.microsoft.com/office/drawing/2014/main" id="{48B29D6F-BFC8-4923-850F-138103F0F113}"/>
              </a:ext>
            </a:extLst>
          </p:cNvPr>
          <p:cNvSpPr>
            <a:spLocks noGrp="1"/>
          </p:cNvSpPr>
          <p:nvPr>
            <p:ph type="subTitle" idx="3"/>
          </p:nvPr>
        </p:nvSpPr>
        <p:spPr>
          <a:xfrm>
            <a:off x="1109152" y="3511102"/>
            <a:ext cx="1986000" cy="635400"/>
          </a:xfrm>
          <a:prstGeom prst="rect">
            <a:avLst/>
          </a:prstGeom>
        </p:spPr>
        <p:txBody>
          <a:bodyPr spcFirstLastPara="1" wrap="square" lIns="91425" tIns="91425" rIns="91425" bIns="91425" anchor="t">
            <a:noAutofit/>
          </a:bodyPr>
          <a:lstStyle>
            <a:lvl1pPr algn="ctr">
              <a:spcBef>
                <a:spcPts val="0"/>
              </a:spcBef>
              <a:spcAft>
                <a:spcPts val="0"/>
              </a:spcAft>
              <a:buNone/>
              <a:defRPr sz="1400"/>
            </a:lvl1pPr>
            <a:lvl2pPr algn="ctr">
              <a:lnSpc>
                <a:spcPct val="100000"/>
              </a:lnSpc>
              <a:spcBef>
                <a:spcPts val="0"/>
              </a:spcBef>
              <a:spcAft>
                <a:spcPts val="0"/>
              </a:spcAft>
              <a:buNone/>
              <a:defRPr/>
            </a:lvl2pPr>
            <a:lvl3pPr algn="ctr">
              <a:lnSpc>
                <a:spcPct val="100000"/>
              </a:lnSpc>
              <a:spcBef>
                <a:spcPts val="0"/>
              </a:spcBef>
              <a:spcAft>
                <a:spcPts val="0"/>
              </a:spcAft>
              <a:buNone/>
              <a:defRPr/>
            </a:lvl3pPr>
            <a:lvl4pPr algn="ctr">
              <a:lnSpc>
                <a:spcPct val="100000"/>
              </a:lnSpc>
              <a:spcBef>
                <a:spcPts val="0"/>
              </a:spcBef>
              <a:spcAft>
                <a:spcPts val="0"/>
              </a:spcAft>
              <a:buNone/>
              <a:defRPr/>
            </a:lvl4pPr>
            <a:lvl5pPr algn="ctr">
              <a:lnSpc>
                <a:spcPct val="100000"/>
              </a:lnSpc>
              <a:spcBef>
                <a:spcPts val="0"/>
              </a:spcBef>
              <a:spcAft>
                <a:spcPts val="0"/>
              </a:spcAft>
              <a:buNone/>
              <a:defRPr/>
            </a:lvl5pPr>
            <a:lvl6pPr algn="ctr">
              <a:lnSpc>
                <a:spcPct val="100000"/>
              </a:lnSpc>
              <a:spcBef>
                <a:spcPts val="0"/>
              </a:spcBef>
              <a:spcAft>
                <a:spcPts val="0"/>
              </a:spcAft>
              <a:buNone/>
              <a:defRPr/>
            </a:lvl6pPr>
            <a:lvl7pPr algn="ctr">
              <a:lnSpc>
                <a:spcPct val="100000"/>
              </a:lnSpc>
              <a:spcBef>
                <a:spcPts val="0"/>
              </a:spcBef>
              <a:spcAft>
                <a:spcPts val="0"/>
              </a:spcAft>
              <a:buNone/>
              <a:defRPr/>
            </a:lvl7pPr>
            <a:lvl8pPr algn="ctr">
              <a:lnSpc>
                <a:spcPct val="100000"/>
              </a:lnSpc>
              <a:spcBef>
                <a:spcPts val="0"/>
              </a:spcBef>
              <a:spcAft>
                <a:spcPts val="0"/>
              </a:spcAft>
              <a:buNone/>
              <a:defRPr/>
            </a:lvl8pPr>
            <a:lvl9pPr algn="ctr">
              <a:lnSpc>
                <a:spcPct val="100000"/>
              </a:lnSpc>
              <a:spcBef>
                <a:spcPts val="0"/>
              </a:spcBef>
              <a:spcAft>
                <a:spcPts val="0"/>
              </a:spcAft>
              <a:buNone/>
              <a:defRPr/>
            </a:lvl9pPr>
          </a:lstStyle>
          <a:p>
            <a:endParaRPr/>
          </a:p>
        </p:txBody>
      </p:sp>
      <p:sp>
        <p:nvSpPr>
          <p:cNvPr id="337" name="Google Shape;337;p28">
            <a:extLst>
              <a:ext uri="{FF2B5EF4-FFF2-40B4-BE49-F238E27FC236}">
                <a16:creationId xmlns:a16="http://schemas.microsoft.com/office/drawing/2014/main" id="{96671B1F-9D93-4AB5-8ECC-7A2D2C0950AE}"/>
              </a:ext>
            </a:extLst>
          </p:cNvPr>
          <p:cNvSpPr>
            <a:spLocks noGrp="1"/>
          </p:cNvSpPr>
          <p:nvPr>
            <p:ph type="subTitle" idx="4"/>
          </p:nvPr>
        </p:nvSpPr>
        <p:spPr>
          <a:xfrm>
            <a:off x="3579000" y="3511102"/>
            <a:ext cx="1986000" cy="635400"/>
          </a:xfrm>
          <a:prstGeom prst="rect">
            <a:avLst/>
          </a:prstGeom>
        </p:spPr>
        <p:txBody>
          <a:bodyPr spcFirstLastPara="1" wrap="square" lIns="91425" tIns="91425" rIns="91425" bIns="91425" anchor="t">
            <a:noAutofit/>
          </a:bodyPr>
          <a:lstStyle>
            <a:lvl1pPr algn="ctr">
              <a:spcBef>
                <a:spcPts val="0"/>
              </a:spcBef>
              <a:spcAft>
                <a:spcPts val="0"/>
              </a:spcAft>
              <a:buNone/>
              <a:defRPr sz="1400"/>
            </a:lvl1pPr>
            <a:lvl2pPr algn="ctr">
              <a:lnSpc>
                <a:spcPct val="100000"/>
              </a:lnSpc>
              <a:spcBef>
                <a:spcPts val="0"/>
              </a:spcBef>
              <a:spcAft>
                <a:spcPts val="0"/>
              </a:spcAft>
              <a:buNone/>
              <a:defRPr/>
            </a:lvl2pPr>
            <a:lvl3pPr algn="ctr">
              <a:lnSpc>
                <a:spcPct val="100000"/>
              </a:lnSpc>
              <a:spcBef>
                <a:spcPts val="0"/>
              </a:spcBef>
              <a:spcAft>
                <a:spcPts val="0"/>
              </a:spcAft>
              <a:buNone/>
              <a:defRPr/>
            </a:lvl3pPr>
            <a:lvl4pPr algn="ctr">
              <a:lnSpc>
                <a:spcPct val="100000"/>
              </a:lnSpc>
              <a:spcBef>
                <a:spcPts val="0"/>
              </a:spcBef>
              <a:spcAft>
                <a:spcPts val="0"/>
              </a:spcAft>
              <a:buNone/>
              <a:defRPr/>
            </a:lvl4pPr>
            <a:lvl5pPr algn="ctr">
              <a:lnSpc>
                <a:spcPct val="100000"/>
              </a:lnSpc>
              <a:spcBef>
                <a:spcPts val="0"/>
              </a:spcBef>
              <a:spcAft>
                <a:spcPts val="0"/>
              </a:spcAft>
              <a:buNone/>
              <a:defRPr/>
            </a:lvl5pPr>
            <a:lvl6pPr algn="ctr">
              <a:lnSpc>
                <a:spcPct val="100000"/>
              </a:lnSpc>
              <a:spcBef>
                <a:spcPts val="0"/>
              </a:spcBef>
              <a:spcAft>
                <a:spcPts val="0"/>
              </a:spcAft>
              <a:buNone/>
              <a:defRPr/>
            </a:lvl6pPr>
            <a:lvl7pPr algn="ctr">
              <a:lnSpc>
                <a:spcPct val="100000"/>
              </a:lnSpc>
              <a:spcBef>
                <a:spcPts val="0"/>
              </a:spcBef>
              <a:spcAft>
                <a:spcPts val="0"/>
              </a:spcAft>
              <a:buNone/>
              <a:defRPr/>
            </a:lvl7pPr>
            <a:lvl8pPr algn="ctr">
              <a:lnSpc>
                <a:spcPct val="100000"/>
              </a:lnSpc>
              <a:spcBef>
                <a:spcPts val="0"/>
              </a:spcBef>
              <a:spcAft>
                <a:spcPts val="0"/>
              </a:spcAft>
              <a:buNone/>
              <a:defRPr/>
            </a:lvl8pPr>
            <a:lvl9pPr algn="ctr">
              <a:lnSpc>
                <a:spcPct val="100000"/>
              </a:lnSpc>
              <a:spcBef>
                <a:spcPts val="0"/>
              </a:spcBef>
              <a:spcAft>
                <a:spcPts val="0"/>
              </a:spcAft>
              <a:buNone/>
              <a:defRPr/>
            </a:lvl9pPr>
          </a:lstStyle>
          <a:p>
            <a:endParaRPr/>
          </a:p>
        </p:txBody>
      </p:sp>
      <p:sp>
        <p:nvSpPr>
          <p:cNvPr id="338" name="Google Shape;338;p28">
            <a:extLst>
              <a:ext uri="{FF2B5EF4-FFF2-40B4-BE49-F238E27FC236}">
                <a16:creationId xmlns:a16="http://schemas.microsoft.com/office/drawing/2014/main" id="{A5F4AA0A-058E-40E4-A094-18E39FAA59C6}"/>
              </a:ext>
            </a:extLst>
          </p:cNvPr>
          <p:cNvSpPr>
            <a:spLocks noGrp="1"/>
          </p:cNvSpPr>
          <p:nvPr>
            <p:ph type="subTitle" idx="5"/>
          </p:nvPr>
        </p:nvSpPr>
        <p:spPr>
          <a:xfrm>
            <a:off x="6048848" y="2080877"/>
            <a:ext cx="1986000" cy="635400"/>
          </a:xfrm>
          <a:prstGeom prst="rect">
            <a:avLst/>
          </a:prstGeom>
        </p:spPr>
        <p:txBody>
          <a:bodyPr spcFirstLastPara="1" wrap="square" lIns="91425" tIns="91425" rIns="91425" bIns="91425" anchor="t">
            <a:noAutofit/>
          </a:bodyPr>
          <a:lstStyle>
            <a:lvl1pPr algn="ctr">
              <a:spcBef>
                <a:spcPts val="0"/>
              </a:spcBef>
              <a:spcAft>
                <a:spcPts val="0"/>
              </a:spcAft>
              <a:buNone/>
              <a:defRPr sz="1400"/>
            </a:lvl1pPr>
            <a:lvl2pPr algn="ctr">
              <a:lnSpc>
                <a:spcPct val="100000"/>
              </a:lnSpc>
              <a:spcBef>
                <a:spcPts val="0"/>
              </a:spcBef>
              <a:spcAft>
                <a:spcPts val="0"/>
              </a:spcAft>
              <a:buNone/>
              <a:defRPr/>
            </a:lvl2pPr>
            <a:lvl3pPr algn="ctr">
              <a:lnSpc>
                <a:spcPct val="100000"/>
              </a:lnSpc>
              <a:spcBef>
                <a:spcPts val="0"/>
              </a:spcBef>
              <a:spcAft>
                <a:spcPts val="0"/>
              </a:spcAft>
              <a:buNone/>
              <a:defRPr/>
            </a:lvl3pPr>
            <a:lvl4pPr algn="ctr">
              <a:lnSpc>
                <a:spcPct val="100000"/>
              </a:lnSpc>
              <a:spcBef>
                <a:spcPts val="0"/>
              </a:spcBef>
              <a:spcAft>
                <a:spcPts val="0"/>
              </a:spcAft>
              <a:buNone/>
              <a:defRPr/>
            </a:lvl4pPr>
            <a:lvl5pPr algn="ctr">
              <a:lnSpc>
                <a:spcPct val="100000"/>
              </a:lnSpc>
              <a:spcBef>
                <a:spcPts val="0"/>
              </a:spcBef>
              <a:spcAft>
                <a:spcPts val="0"/>
              </a:spcAft>
              <a:buNone/>
              <a:defRPr/>
            </a:lvl5pPr>
            <a:lvl6pPr algn="ctr">
              <a:lnSpc>
                <a:spcPct val="100000"/>
              </a:lnSpc>
              <a:spcBef>
                <a:spcPts val="0"/>
              </a:spcBef>
              <a:spcAft>
                <a:spcPts val="0"/>
              </a:spcAft>
              <a:buNone/>
              <a:defRPr/>
            </a:lvl6pPr>
            <a:lvl7pPr algn="ctr">
              <a:lnSpc>
                <a:spcPct val="100000"/>
              </a:lnSpc>
              <a:spcBef>
                <a:spcPts val="0"/>
              </a:spcBef>
              <a:spcAft>
                <a:spcPts val="0"/>
              </a:spcAft>
              <a:buNone/>
              <a:defRPr/>
            </a:lvl7pPr>
            <a:lvl8pPr algn="ctr">
              <a:lnSpc>
                <a:spcPct val="100000"/>
              </a:lnSpc>
              <a:spcBef>
                <a:spcPts val="0"/>
              </a:spcBef>
              <a:spcAft>
                <a:spcPts val="0"/>
              </a:spcAft>
              <a:buNone/>
              <a:defRPr/>
            </a:lvl8pPr>
            <a:lvl9pPr algn="ctr">
              <a:lnSpc>
                <a:spcPct val="100000"/>
              </a:lnSpc>
              <a:spcBef>
                <a:spcPts val="0"/>
              </a:spcBef>
              <a:spcAft>
                <a:spcPts val="0"/>
              </a:spcAft>
              <a:buNone/>
              <a:defRPr/>
            </a:lvl9pPr>
          </a:lstStyle>
          <a:p>
            <a:endParaRPr/>
          </a:p>
        </p:txBody>
      </p:sp>
      <p:sp>
        <p:nvSpPr>
          <p:cNvPr id="339" name="Google Shape;339;p28">
            <a:extLst>
              <a:ext uri="{FF2B5EF4-FFF2-40B4-BE49-F238E27FC236}">
                <a16:creationId xmlns:a16="http://schemas.microsoft.com/office/drawing/2014/main" id="{C808E9CF-FE21-48CE-BB38-7E06CEB5971A}"/>
              </a:ext>
            </a:extLst>
          </p:cNvPr>
          <p:cNvSpPr>
            <a:spLocks noGrp="1"/>
          </p:cNvSpPr>
          <p:nvPr>
            <p:ph type="subTitle" idx="6"/>
          </p:nvPr>
        </p:nvSpPr>
        <p:spPr>
          <a:xfrm>
            <a:off x="6048848" y="3511102"/>
            <a:ext cx="1986000" cy="635400"/>
          </a:xfrm>
          <a:prstGeom prst="rect">
            <a:avLst/>
          </a:prstGeom>
        </p:spPr>
        <p:txBody>
          <a:bodyPr spcFirstLastPara="1" wrap="square" lIns="91425" tIns="91425" rIns="91425" bIns="91425" anchor="t">
            <a:noAutofit/>
          </a:bodyPr>
          <a:lstStyle>
            <a:lvl1pPr algn="ctr">
              <a:spcBef>
                <a:spcPts val="0"/>
              </a:spcBef>
              <a:spcAft>
                <a:spcPts val="0"/>
              </a:spcAft>
              <a:buNone/>
              <a:defRPr sz="1400"/>
            </a:lvl1pPr>
            <a:lvl2pPr algn="ctr">
              <a:lnSpc>
                <a:spcPct val="100000"/>
              </a:lnSpc>
              <a:spcBef>
                <a:spcPts val="0"/>
              </a:spcBef>
              <a:spcAft>
                <a:spcPts val="0"/>
              </a:spcAft>
              <a:buNone/>
              <a:defRPr/>
            </a:lvl2pPr>
            <a:lvl3pPr algn="ctr">
              <a:lnSpc>
                <a:spcPct val="100000"/>
              </a:lnSpc>
              <a:spcBef>
                <a:spcPts val="0"/>
              </a:spcBef>
              <a:spcAft>
                <a:spcPts val="0"/>
              </a:spcAft>
              <a:buNone/>
              <a:defRPr/>
            </a:lvl3pPr>
            <a:lvl4pPr algn="ctr">
              <a:lnSpc>
                <a:spcPct val="100000"/>
              </a:lnSpc>
              <a:spcBef>
                <a:spcPts val="0"/>
              </a:spcBef>
              <a:spcAft>
                <a:spcPts val="0"/>
              </a:spcAft>
              <a:buNone/>
              <a:defRPr/>
            </a:lvl4pPr>
            <a:lvl5pPr algn="ctr">
              <a:lnSpc>
                <a:spcPct val="100000"/>
              </a:lnSpc>
              <a:spcBef>
                <a:spcPts val="0"/>
              </a:spcBef>
              <a:spcAft>
                <a:spcPts val="0"/>
              </a:spcAft>
              <a:buNone/>
              <a:defRPr/>
            </a:lvl5pPr>
            <a:lvl6pPr algn="ctr">
              <a:lnSpc>
                <a:spcPct val="100000"/>
              </a:lnSpc>
              <a:spcBef>
                <a:spcPts val="0"/>
              </a:spcBef>
              <a:spcAft>
                <a:spcPts val="0"/>
              </a:spcAft>
              <a:buNone/>
              <a:defRPr/>
            </a:lvl6pPr>
            <a:lvl7pPr algn="ctr">
              <a:lnSpc>
                <a:spcPct val="100000"/>
              </a:lnSpc>
              <a:spcBef>
                <a:spcPts val="0"/>
              </a:spcBef>
              <a:spcAft>
                <a:spcPts val="0"/>
              </a:spcAft>
              <a:buNone/>
              <a:defRPr/>
            </a:lvl7pPr>
            <a:lvl8pPr algn="ctr">
              <a:lnSpc>
                <a:spcPct val="100000"/>
              </a:lnSpc>
              <a:spcBef>
                <a:spcPts val="0"/>
              </a:spcBef>
              <a:spcAft>
                <a:spcPts val="0"/>
              </a:spcAft>
              <a:buNone/>
              <a:defRPr/>
            </a:lvl8pPr>
            <a:lvl9pPr algn="ctr">
              <a:lnSpc>
                <a:spcPct val="100000"/>
              </a:lnSpc>
              <a:spcBef>
                <a:spcPts val="0"/>
              </a:spcBef>
              <a:spcAft>
                <a:spcPts val="0"/>
              </a:spcAft>
              <a:buNone/>
              <a:defRPr/>
            </a:lvl9pPr>
          </a:lstStyle>
          <a:p>
            <a:endParaRPr/>
          </a:p>
        </p:txBody>
      </p:sp>
      <p:sp>
        <p:nvSpPr>
          <p:cNvPr id="340" name="Google Shape;340;p28">
            <a:extLst>
              <a:ext uri="{FF2B5EF4-FFF2-40B4-BE49-F238E27FC236}">
                <a16:creationId xmlns:a16="http://schemas.microsoft.com/office/drawing/2014/main" id="{A4B9713A-7934-49EC-88E2-3A08F36E6B74}"/>
              </a:ext>
            </a:extLst>
          </p:cNvPr>
          <p:cNvSpPr>
            <a:spLocks noGrp="1"/>
          </p:cNvSpPr>
          <p:nvPr>
            <p:ph type="subTitle" idx="7"/>
          </p:nvPr>
        </p:nvSpPr>
        <p:spPr>
          <a:xfrm>
            <a:off x="1113052" y="1656599"/>
            <a:ext cx="1978200" cy="492600"/>
          </a:xfrm>
          <a:prstGeom prst="rect">
            <a:avLst/>
          </a:prstGeom>
        </p:spPr>
        <p:txBody>
          <a:bodyPr spcFirstLastPara="1" wrap="square" lIns="91425" tIns="91425" rIns="91425" bIns="91425" anchor="b">
            <a:noAutofit/>
          </a:bodyPr>
          <a:lstStyle>
            <a:lvl1pPr algn="ctr">
              <a:spcBef>
                <a:spcPts val="0"/>
              </a:spcBef>
              <a:spcAft>
                <a:spcPts val="0"/>
              </a:spcAft>
              <a:buNone/>
              <a:defRPr sz="2400" b="1">
                <a:solidFill>
                  <a:schemeClr val="dk1"/>
                </a:solidFill>
                <a:latin typeface="Poppins"/>
                <a:ea typeface="Poppins"/>
                <a:cs typeface="Poppins"/>
              </a:defRPr>
            </a:lvl1pPr>
            <a:lvl2pPr algn="ctr">
              <a:lnSpc>
                <a:spcPct val="100000"/>
              </a:lnSpc>
              <a:spcBef>
                <a:spcPts val="0"/>
              </a:spcBef>
              <a:spcAft>
                <a:spcPts val="0"/>
              </a:spcAft>
              <a:buNone/>
              <a:defRPr sz="2400">
                <a:latin typeface="Bebas Neue"/>
                <a:ea typeface="Bebas Neue"/>
                <a:cs typeface="Bebas Neue"/>
              </a:defRPr>
            </a:lvl2pPr>
            <a:lvl3pPr algn="ctr">
              <a:lnSpc>
                <a:spcPct val="100000"/>
              </a:lnSpc>
              <a:spcBef>
                <a:spcPts val="0"/>
              </a:spcBef>
              <a:spcAft>
                <a:spcPts val="0"/>
              </a:spcAft>
              <a:buNone/>
              <a:defRPr sz="2400">
                <a:latin typeface="Bebas Neue"/>
                <a:ea typeface="Bebas Neue"/>
                <a:cs typeface="Bebas Neue"/>
              </a:defRPr>
            </a:lvl3pPr>
            <a:lvl4pPr algn="ctr">
              <a:lnSpc>
                <a:spcPct val="100000"/>
              </a:lnSpc>
              <a:spcBef>
                <a:spcPts val="0"/>
              </a:spcBef>
              <a:spcAft>
                <a:spcPts val="0"/>
              </a:spcAft>
              <a:buNone/>
              <a:defRPr sz="2400">
                <a:latin typeface="Bebas Neue"/>
                <a:ea typeface="Bebas Neue"/>
                <a:cs typeface="Bebas Neue"/>
              </a:defRPr>
            </a:lvl4pPr>
            <a:lvl5pPr algn="ctr">
              <a:lnSpc>
                <a:spcPct val="100000"/>
              </a:lnSpc>
              <a:spcBef>
                <a:spcPts val="0"/>
              </a:spcBef>
              <a:spcAft>
                <a:spcPts val="0"/>
              </a:spcAft>
              <a:buNone/>
              <a:defRPr sz="2400">
                <a:latin typeface="Bebas Neue"/>
                <a:ea typeface="Bebas Neue"/>
                <a:cs typeface="Bebas Neue"/>
              </a:defRPr>
            </a:lvl5pPr>
            <a:lvl6pPr algn="ctr">
              <a:lnSpc>
                <a:spcPct val="100000"/>
              </a:lnSpc>
              <a:spcBef>
                <a:spcPts val="0"/>
              </a:spcBef>
              <a:spcAft>
                <a:spcPts val="0"/>
              </a:spcAft>
              <a:buNone/>
              <a:defRPr sz="2400">
                <a:latin typeface="Bebas Neue"/>
                <a:ea typeface="Bebas Neue"/>
                <a:cs typeface="Bebas Neue"/>
              </a:defRPr>
            </a:lvl6pPr>
            <a:lvl7pPr algn="ctr">
              <a:lnSpc>
                <a:spcPct val="100000"/>
              </a:lnSpc>
              <a:spcBef>
                <a:spcPts val="0"/>
              </a:spcBef>
              <a:spcAft>
                <a:spcPts val="0"/>
              </a:spcAft>
              <a:buNone/>
              <a:defRPr sz="2400">
                <a:latin typeface="Bebas Neue"/>
                <a:ea typeface="Bebas Neue"/>
                <a:cs typeface="Bebas Neue"/>
              </a:defRPr>
            </a:lvl7pPr>
            <a:lvl8pPr algn="ctr">
              <a:lnSpc>
                <a:spcPct val="100000"/>
              </a:lnSpc>
              <a:spcBef>
                <a:spcPts val="0"/>
              </a:spcBef>
              <a:spcAft>
                <a:spcPts val="0"/>
              </a:spcAft>
              <a:buNone/>
              <a:defRPr sz="2400">
                <a:latin typeface="Bebas Neue"/>
                <a:ea typeface="Bebas Neue"/>
                <a:cs typeface="Bebas Neue"/>
              </a:defRPr>
            </a:lvl8pPr>
            <a:lvl9pPr algn="ctr">
              <a:lnSpc>
                <a:spcPct val="100000"/>
              </a:lnSpc>
              <a:spcBef>
                <a:spcPts val="0"/>
              </a:spcBef>
              <a:spcAft>
                <a:spcPts val="0"/>
              </a:spcAft>
              <a:buNone/>
              <a:defRPr sz="2400">
                <a:latin typeface="Bebas Neue"/>
                <a:ea typeface="Bebas Neue"/>
                <a:cs typeface="Bebas Neue"/>
              </a:defRPr>
            </a:lvl9pPr>
          </a:lstStyle>
          <a:p>
            <a:endParaRPr/>
          </a:p>
        </p:txBody>
      </p:sp>
      <p:sp>
        <p:nvSpPr>
          <p:cNvPr id="341" name="Google Shape;341;p28">
            <a:extLst>
              <a:ext uri="{FF2B5EF4-FFF2-40B4-BE49-F238E27FC236}">
                <a16:creationId xmlns:a16="http://schemas.microsoft.com/office/drawing/2014/main" id="{0807AA49-C5F0-44AD-BDCE-6131ED1916A6}"/>
              </a:ext>
            </a:extLst>
          </p:cNvPr>
          <p:cNvSpPr>
            <a:spLocks noGrp="1"/>
          </p:cNvSpPr>
          <p:nvPr>
            <p:ph type="subTitle" idx="8"/>
          </p:nvPr>
        </p:nvSpPr>
        <p:spPr>
          <a:xfrm>
            <a:off x="3582900" y="1656599"/>
            <a:ext cx="1978200" cy="492600"/>
          </a:xfrm>
          <a:prstGeom prst="rect">
            <a:avLst/>
          </a:prstGeom>
        </p:spPr>
        <p:txBody>
          <a:bodyPr spcFirstLastPara="1" wrap="square" lIns="91425" tIns="91425" rIns="91425" bIns="91425" anchor="b">
            <a:noAutofit/>
          </a:bodyPr>
          <a:lstStyle>
            <a:lvl1pPr algn="ctr">
              <a:spcBef>
                <a:spcPts val="0"/>
              </a:spcBef>
              <a:spcAft>
                <a:spcPts val="0"/>
              </a:spcAft>
              <a:buNone/>
              <a:defRPr sz="2400" b="1">
                <a:solidFill>
                  <a:schemeClr val="dk1"/>
                </a:solidFill>
                <a:latin typeface="Poppins"/>
                <a:ea typeface="Poppins"/>
                <a:cs typeface="Poppins"/>
              </a:defRPr>
            </a:lvl1pPr>
            <a:lvl2pPr algn="ctr">
              <a:lnSpc>
                <a:spcPct val="100000"/>
              </a:lnSpc>
              <a:spcBef>
                <a:spcPts val="0"/>
              </a:spcBef>
              <a:spcAft>
                <a:spcPts val="0"/>
              </a:spcAft>
              <a:buNone/>
              <a:defRPr sz="2400">
                <a:latin typeface="Bebas Neue"/>
                <a:ea typeface="Bebas Neue"/>
                <a:cs typeface="Bebas Neue"/>
              </a:defRPr>
            </a:lvl2pPr>
            <a:lvl3pPr algn="ctr">
              <a:lnSpc>
                <a:spcPct val="100000"/>
              </a:lnSpc>
              <a:spcBef>
                <a:spcPts val="0"/>
              </a:spcBef>
              <a:spcAft>
                <a:spcPts val="0"/>
              </a:spcAft>
              <a:buNone/>
              <a:defRPr sz="2400">
                <a:latin typeface="Bebas Neue"/>
                <a:ea typeface="Bebas Neue"/>
                <a:cs typeface="Bebas Neue"/>
              </a:defRPr>
            </a:lvl3pPr>
            <a:lvl4pPr algn="ctr">
              <a:lnSpc>
                <a:spcPct val="100000"/>
              </a:lnSpc>
              <a:spcBef>
                <a:spcPts val="0"/>
              </a:spcBef>
              <a:spcAft>
                <a:spcPts val="0"/>
              </a:spcAft>
              <a:buNone/>
              <a:defRPr sz="2400">
                <a:latin typeface="Bebas Neue"/>
                <a:ea typeface="Bebas Neue"/>
                <a:cs typeface="Bebas Neue"/>
              </a:defRPr>
            </a:lvl4pPr>
            <a:lvl5pPr algn="ctr">
              <a:lnSpc>
                <a:spcPct val="100000"/>
              </a:lnSpc>
              <a:spcBef>
                <a:spcPts val="0"/>
              </a:spcBef>
              <a:spcAft>
                <a:spcPts val="0"/>
              </a:spcAft>
              <a:buNone/>
              <a:defRPr sz="2400">
                <a:latin typeface="Bebas Neue"/>
                <a:ea typeface="Bebas Neue"/>
                <a:cs typeface="Bebas Neue"/>
              </a:defRPr>
            </a:lvl5pPr>
            <a:lvl6pPr algn="ctr">
              <a:lnSpc>
                <a:spcPct val="100000"/>
              </a:lnSpc>
              <a:spcBef>
                <a:spcPts val="0"/>
              </a:spcBef>
              <a:spcAft>
                <a:spcPts val="0"/>
              </a:spcAft>
              <a:buNone/>
              <a:defRPr sz="2400">
                <a:latin typeface="Bebas Neue"/>
                <a:ea typeface="Bebas Neue"/>
                <a:cs typeface="Bebas Neue"/>
              </a:defRPr>
            </a:lvl6pPr>
            <a:lvl7pPr algn="ctr">
              <a:lnSpc>
                <a:spcPct val="100000"/>
              </a:lnSpc>
              <a:spcBef>
                <a:spcPts val="0"/>
              </a:spcBef>
              <a:spcAft>
                <a:spcPts val="0"/>
              </a:spcAft>
              <a:buNone/>
              <a:defRPr sz="2400">
                <a:latin typeface="Bebas Neue"/>
                <a:ea typeface="Bebas Neue"/>
                <a:cs typeface="Bebas Neue"/>
              </a:defRPr>
            </a:lvl7pPr>
            <a:lvl8pPr algn="ctr">
              <a:lnSpc>
                <a:spcPct val="100000"/>
              </a:lnSpc>
              <a:spcBef>
                <a:spcPts val="0"/>
              </a:spcBef>
              <a:spcAft>
                <a:spcPts val="0"/>
              </a:spcAft>
              <a:buNone/>
              <a:defRPr sz="2400">
                <a:latin typeface="Bebas Neue"/>
                <a:ea typeface="Bebas Neue"/>
                <a:cs typeface="Bebas Neue"/>
              </a:defRPr>
            </a:lvl8pPr>
            <a:lvl9pPr algn="ctr">
              <a:lnSpc>
                <a:spcPct val="100000"/>
              </a:lnSpc>
              <a:spcBef>
                <a:spcPts val="0"/>
              </a:spcBef>
              <a:spcAft>
                <a:spcPts val="0"/>
              </a:spcAft>
              <a:buNone/>
              <a:defRPr sz="2400">
                <a:latin typeface="Bebas Neue"/>
                <a:ea typeface="Bebas Neue"/>
                <a:cs typeface="Bebas Neue"/>
              </a:defRPr>
            </a:lvl9pPr>
          </a:lstStyle>
          <a:p>
            <a:endParaRPr/>
          </a:p>
        </p:txBody>
      </p:sp>
      <p:sp>
        <p:nvSpPr>
          <p:cNvPr id="342" name="Google Shape;342;p28">
            <a:extLst>
              <a:ext uri="{FF2B5EF4-FFF2-40B4-BE49-F238E27FC236}">
                <a16:creationId xmlns:a16="http://schemas.microsoft.com/office/drawing/2014/main" id="{BCDCF86A-342B-4FC5-88A4-74E700C946FA}"/>
              </a:ext>
            </a:extLst>
          </p:cNvPr>
          <p:cNvSpPr>
            <a:spLocks noGrp="1"/>
          </p:cNvSpPr>
          <p:nvPr>
            <p:ph type="subTitle" idx="9"/>
          </p:nvPr>
        </p:nvSpPr>
        <p:spPr>
          <a:xfrm>
            <a:off x="6052748" y="1656599"/>
            <a:ext cx="1978200" cy="492600"/>
          </a:xfrm>
          <a:prstGeom prst="rect">
            <a:avLst/>
          </a:prstGeom>
        </p:spPr>
        <p:txBody>
          <a:bodyPr spcFirstLastPara="1" wrap="square" lIns="91425" tIns="91425" rIns="91425" bIns="91425" anchor="b">
            <a:noAutofit/>
          </a:bodyPr>
          <a:lstStyle>
            <a:lvl1pPr algn="ctr">
              <a:spcBef>
                <a:spcPts val="0"/>
              </a:spcBef>
              <a:spcAft>
                <a:spcPts val="0"/>
              </a:spcAft>
              <a:buNone/>
              <a:defRPr sz="2400" b="1">
                <a:solidFill>
                  <a:schemeClr val="dk1"/>
                </a:solidFill>
                <a:latin typeface="Poppins"/>
                <a:ea typeface="Poppins"/>
                <a:cs typeface="Poppins"/>
              </a:defRPr>
            </a:lvl1pPr>
            <a:lvl2pPr algn="ctr">
              <a:lnSpc>
                <a:spcPct val="100000"/>
              </a:lnSpc>
              <a:spcBef>
                <a:spcPts val="0"/>
              </a:spcBef>
              <a:spcAft>
                <a:spcPts val="0"/>
              </a:spcAft>
              <a:buNone/>
              <a:defRPr sz="2400">
                <a:latin typeface="Bebas Neue"/>
                <a:ea typeface="Bebas Neue"/>
                <a:cs typeface="Bebas Neue"/>
              </a:defRPr>
            </a:lvl2pPr>
            <a:lvl3pPr algn="ctr">
              <a:lnSpc>
                <a:spcPct val="100000"/>
              </a:lnSpc>
              <a:spcBef>
                <a:spcPts val="0"/>
              </a:spcBef>
              <a:spcAft>
                <a:spcPts val="0"/>
              </a:spcAft>
              <a:buNone/>
              <a:defRPr sz="2400">
                <a:latin typeface="Bebas Neue"/>
                <a:ea typeface="Bebas Neue"/>
                <a:cs typeface="Bebas Neue"/>
              </a:defRPr>
            </a:lvl3pPr>
            <a:lvl4pPr algn="ctr">
              <a:lnSpc>
                <a:spcPct val="100000"/>
              </a:lnSpc>
              <a:spcBef>
                <a:spcPts val="0"/>
              </a:spcBef>
              <a:spcAft>
                <a:spcPts val="0"/>
              </a:spcAft>
              <a:buNone/>
              <a:defRPr sz="2400">
                <a:latin typeface="Bebas Neue"/>
                <a:ea typeface="Bebas Neue"/>
                <a:cs typeface="Bebas Neue"/>
              </a:defRPr>
            </a:lvl4pPr>
            <a:lvl5pPr algn="ctr">
              <a:lnSpc>
                <a:spcPct val="100000"/>
              </a:lnSpc>
              <a:spcBef>
                <a:spcPts val="0"/>
              </a:spcBef>
              <a:spcAft>
                <a:spcPts val="0"/>
              </a:spcAft>
              <a:buNone/>
              <a:defRPr sz="2400">
                <a:latin typeface="Bebas Neue"/>
                <a:ea typeface="Bebas Neue"/>
                <a:cs typeface="Bebas Neue"/>
              </a:defRPr>
            </a:lvl5pPr>
            <a:lvl6pPr algn="ctr">
              <a:lnSpc>
                <a:spcPct val="100000"/>
              </a:lnSpc>
              <a:spcBef>
                <a:spcPts val="0"/>
              </a:spcBef>
              <a:spcAft>
                <a:spcPts val="0"/>
              </a:spcAft>
              <a:buNone/>
              <a:defRPr sz="2400">
                <a:latin typeface="Bebas Neue"/>
                <a:ea typeface="Bebas Neue"/>
                <a:cs typeface="Bebas Neue"/>
              </a:defRPr>
            </a:lvl6pPr>
            <a:lvl7pPr algn="ctr">
              <a:lnSpc>
                <a:spcPct val="100000"/>
              </a:lnSpc>
              <a:spcBef>
                <a:spcPts val="0"/>
              </a:spcBef>
              <a:spcAft>
                <a:spcPts val="0"/>
              </a:spcAft>
              <a:buNone/>
              <a:defRPr sz="2400">
                <a:latin typeface="Bebas Neue"/>
                <a:ea typeface="Bebas Neue"/>
                <a:cs typeface="Bebas Neue"/>
              </a:defRPr>
            </a:lvl7pPr>
            <a:lvl8pPr algn="ctr">
              <a:lnSpc>
                <a:spcPct val="100000"/>
              </a:lnSpc>
              <a:spcBef>
                <a:spcPts val="0"/>
              </a:spcBef>
              <a:spcAft>
                <a:spcPts val="0"/>
              </a:spcAft>
              <a:buNone/>
              <a:defRPr sz="2400">
                <a:latin typeface="Bebas Neue"/>
                <a:ea typeface="Bebas Neue"/>
                <a:cs typeface="Bebas Neue"/>
              </a:defRPr>
            </a:lvl8pPr>
            <a:lvl9pPr algn="ctr">
              <a:lnSpc>
                <a:spcPct val="100000"/>
              </a:lnSpc>
              <a:spcBef>
                <a:spcPts val="0"/>
              </a:spcBef>
              <a:spcAft>
                <a:spcPts val="0"/>
              </a:spcAft>
              <a:buNone/>
              <a:defRPr sz="2400">
                <a:latin typeface="Bebas Neue"/>
                <a:ea typeface="Bebas Neue"/>
                <a:cs typeface="Bebas Neue"/>
              </a:defRPr>
            </a:lvl9pPr>
          </a:lstStyle>
          <a:p>
            <a:endParaRPr/>
          </a:p>
        </p:txBody>
      </p:sp>
      <p:sp>
        <p:nvSpPr>
          <p:cNvPr id="343" name="Google Shape;343;p28">
            <a:extLst>
              <a:ext uri="{FF2B5EF4-FFF2-40B4-BE49-F238E27FC236}">
                <a16:creationId xmlns:a16="http://schemas.microsoft.com/office/drawing/2014/main" id="{3B1D8F80-AD4E-403B-A236-40EBACE6B4B3}"/>
              </a:ext>
            </a:extLst>
          </p:cNvPr>
          <p:cNvSpPr>
            <a:spLocks noGrp="1"/>
          </p:cNvSpPr>
          <p:nvPr>
            <p:ph type="subTitle" idx="13"/>
          </p:nvPr>
        </p:nvSpPr>
        <p:spPr>
          <a:xfrm>
            <a:off x="1113052" y="3086800"/>
            <a:ext cx="1978200" cy="492600"/>
          </a:xfrm>
          <a:prstGeom prst="rect">
            <a:avLst/>
          </a:prstGeom>
        </p:spPr>
        <p:txBody>
          <a:bodyPr spcFirstLastPara="1" wrap="square" lIns="91425" tIns="91425" rIns="91425" bIns="91425" anchor="b">
            <a:noAutofit/>
          </a:bodyPr>
          <a:lstStyle>
            <a:lvl1pPr algn="ctr">
              <a:spcBef>
                <a:spcPts val="0"/>
              </a:spcBef>
              <a:spcAft>
                <a:spcPts val="0"/>
              </a:spcAft>
              <a:buNone/>
              <a:defRPr sz="2400" b="1">
                <a:solidFill>
                  <a:schemeClr val="dk1"/>
                </a:solidFill>
                <a:latin typeface="Poppins"/>
                <a:ea typeface="Poppins"/>
                <a:cs typeface="Poppins"/>
              </a:defRPr>
            </a:lvl1pPr>
            <a:lvl2pPr algn="ctr">
              <a:lnSpc>
                <a:spcPct val="100000"/>
              </a:lnSpc>
              <a:spcBef>
                <a:spcPts val="0"/>
              </a:spcBef>
              <a:spcAft>
                <a:spcPts val="0"/>
              </a:spcAft>
              <a:buNone/>
              <a:defRPr sz="2400">
                <a:latin typeface="Bebas Neue"/>
                <a:ea typeface="Bebas Neue"/>
                <a:cs typeface="Bebas Neue"/>
              </a:defRPr>
            </a:lvl2pPr>
            <a:lvl3pPr algn="ctr">
              <a:lnSpc>
                <a:spcPct val="100000"/>
              </a:lnSpc>
              <a:spcBef>
                <a:spcPts val="0"/>
              </a:spcBef>
              <a:spcAft>
                <a:spcPts val="0"/>
              </a:spcAft>
              <a:buNone/>
              <a:defRPr sz="2400">
                <a:latin typeface="Bebas Neue"/>
                <a:ea typeface="Bebas Neue"/>
                <a:cs typeface="Bebas Neue"/>
              </a:defRPr>
            </a:lvl3pPr>
            <a:lvl4pPr algn="ctr">
              <a:lnSpc>
                <a:spcPct val="100000"/>
              </a:lnSpc>
              <a:spcBef>
                <a:spcPts val="0"/>
              </a:spcBef>
              <a:spcAft>
                <a:spcPts val="0"/>
              </a:spcAft>
              <a:buNone/>
              <a:defRPr sz="2400">
                <a:latin typeface="Bebas Neue"/>
                <a:ea typeface="Bebas Neue"/>
                <a:cs typeface="Bebas Neue"/>
              </a:defRPr>
            </a:lvl4pPr>
            <a:lvl5pPr algn="ctr">
              <a:lnSpc>
                <a:spcPct val="100000"/>
              </a:lnSpc>
              <a:spcBef>
                <a:spcPts val="0"/>
              </a:spcBef>
              <a:spcAft>
                <a:spcPts val="0"/>
              </a:spcAft>
              <a:buNone/>
              <a:defRPr sz="2400">
                <a:latin typeface="Bebas Neue"/>
                <a:ea typeface="Bebas Neue"/>
                <a:cs typeface="Bebas Neue"/>
              </a:defRPr>
            </a:lvl5pPr>
            <a:lvl6pPr algn="ctr">
              <a:lnSpc>
                <a:spcPct val="100000"/>
              </a:lnSpc>
              <a:spcBef>
                <a:spcPts val="0"/>
              </a:spcBef>
              <a:spcAft>
                <a:spcPts val="0"/>
              </a:spcAft>
              <a:buNone/>
              <a:defRPr sz="2400">
                <a:latin typeface="Bebas Neue"/>
                <a:ea typeface="Bebas Neue"/>
                <a:cs typeface="Bebas Neue"/>
              </a:defRPr>
            </a:lvl6pPr>
            <a:lvl7pPr algn="ctr">
              <a:lnSpc>
                <a:spcPct val="100000"/>
              </a:lnSpc>
              <a:spcBef>
                <a:spcPts val="0"/>
              </a:spcBef>
              <a:spcAft>
                <a:spcPts val="0"/>
              </a:spcAft>
              <a:buNone/>
              <a:defRPr sz="2400">
                <a:latin typeface="Bebas Neue"/>
                <a:ea typeface="Bebas Neue"/>
                <a:cs typeface="Bebas Neue"/>
              </a:defRPr>
            </a:lvl7pPr>
            <a:lvl8pPr algn="ctr">
              <a:lnSpc>
                <a:spcPct val="100000"/>
              </a:lnSpc>
              <a:spcBef>
                <a:spcPts val="0"/>
              </a:spcBef>
              <a:spcAft>
                <a:spcPts val="0"/>
              </a:spcAft>
              <a:buNone/>
              <a:defRPr sz="2400">
                <a:latin typeface="Bebas Neue"/>
                <a:ea typeface="Bebas Neue"/>
                <a:cs typeface="Bebas Neue"/>
              </a:defRPr>
            </a:lvl8pPr>
            <a:lvl9pPr algn="ctr">
              <a:lnSpc>
                <a:spcPct val="100000"/>
              </a:lnSpc>
              <a:spcBef>
                <a:spcPts val="0"/>
              </a:spcBef>
              <a:spcAft>
                <a:spcPts val="0"/>
              </a:spcAft>
              <a:buNone/>
              <a:defRPr sz="2400">
                <a:latin typeface="Bebas Neue"/>
                <a:ea typeface="Bebas Neue"/>
                <a:cs typeface="Bebas Neue"/>
              </a:defRPr>
            </a:lvl9pPr>
          </a:lstStyle>
          <a:p>
            <a:endParaRPr/>
          </a:p>
        </p:txBody>
      </p:sp>
      <p:sp>
        <p:nvSpPr>
          <p:cNvPr id="344" name="Google Shape;344;p28">
            <a:extLst>
              <a:ext uri="{FF2B5EF4-FFF2-40B4-BE49-F238E27FC236}">
                <a16:creationId xmlns:a16="http://schemas.microsoft.com/office/drawing/2014/main" id="{23EF224F-4AC8-480C-8A29-67FD3CD289C7}"/>
              </a:ext>
            </a:extLst>
          </p:cNvPr>
          <p:cNvSpPr>
            <a:spLocks noGrp="1"/>
          </p:cNvSpPr>
          <p:nvPr>
            <p:ph type="subTitle" idx="14"/>
          </p:nvPr>
        </p:nvSpPr>
        <p:spPr>
          <a:xfrm>
            <a:off x="3582900" y="3086800"/>
            <a:ext cx="1978200" cy="492600"/>
          </a:xfrm>
          <a:prstGeom prst="rect">
            <a:avLst/>
          </a:prstGeom>
        </p:spPr>
        <p:txBody>
          <a:bodyPr spcFirstLastPara="1" wrap="square" lIns="91425" tIns="91425" rIns="91425" bIns="91425" anchor="b">
            <a:noAutofit/>
          </a:bodyPr>
          <a:lstStyle>
            <a:lvl1pPr algn="ctr">
              <a:spcBef>
                <a:spcPts val="0"/>
              </a:spcBef>
              <a:spcAft>
                <a:spcPts val="0"/>
              </a:spcAft>
              <a:buNone/>
              <a:defRPr sz="2400" b="1">
                <a:solidFill>
                  <a:schemeClr val="dk1"/>
                </a:solidFill>
                <a:latin typeface="Poppins"/>
                <a:ea typeface="Poppins"/>
                <a:cs typeface="Poppins"/>
              </a:defRPr>
            </a:lvl1pPr>
            <a:lvl2pPr algn="ctr">
              <a:lnSpc>
                <a:spcPct val="100000"/>
              </a:lnSpc>
              <a:spcBef>
                <a:spcPts val="0"/>
              </a:spcBef>
              <a:spcAft>
                <a:spcPts val="0"/>
              </a:spcAft>
              <a:buNone/>
              <a:defRPr sz="2400">
                <a:latin typeface="Bebas Neue"/>
                <a:ea typeface="Bebas Neue"/>
                <a:cs typeface="Bebas Neue"/>
              </a:defRPr>
            </a:lvl2pPr>
            <a:lvl3pPr algn="ctr">
              <a:lnSpc>
                <a:spcPct val="100000"/>
              </a:lnSpc>
              <a:spcBef>
                <a:spcPts val="0"/>
              </a:spcBef>
              <a:spcAft>
                <a:spcPts val="0"/>
              </a:spcAft>
              <a:buNone/>
              <a:defRPr sz="2400">
                <a:latin typeface="Bebas Neue"/>
                <a:ea typeface="Bebas Neue"/>
                <a:cs typeface="Bebas Neue"/>
              </a:defRPr>
            </a:lvl3pPr>
            <a:lvl4pPr algn="ctr">
              <a:lnSpc>
                <a:spcPct val="100000"/>
              </a:lnSpc>
              <a:spcBef>
                <a:spcPts val="0"/>
              </a:spcBef>
              <a:spcAft>
                <a:spcPts val="0"/>
              </a:spcAft>
              <a:buNone/>
              <a:defRPr sz="2400">
                <a:latin typeface="Bebas Neue"/>
                <a:ea typeface="Bebas Neue"/>
                <a:cs typeface="Bebas Neue"/>
              </a:defRPr>
            </a:lvl4pPr>
            <a:lvl5pPr algn="ctr">
              <a:lnSpc>
                <a:spcPct val="100000"/>
              </a:lnSpc>
              <a:spcBef>
                <a:spcPts val="0"/>
              </a:spcBef>
              <a:spcAft>
                <a:spcPts val="0"/>
              </a:spcAft>
              <a:buNone/>
              <a:defRPr sz="2400">
                <a:latin typeface="Bebas Neue"/>
                <a:ea typeface="Bebas Neue"/>
                <a:cs typeface="Bebas Neue"/>
              </a:defRPr>
            </a:lvl5pPr>
            <a:lvl6pPr algn="ctr">
              <a:lnSpc>
                <a:spcPct val="100000"/>
              </a:lnSpc>
              <a:spcBef>
                <a:spcPts val="0"/>
              </a:spcBef>
              <a:spcAft>
                <a:spcPts val="0"/>
              </a:spcAft>
              <a:buNone/>
              <a:defRPr sz="2400">
                <a:latin typeface="Bebas Neue"/>
                <a:ea typeface="Bebas Neue"/>
                <a:cs typeface="Bebas Neue"/>
              </a:defRPr>
            </a:lvl6pPr>
            <a:lvl7pPr algn="ctr">
              <a:lnSpc>
                <a:spcPct val="100000"/>
              </a:lnSpc>
              <a:spcBef>
                <a:spcPts val="0"/>
              </a:spcBef>
              <a:spcAft>
                <a:spcPts val="0"/>
              </a:spcAft>
              <a:buNone/>
              <a:defRPr sz="2400">
                <a:latin typeface="Bebas Neue"/>
                <a:ea typeface="Bebas Neue"/>
                <a:cs typeface="Bebas Neue"/>
              </a:defRPr>
            </a:lvl7pPr>
            <a:lvl8pPr algn="ctr">
              <a:lnSpc>
                <a:spcPct val="100000"/>
              </a:lnSpc>
              <a:spcBef>
                <a:spcPts val="0"/>
              </a:spcBef>
              <a:spcAft>
                <a:spcPts val="0"/>
              </a:spcAft>
              <a:buNone/>
              <a:defRPr sz="2400">
                <a:latin typeface="Bebas Neue"/>
                <a:ea typeface="Bebas Neue"/>
                <a:cs typeface="Bebas Neue"/>
              </a:defRPr>
            </a:lvl8pPr>
            <a:lvl9pPr algn="ctr">
              <a:lnSpc>
                <a:spcPct val="100000"/>
              </a:lnSpc>
              <a:spcBef>
                <a:spcPts val="0"/>
              </a:spcBef>
              <a:spcAft>
                <a:spcPts val="0"/>
              </a:spcAft>
              <a:buNone/>
              <a:defRPr sz="2400">
                <a:latin typeface="Bebas Neue"/>
                <a:ea typeface="Bebas Neue"/>
                <a:cs typeface="Bebas Neue"/>
              </a:defRPr>
            </a:lvl9pPr>
          </a:lstStyle>
          <a:p>
            <a:endParaRPr/>
          </a:p>
        </p:txBody>
      </p:sp>
      <p:sp>
        <p:nvSpPr>
          <p:cNvPr id="345" name="Google Shape;345;p28">
            <a:extLst>
              <a:ext uri="{FF2B5EF4-FFF2-40B4-BE49-F238E27FC236}">
                <a16:creationId xmlns:a16="http://schemas.microsoft.com/office/drawing/2014/main" id="{B466E92A-5D01-45AA-A495-D08C29689AC7}"/>
              </a:ext>
            </a:extLst>
          </p:cNvPr>
          <p:cNvSpPr>
            <a:spLocks noGrp="1"/>
          </p:cNvSpPr>
          <p:nvPr>
            <p:ph type="subTitle" idx="15"/>
          </p:nvPr>
        </p:nvSpPr>
        <p:spPr>
          <a:xfrm>
            <a:off x="6052748" y="3086800"/>
            <a:ext cx="1978200" cy="492600"/>
          </a:xfrm>
          <a:prstGeom prst="rect">
            <a:avLst/>
          </a:prstGeom>
        </p:spPr>
        <p:txBody>
          <a:bodyPr spcFirstLastPara="1" wrap="square" lIns="91425" tIns="91425" rIns="91425" bIns="91425" anchor="b">
            <a:noAutofit/>
          </a:bodyPr>
          <a:lstStyle>
            <a:lvl1pPr algn="ctr">
              <a:spcBef>
                <a:spcPts val="0"/>
              </a:spcBef>
              <a:spcAft>
                <a:spcPts val="0"/>
              </a:spcAft>
              <a:buNone/>
              <a:defRPr sz="2400" b="1">
                <a:solidFill>
                  <a:schemeClr val="dk1"/>
                </a:solidFill>
                <a:latin typeface="Poppins"/>
                <a:ea typeface="Poppins"/>
                <a:cs typeface="Poppins"/>
              </a:defRPr>
            </a:lvl1pPr>
            <a:lvl2pPr algn="ctr">
              <a:lnSpc>
                <a:spcPct val="100000"/>
              </a:lnSpc>
              <a:spcBef>
                <a:spcPts val="0"/>
              </a:spcBef>
              <a:spcAft>
                <a:spcPts val="0"/>
              </a:spcAft>
              <a:buNone/>
              <a:defRPr sz="2400">
                <a:latin typeface="Bebas Neue"/>
                <a:ea typeface="Bebas Neue"/>
                <a:cs typeface="Bebas Neue"/>
              </a:defRPr>
            </a:lvl2pPr>
            <a:lvl3pPr algn="ctr">
              <a:lnSpc>
                <a:spcPct val="100000"/>
              </a:lnSpc>
              <a:spcBef>
                <a:spcPts val="0"/>
              </a:spcBef>
              <a:spcAft>
                <a:spcPts val="0"/>
              </a:spcAft>
              <a:buNone/>
              <a:defRPr sz="2400">
                <a:latin typeface="Bebas Neue"/>
                <a:ea typeface="Bebas Neue"/>
                <a:cs typeface="Bebas Neue"/>
              </a:defRPr>
            </a:lvl3pPr>
            <a:lvl4pPr algn="ctr">
              <a:lnSpc>
                <a:spcPct val="100000"/>
              </a:lnSpc>
              <a:spcBef>
                <a:spcPts val="0"/>
              </a:spcBef>
              <a:spcAft>
                <a:spcPts val="0"/>
              </a:spcAft>
              <a:buNone/>
              <a:defRPr sz="2400">
                <a:latin typeface="Bebas Neue"/>
                <a:ea typeface="Bebas Neue"/>
                <a:cs typeface="Bebas Neue"/>
              </a:defRPr>
            </a:lvl4pPr>
            <a:lvl5pPr algn="ctr">
              <a:lnSpc>
                <a:spcPct val="100000"/>
              </a:lnSpc>
              <a:spcBef>
                <a:spcPts val="0"/>
              </a:spcBef>
              <a:spcAft>
                <a:spcPts val="0"/>
              </a:spcAft>
              <a:buNone/>
              <a:defRPr sz="2400">
                <a:latin typeface="Bebas Neue"/>
                <a:ea typeface="Bebas Neue"/>
                <a:cs typeface="Bebas Neue"/>
              </a:defRPr>
            </a:lvl5pPr>
            <a:lvl6pPr algn="ctr">
              <a:lnSpc>
                <a:spcPct val="100000"/>
              </a:lnSpc>
              <a:spcBef>
                <a:spcPts val="0"/>
              </a:spcBef>
              <a:spcAft>
                <a:spcPts val="0"/>
              </a:spcAft>
              <a:buNone/>
              <a:defRPr sz="2400">
                <a:latin typeface="Bebas Neue"/>
                <a:ea typeface="Bebas Neue"/>
                <a:cs typeface="Bebas Neue"/>
              </a:defRPr>
            </a:lvl6pPr>
            <a:lvl7pPr algn="ctr">
              <a:lnSpc>
                <a:spcPct val="100000"/>
              </a:lnSpc>
              <a:spcBef>
                <a:spcPts val="0"/>
              </a:spcBef>
              <a:spcAft>
                <a:spcPts val="0"/>
              </a:spcAft>
              <a:buNone/>
              <a:defRPr sz="2400">
                <a:latin typeface="Bebas Neue"/>
                <a:ea typeface="Bebas Neue"/>
                <a:cs typeface="Bebas Neue"/>
              </a:defRPr>
            </a:lvl7pPr>
            <a:lvl8pPr algn="ctr">
              <a:lnSpc>
                <a:spcPct val="100000"/>
              </a:lnSpc>
              <a:spcBef>
                <a:spcPts val="0"/>
              </a:spcBef>
              <a:spcAft>
                <a:spcPts val="0"/>
              </a:spcAft>
              <a:buNone/>
              <a:defRPr sz="2400">
                <a:latin typeface="Bebas Neue"/>
                <a:ea typeface="Bebas Neue"/>
                <a:cs typeface="Bebas Neue"/>
              </a:defRPr>
            </a:lvl8pPr>
            <a:lvl9pPr algn="ctr">
              <a:lnSpc>
                <a:spcPct val="100000"/>
              </a:lnSpc>
              <a:spcBef>
                <a:spcPts val="0"/>
              </a:spcBef>
              <a:spcAft>
                <a:spcPts val="0"/>
              </a:spcAft>
              <a:buNone/>
              <a:defRPr sz="2400">
                <a:latin typeface="Bebas Neue"/>
                <a:ea typeface="Bebas Neue"/>
                <a:cs typeface="Bebas Neue"/>
              </a:defRPr>
            </a:lvl9pPr>
          </a:lstStyle>
          <a:p>
            <a:endParaRPr/>
          </a:p>
        </p:txBody>
      </p:sp>
      <p:sp>
        <p:nvSpPr>
          <p:cNvPr id="346" name="Google Shape;346;p28">
            <a:extLst>
              <a:ext uri="{FF2B5EF4-FFF2-40B4-BE49-F238E27FC236}">
                <a16:creationId xmlns:a16="http://schemas.microsoft.com/office/drawing/2014/main" id="{A763AC4A-2ADD-4C50-B255-1ADE2FE4295C}"/>
              </a:ext>
            </a:extLst>
          </p:cNvPr>
          <p:cNvSpPr>
            <a:spLocks noGrp="1"/>
          </p:cNvSpPr>
          <p:nvPr/>
        </p:nvSpPr>
        <p:spPr>
          <a:xfrm rot="5400000">
            <a:off x="2150850" y="-1761150"/>
            <a:ext cx="4842300" cy="8665800"/>
          </a:xfrm>
          <a:prstGeom prst="bracketPair">
            <a:avLst/>
          </a:prstGeom>
          <a:noFill/>
          <a:ln w="28575" cmpd="sng">
            <a:solidFill>
              <a:schemeClr val="accent4"/>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347" name="Google Shape;347;p28">
            <a:extLst>
              <a:ext uri="{FF2B5EF4-FFF2-40B4-BE49-F238E27FC236}">
                <a16:creationId xmlns:a16="http://schemas.microsoft.com/office/drawing/2014/main" id="{956732F9-65FF-40AA-BCDB-4F540B6D5D45}"/>
              </a:ext>
            </a:extLst>
          </p:cNvPr>
          <p:cNvSpPr>
            <a:spLocks noGrp="1"/>
          </p:cNvSpPr>
          <p:nvPr/>
        </p:nvSpPr>
        <p:spPr>
          <a:xfrm rot="775147" flipH="1">
            <a:off x="-1527367" y="-114758"/>
            <a:ext cx="2259394" cy="2189843"/>
          </a:xfrm>
          <a:custGeom>
            <a:avLst/>
            <a:gdLst/>
            <a:ahLst/>
            <a:cxnLst/>
            <a:rect l="l" t="t" r="r" b="b"/>
            <a:pathLst>
              <a:path w="34694" h="33626">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348" name="Google Shape;348;p28">
            <a:extLst>
              <a:ext uri="{FF2B5EF4-FFF2-40B4-BE49-F238E27FC236}">
                <a16:creationId xmlns:a16="http://schemas.microsoft.com/office/drawing/2014/main" id="{5C1FB02D-6EAF-41BE-ACF0-4128860E0D6F}"/>
              </a:ext>
            </a:extLst>
          </p:cNvPr>
          <p:cNvSpPr>
            <a:spLocks noGrp="1"/>
          </p:cNvSpPr>
          <p:nvPr/>
        </p:nvSpPr>
        <p:spPr>
          <a:xfrm rot="1970999">
            <a:off x="8582834" y="2457675"/>
            <a:ext cx="1631059" cy="2040203"/>
          </a:xfrm>
          <a:custGeom>
            <a:avLst/>
            <a:gdLst/>
            <a:ahLst/>
            <a:cxnLst/>
            <a:rect l="l" t="t" r="r" b="b"/>
            <a:pathLst>
              <a:path w="7690" h="9619">
                <a:moveTo>
                  <a:pt x="1814" y="0"/>
                </a:moveTo>
                <a:cubicBezTo>
                  <a:pt x="1314" y="0"/>
                  <a:pt x="835" y="161"/>
                  <a:pt x="503" y="527"/>
                </a:cubicBezTo>
                <a:cubicBezTo>
                  <a:pt x="114" y="938"/>
                  <a:pt x="1" y="1532"/>
                  <a:pt x="29" y="2063"/>
                </a:cubicBezTo>
                <a:cubicBezTo>
                  <a:pt x="57" y="2621"/>
                  <a:pt x="234" y="3152"/>
                  <a:pt x="383" y="3683"/>
                </a:cubicBezTo>
                <a:cubicBezTo>
                  <a:pt x="913" y="5777"/>
                  <a:pt x="149" y="9017"/>
                  <a:pt x="3064" y="9547"/>
                </a:cubicBezTo>
                <a:cubicBezTo>
                  <a:pt x="3307" y="9596"/>
                  <a:pt x="3542" y="9619"/>
                  <a:pt x="3768" y="9619"/>
                </a:cubicBezTo>
                <a:cubicBezTo>
                  <a:pt x="6281" y="9619"/>
                  <a:pt x="7690" y="6774"/>
                  <a:pt x="7365" y="4418"/>
                </a:cubicBezTo>
                <a:cubicBezTo>
                  <a:pt x="7252" y="3739"/>
                  <a:pt x="6983" y="3060"/>
                  <a:pt x="6573" y="2501"/>
                </a:cubicBezTo>
                <a:cubicBezTo>
                  <a:pt x="6276" y="2119"/>
                  <a:pt x="5922" y="1822"/>
                  <a:pt x="5512" y="1589"/>
                </a:cubicBezTo>
                <a:cubicBezTo>
                  <a:pt x="5129" y="1383"/>
                  <a:pt x="4684" y="1263"/>
                  <a:pt x="4274" y="1058"/>
                </a:cubicBezTo>
                <a:cubicBezTo>
                  <a:pt x="3863" y="825"/>
                  <a:pt x="3474" y="527"/>
                  <a:pt x="3064" y="322"/>
                </a:cubicBezTo>
                <a:cubicBezTo>
                  <a:pt x="2683" y="117"/>
                  <a:pt x="2240" y="0"/>
                  <a:pt x="1814" y="0"/>
                </a:cubicBezTo>
                <a:close/>
              </a:path>
            </a:pathLst>
          </a:custGeom>
          <a:solidFill>
            <a:schemeClr val="dk2"/>
          </a:solidFill>
          <a:ln>
            <a:noFill/>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352" name="Google Shape;352;p28">
            <a:extLst>
              <a:ext uri="{FF2B5EF4-FFF2-40B4-BE49-F238E27FC236}">
                <a16:creationId xmlns:a16="http://schemas.microsoft.com/office/drawing/2014/main" id="{B9E475CE-43BA-4DE1-BF52-2B83B70D5D5B}"/>
              </a:ext>
            </a:extLst>
          </p:cNvPr>
          <p:cNvSpPr>
            <a:spLocks noGrp="1"/>
          </p:cNvSpPr>
          <p:nvPr/>
        </p:nvSpPr>
        <p:spPr>
          <a:xfrm>
            <a:off x="8760825" y="3621075"/>
            <a:ext cx="215100" cy="258300"/>
          </a:xfrm>
          <a:prstGeom prst="bracketPair">
            <a:avLst/>
          </a:prstGeom>
          <a:noFill/>
          <a:ln w="9525" cmpd="sng">
            <a:solidFill>
              <a:schemeClr val="accent5"/>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359" name="Google Shape;359;p28">
            <a:extLst>
              <a:ext uri="{FF2B5EF4-FFF2-40B4-BE49-F238E27FC236}">
                <a16:creationId xmlns:a16="http://schemas.microsoft.com/office/drawing/2014/main" id="{0A9BB1BA-B86B-4417-86C7-D39C756F0F43}"/>
              </a:ext>
            </a:extLst>
          </p:cNvPr>
          <p:cNvSpPr>
            <a:spLocks noGrp="1"/>
          </p:cNvSpPr>
          <p:nvPr/>
        </p:nvSpPr>
        <p:spPr>
          <a:xfrm>
            <a:off x="115400" y="1017725"/>
            <a:ext cx="289200" cy="258300"/>
          </a:xfrm>
          <a:prstGeom prst="bracePair">
            <a:avLst/>
          </a:prstGeom>
          <a:noFill/>
          <a:ln w="9525" cmpd="sng">
            <a:solidFill>
              <a:schemeClr val="accent1"/>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
        <p:cNvGrpSpPr/>
        <p:nvPr/>
      </p:nvGrpSpPr>
      <p:grpSpPr>
        <a:xfrm>
          <a:off x="0" y="0"/>
          <a:ext cx="0" cy="0"/>
          <a:chOff x="0" y="0"/>
          <a:chExt cx="0" cy="0"/>
        </a:xfrm>
      </p:grpSpPr>
      <p:sp>
        <p:nvSpPr>
          <p:cNvPr id="407" name="Google Shape;407;p32">
            <a:extLst>
              <a:ext uri="{FF2B5EF4-FFF2-40B4-BE49-F238E27FC236}">
                <a16:creationId xmlns:a16="http://schemas.microsoft.com/office/drawing/2014/main" id="{5BFDE70D-7C78-4956-A7EB-42AA4FB06697}"/>
              </a:ext>
            </a:extLst>
          </p:cNvPr>
          <p:cNvSpPr>
            <a:spLocks noGrp="1"/>
          </p:cNvSpPr>
          <p:nvPr/>
        </p:nvSpPr>
        <p:spPr>
          <a:xfrm rot="5400000">
            <a:off x="2150850" y="-1761150"/>
            <a:ext cx="4842300" cy="8665800"/>
          </a:xfrm>
          <a:prstGeom prst="bracketPair">
            <a:avLst/>
          </a:prstGeom>
          <a:noFill/>
          <a:ln w="28575" cmpd="sng">
            <a:solidFill>
              <a:schemeClr val="accent4"/>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
        <p:cNvGrpSpPr/>
        <p:nvPr/>
      </p:nvGrpSpPr>
      <p:grpSpPr>
        <a:xfrm>
          <a:off x="0" y="0"/>
          <a:ext cx="0" cy="0"/>
          <a:chOff x="0" y="0"/>
          <a:chExt cx="0" cy="0"/>
        </a:xfrm>
      </p:grpSpPr>
      <p:sp>
        <p:nvSpPr>
          <p:cNvPr id="409" name="Google Shape;409;p33">
            <a:extLst>
              <a:ext uri="{FF2B5EF4-FFF2-40B4-BE49-F238E27FC236}">
                <a16:creationId xmlns:a16="http://schemas.microsoft.com/office/drawing/2014/main" id="{117C09D9-2F6A-4B2C-932D-692D9F729DD6}"/>
              </a:ext>
            </a:extLst>
          </p:cNvPr>
          <p:cNvSpPr>
            <a:spLocks noGrp="1"/>
          </p:cNvSpPr>
          <p:nvPr/>
        </p:nvSpPr>
        <p:spPr>
          <a:xfrm rot="5400000">
            <a:off x="2150850" y="-1761150"/>
            <a:ext cx="4842300" cy="8665800"/>
          </a:xfrm>
          <a:prstGeom prst="bracketPair">
            <a:avLst/>
          </a:prstGeom>
          <a:noFill/>
          <a:ln w="28575" cmpd="sng">
            <a:solidFill>
              <a:schemeClr val="accent4"/>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410" name="Google Shape;410;p33">
            <a:extLst>
              <a:ext uri="{FF2B5EF4-FFF2-40B4-BE49-F238E27FC236}">
                <a16:creationId xmlns:a16="http://schemas.microsoft.com/office/drawing/2014/main" id="{821784C2-9A2E-44CF-9243-3DD626B6CAEB}"/>
              </a:ext>
            </a:extLst>
          </p:cNvPr>
          <p:cNvSpPr>
            <a:spLocks noGrp="1"/>
          </p:cNvSpPr>
          <p:nvPr/>
        </p:nvSpPr>
        <p:spPr>
          <a:xfrm rot="3555162" flipH="1">
            <a:off x="-993615" y="620242"/>
            <a:ext cx="1625808" cy="1526544"/>
          </a:xfrm>
          <a:custGeom>
            <a:avLst/>
            <a:gdLst/>
            <a:ahLst/>
            <a:cxnLst/>
            <a:rect l="l" t="t" r="r" b="b"/>
            <a:pathLst>
              <a:path w="13414" h="12595">
                <a:moveTo>
                  <a:pt x="6393" y="1"/>
                </a:moveTo>
                <a:cubicBezTo>
                  <a:pt x="6010" y="1"/>
                  <a:pt x="5626" y="38"/>
                  <a:pt x="5242" y="124"/>
                </a:cubicBezTo>
                <a:cubicBezTo>
                  <a:pt x="2766" y="598"/>
                  <a:pt x="354" y="2515"/>
                  <a:pt x="177" y="5048"/>
                </a:cubicBezTo>
                <a:cubicBezTo>
                  <a:pt x="0" y="7821"/>
                  <a:pt x="3063" y="10064"/>
                  <a:pt x="5129" y="11330"/>
                </a:cubicBezTo>
                <a:cubicBezTo>
                  <a:pt x="6309" y="12076"/>
                  <a:pt x="7558" y="12595"/>
                  <a:pt x="8729" y="12595"/>
                </a:cubicBezTo>
                <a:cubicBezTo>
                  <a:pt x="9868" y="12595"/>
                  <a:pt x="10932" y="12105"/>
                  <a:pt x="11786" y="10856"/>
                </a:cubicBezTo>
                <a:cubicBezTo>
                  <a:pt x="13144" y="8854"/>
                  <a:pt x="13413" y="6137"/>
                  <a:pt x="12409" y="3959"/>
                </a:cubicBezTo>
                <a:cubicBezTo>
                  <a:pt x="11404" y="1751"/>
                  <a:pt x="9169" y="160"/>
                  <a:pt x="6749" y="11"/>
                </a:cubicBezTo>
                <a:cubicBezTo>
                  <a:pt x="6631" y="4"/>
                  <a:pt x="6512" y="1"/>
                  <a:pt x="6393" y="1"/>
                </a:cubicBezTo>
                <a:close/>
              </a:path>
            </a:pathLst>
          </a:custGeom>
          <a:solidFill>
            <a:schemeClr val="dk2"/>
          </a:solidFill>
          <a:ln>
            <a:noFill/>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411" name="Google Shape;411;p33">
            <a:extLst>
              <a:ext uri="{FF2B5EF4-FFF2-40B4-BE49-F238E27FC236}">
                <a16:creationId xmlns:a16="http://schemas.microsoft.com/office/drawing/2014/main" id="{65A2C97D-699F-4C7C-ABDB-6BF386B1BCFF}"/>
              </a:ext>
            </a:extLst>
          </p:cNvPr>
          <p:cNvSpPr>
            <a:spLocks noGrp="1"/>
          </p:cNvSpPr>
          <p:nvPr/>
        </p:nvSpPr>
        <p:spPr>
          <a:xfrm flipH="1">
            <a:off x="8511080" y="2803089"/>
            <a:ext cx="2259360" cy="2189809"/>
          </a:xfrm>
          <a:custGeom>
            <a:avLst/>
            <a:gdLst/>
            <a:ahLst/>
            <a:cxnLst/>
            <a:rect l="l" t="t" r="r" b="b"/>
            <a:pathLst>
              <a:path w="34694" h="33626">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412" name="Google Shape;412;p33">
            <a:extLst>
              <a:ext uri="{FF2B5EF4-FFF2-40B4-BE49-F238E27FC236}">
                <a16:creationId xmlns:a16="http://schemas.microsoft.com/office/drawing/2014/main" id="{D2B69DFD-D5C5-4866-AD24-FA39E5242E11}"/>
              </a:ext>
            </a:extLst>
          </p:cNvPr>
          <p:cNvSpPr>
            <a:spLocks noGrp="1"/>
          </p:cNvSpPr>
          <p:nvPr/>
        </p:nvSpPr>
        <p:spPr>
          <a:xfrm flipH="1">
            <a:off x="325220" y="2624500"/>
            <a:ext cx="289200" cy="258300"/>
          </a:xfrm>
          <a:prstGeom prst="bracePair">
            <a:avLst/>
          </a:prstGeom>
          <a:noFill/>
          <a:ln w="9525" cmpd="sng">
            <a:solidFill>
              <a:schemeClr val="accent1"/>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
        <p:nvSpPr>
          <p:cNvPr id="416" name="Google Shape;416;p33">
            <a:extLst>
              <a:ext uri="{FF2B5EF4-FFF2-40B4-BE49-F238E27FC236}">
                <a16:creationId xmlns:a16="http://schemas.microsoft.com/office/drawing/2014/main" id="{93BFE2F2-8FAA-46D7-AE78-757D3EF83149}"/>
              </a:ext>
            </a:extLst>
          </p:cNvPr>
          <p:cNvSpPr>
            <a:spLocks noGrp="1"/>
          </p:cNvSpPr>
          <p:nvPr/>
        </p:nvSpPr>
        <p:spPr>
          <a:xfrm flipH="1">
            <a:off x="239095" y="3810950"/>
            <a:ext cx="215100" cy="258300"/>
          </a:xfrm>
          <a:prstGeom prst="bracketPair">
            <a:avLst/>
          </a:prstGeom>
          <a:noFill/>
          <a:ln w="9525" cmpd="sng">
            <a:solidFill>
              <a:schemeClr val="accent5"/>
            </a:solidFill>
            <a:prstDash val="solid"/>
          </a:ln>
        </p:spPr>
        <p:txBody>
          <a:bodyPr spcFirstLastPara="1" wrap="square" lIns="91425" tIns="91425" rIns="91425" bIns="91425" anchor="ctr">
            <a:noAutofit/>
          </a:bodyPr>
          <a:lstStyle/>
          <a:p>
            <a:pPr marL="0" indent="0" algn="l">
              <a:spcBef>
                <a:spcPts val="0"/>
              </a:spcBef>
              <a:spcAft>
                <a:spcPts val="0"/>
              </a:spcAft>
              <a:buNone/>
            </a:pPr>
            <a:endParaRPr/>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75EE3EE-FABF-407C-97CD-C9C7BEC1872E}"/>
              </a:ext>
            </a:extLst>
          </p:cNvPr>
          <p:cNvSpPr>
            <a:spLocks noGrp="1"/>
          </p:cNvSpPr>
          <p:nvPr/>
        </p:nvSpPr>
        <p:spPr>
          <a:xfrm>
            <a:off x="0" y="-6333"/>
            <a:ext cx="9144000" cy="53502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C740E5A8-0B3D-4AB0-9DD0-427A199FD97D}"/>
              </a:ext>
            </a:extLst>
          </p:cNvPr>
          <p:cNvSpPr>
            <a:spLocks noGrp="1"/>
          </p:cNvSpPr>
          <p:nvPr/>
        </p:nvSpPr>
        <p:spPr>
          <a:xfrm>
            <a:off x="1331594" y="5041105"/>
            <a:ext cx="7812407" cy="102422"/>
          </a:xfrm>
          <a:custGeom>
            <a:avLst/>
            <a:gdLst/>
            <a:ahLst/>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r>
              <a:rPr sz="1350"/>
              <a:t> </a:t>
            </a:r>
          </a:p>
        </p:txBody>
      </p:sp>
      <p:pic>
        <p:nvPicPr>
          <p:cNvPr id="13" name="Picture 16"/>
          <p:cNvPicPr>
            <a:picLocks noChangeAspect="1"/>
          </p:cNvPicPr>
          <p:nvPr/>
        </p:nvPicPr>
        <p:blipFill>
          <a:blip r:embed="rId2"/>
          <a:srcRect/>
          <a:stretch>
            <a:fillRect/>
          </a:stretch>
        </p:blipFill>
        <p:spPr>
          <a:xfrm>
            <a:off x="1371620" y="5054381"/>
            <a:ext cx="7772361" cy="76355"/>
          </a:xfrm>
          <a:prstGeom prst="rect">
            <a:avLst/>
          </a:prstGeom>
        </p:spPr>
      </p:pic>
      <p:sp>
        <p:nvSpPr>
          <p:cNvPr id="6" name="Slide Number Placeholder 5">
            <a:extLst>
              <a:ext uri="{FF2B5EF4-FFF2-40B4-BE49-F238E27FC236}">
                <a16:creationId xmlns:a16="http://schemas.microsoft.com/office/drawing/2014/main" id="{024E2758-3E6C-45C7-B774-53EC0DF2E2DD}"/>
              </a:ext>
            </a:extLst>
          </p:cNvPr>
          <p:cNvSpPr>
            <a:spLocks noGrp="1"/>
          </p:cNvSpPr>
          <p:nvPr>
            <p:ph type="sldNum" idx="12"/>
          </p:nvPr>
        </p:nvSpPr>
        <p:spPr>
          <a:xfrm>
            <a:off x="8757213" y="4949680"/>
            <a:ext cx="379168" cy="273844"/>
          </a:xfrm>
        </p:spPr>
        <p:txBody>
          <a:bodyPr/>
          <a:lstStyle>
            <a:lvl1pPr>
              <a:buNone/>
              <a:defRPr sz="1050">
                <a:solidFill>
                  <a:schemeClr val="bg1"/>
                </a:solidFill>
              </a:defRPr>
            </a:lvl1pPr>
          </a:lstStyle>
          <a:p>
            <a:fld id="{D379440A-2DED-3643-ADED-9B5C83E7D828}" type="slidenum">
              <a:t>‹#›</a:t>
            </a:fld>
            <a:endParaRPr/>
          </a:p>
        </p:txBody>
      </p:sp>
      <p:pic>
        <p:nvPicPr>
          <p:cNvPr id="15" name="Picture 19"/>
          <p:cNvPicPr>
            <a:picLocks noChangeAspect="1"/>
          </p:cNvPicPr>
          <p:nvPr/>
        </p:nvPicPr>
        <p:blipFill>
          <a:blip r:embed="rId3"/>
          <a:stretch>
            <a:fillRect/>
          </a:stretch>
        </p:blipFill>
        <p:spPr>
          <a:xfrm>
            <a:off x="-7620" y="3783806"/>
            <a:ext cx="9151620" cy="1257300"/>
          </a:xfrm>
          <a:prstGeom prst="rect">
            <a:avLst/>
          </a:prstGeom>
        </p:spPr>
      </p:pic>
      <p:sp>
        <p:nvSpPr>
          <p:cNvPr id="21" name="TextBox 20">
            <a:extLst>
              <a:ext uri="{FF2B5EF4-FFF2-40B4-BE49-F238E27FC236}">
                <a16:creationId xmlns:a16="http://schemas.microsoft.com/office/drawing/2014/main" id="{08983C4B-7F2E-472F-94C4-CCDC0287DF74}"/>
              </a:ext>
            </a:extLst>
          </p:cNvPr>
          <p:cNvSpPr>
            <a:spLocks noGrp="1"/>
          </p:cNvSpPr>
          <p:nvPr/>
        </p:nvSpPr>
        <p:spPr>
          <a:xfrm>
            <a:off x="1885405" y="24063"/>
            <a:ext cx="5365571" cy="507831"/>
          </a:xfrm>
          <a:prstGeom prst="rect">
            <a:avLst/>
          </a:prstGeom>
          <a:noFill/>
        </p:spPr>
        <p:txBody>
          <a:bodyPr wrap="none">
            <a:spAutoFit/>
          </a:bodyPr>
          <a:lstStyle/>
          <a:p>
            <a:pPr algn="ctr">
              <a:buNone/>
            </a:pPr>
            <a:r>
              <a:rPr sz="1350">
                <a:solidFill>
                  <a:schemeClr val="bg1"/>
                </a:solidFill>
                <a:latin typeface="Arial"/>
                <a:ea typeface="Arial"/>
                <a:cs typeface="Arial"/>
              </a:rPr>
              <a:t>BỘ CÔNG THƯƠNG</a:t>
            </a:r>
          </a:p>
          <a:p>
            <a:pPr algn="ctr">
              <a:buNone/>
            </a:pPr>
            <a:r>
              <a:rPr sz="1350" b="1">
                <a:solidFill>
                  <a:schemeClr val="bg1"/>
                </a:solidFill>
                <a:latin typeface="Arial"/>
                <a:ea typeface="Arial"/>
                <a:cs typeface="Arial"/>
              </a:rPr>
              <a:t>TRƯỜNG ĐẠI HỌC CÔNG THƯƠNG THÀNH PHỐ HỒ CHÍ MINH</a:t>
            </a:r>
          </a:p>
        </p:txBody>
      </p:sp>
      <p:pic>
        <p:nvPicPr>
          <p:cNvPr id="22" name="Picture 22"/>
          <p:cNvPicPr>
            <a:picLocks noChangeAspect="1"/>
          </p:cNvPicPr>
          <p:nvPr/>
        </p:nvPicPr>
        <p:blipFill>
          <a:blip r:embed="rId4"/>
          <a:stretch>
            <a:fillRect/>
          </a:stretch>
        </p:blipFill>
        <p:spPr>
          <a:xfrm>
            <a:off x="267100" y="13546"/>
            <a:ext cx="499500" cy="499500"/>
          </a:xfrm>
          <a:prstGeom prst="rect">
            <a:avLst/>
          </a:prstGeom>
        </p:spPr>
      </p:pic>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7976C-DEFA-460D-AD09-C05D62D9F162}"/>
              </a:ext>
            </a:extLst>
          </p:cNvPr>
          <p:cNvSpPr>
            <a:spLocks noGrp="1"/>
          </p:cNvSpPr>
          <p:nvPr>
            <p:ph type="title"/>
          </p:nvPr>
        </p:nvSpPr>
        <p:spPr>
          <a:xfrm>
            <a:off x="623888" y="1282305"/>
            <a:ext cx="7886700" cy="2139553"/>
          </a:xfrm>
          <a:prstGeom prst="rect">
            <a:avLst/>
          </a:prstGeom>
        </p:spPr>
        <p:txBody>
          <a:bodyPr anchor="b"/>
          <a:lstStyle>
            <a:lvl1pPr>
              <a:buNone/>
              <a:defRPr sz="4500"/>
            </a:lvl1pPr>
          </a:lstStyle>
          <a:p>
            <a:r>
              <a:t>Click to edit Master title style</a:t>
            </a:r>
          </a:p>
        </p:txBody>
      </p:sp>
      <p:sp>
        <p:nvSpPr>
          <p:cNvPr id="3" name="Text Placeholder 2">
            <a:extLst>
              <a:ext uri="{FF2B5EF4-FFF2-40B4-BE49-F238E27FC236}">
                <a16:creationId xmlns:a16="http://schemas.microsoft.com/office/drawing/2014/main" id="{3C9DD8B2-BFD9-4935-B804-D144D0235CFA}"/>
              </a:ext>
            </a:extLst>
          </p:cNvPr>
          <p:cNvSpPr>
            <a:spLocks noGrp="1"/>
          </p:cNvSpPr>
          <p:nvPr>
            <p:ph type="body" idx="1"/>
          </p:nvPr>
        </p:nvSpPr>
        <p:spPr>
          <a:xfrm>
            <a:off x="623888" y="3442099"/>
            <a:ext cx="7886700" cy="1125140"/>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a:buNone/>
            </a:pPr>
            <a:r>
              <a:t>Click to edit Master text styles</a:t>
            </a:r>
          </a:p>
        </p:txBody>
      </p:sp>
      <p:sp>
        <p:nvSpPr>
          <p:cNvPr id="7" name="Rectangle 6">
            <a:extLst>
              <a:ext uri="{FF2B5EF4-FFF2-40B4-BE49-F238E27FC236}">
                <a16:creationId xmlns:a16="http://schemas.microsoft.com/office/drawing/2014/main" id="{13D65087-FD76-4D79-9E23-CA0B883224A9}"/>
              </a:ext>
            </a:extLst>
          </p:cNvPr>
          <p:cNvSpPr>
            <a:spLocks noGrp="1"/>
          </p:cNvSpPr>
          <p:nvPr/>
        </p:nvSpPr>
        <p:spPr>
          <a:xfrm>
            <a:off x="0" y="-6333"/>
            <a:ext cx="9144000" cy="53502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Rectangle 11">
            <a:extLst>
              <a:ext uri="{FF2B5EF4-FFF2-40B4-BE49-F238E27FC236}">
                <a16:creationId xmlns:a16="http://schemas.microsoft.com/office/drawing/2014/main" id="{B9FFA837-D99D-4051-8EAE-A15DE3ABA9B0}"/>
              </a:ext>
            </a:extLst>
          </p:cNvPr>
          <p:cNvSpPr>
            <a:spLocks noGrp="1"/>
          </p:cNvSpPr>
          <p:nvPr/>
        </p:nvSpPr>
        <p:spPr>
          <a:xfrm>
            <a:off x="1331594" y="5041105"/>
            <a:ext cx="7812407" cy="102422"/>
          </a:xfrm>
          <a:custGeom>
            <a:avLst/>
            <a:gdLst/>
            <a:ahLst/>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r>
              <a:rPr sz="1350"/>
              <a:t> </a:t>
            </a:r>
          </a:p>
        </p:txBody>
      </p:sp>
      <p:pic>
        <p:nvPicPr>
          <p:cNvPr id="10" name="Picture 9"/>
          <p:cNvPicPr>
            <a:picLocks noChangeAspect="1"/>
          </p:cNvPicPr>
          <p:nvPr/>
        </p:nvPicPr>
        <p:blipFill>
          <a:blip r:embed="rId2"/>
          <a:srcRect/>
          <a:stretch>
            <a:fillRect/>
          </a:stretch>
        </p:blipFill>
        <p:spPr>
          <a:xfrm>
            <a:off x="1371620" y="5054381"/>
            <a:ext cx="7772361" cy="76355"/>
          </a:xfrm>
          <a:prstGeom prst="rect">
            <a:avLst/>
          </a:prstGeom>
        </p:spPr>
      </p:pic>
      <p:sp>
        <p:nvSpPr>
          <p:cNvPr id="11" name="Slide Number Placeholder 5">
            <a:extLst>
              <a:ext uri="{FF2B5EF4-FFF2-40B4-BE49-F238E27FC236}">
                <a16:creationId xmlns:a16="http://schemas.microsoft.com/office/drawing/2014/main" id="{92ABAD1F-9DEF-47BE-A546-207D2B290DE3}"/>
              </a:ext>
            </a:extLst>
          </p:cNvPr>
          <p:cNvSpPr>
            <a:spLocks noGrp="1"/>
          </p:cNvSpPr>
          <p:nvPr>
            <p:ph type="sldNum" idx="12"/>
          </p:nvPr>
        </p:nvSpPr>
        <p:spPr>
          <a:xfrm>
            <a:off x="8757213" y="4949680"/>
            <a:ext cx="379168" cy="273844"/>
          </a:xfrm>
        </p:spPr>
        <p:txBody>
          <a:bodyPr/>
          <a:lstStyle>
            <a:lvl1pPr>
              <a:buNone/>
              <a:defRPr sz="1050">
                <a:solidFill>
                  <a:schemeClr val="bg1"/>
                </a:solidFill>
              </a:defRPr>
            </a:lvl1pPr>
          </a:lstStyle>
          <a:p>
            <a:fld id="{D379440A-2DED-3643-ADED-9B5C83E7D828}" type="slidenum">
              <a:t>‹#›</a:t>
            </a:fld>
            <a:endParaRPr/>
          </a:p>
        </p:txBody>
      </p:sp>
      <p:pic>
        <p:nvPicPr>
          <p:cNvPr id="12" name="Picture 5"/>
          <p:cNvPicPr>
            <a:picLocks noChangeAspect="1"/>
          </p:cNvPicPr>
          <p:nvPr/>
        </p:nvPicPr>
        <p:blipFill>
          <a:blip r:embed="rId3"/>
          <a:stretch>
            <a:fillRect/>
          </a:stretch>
        </p:blipFill>
        <p:spPr>
          <a:xfrm>
            <a:off x="238964" y="1668"/>
            <a:ext cx="2467800" cy="513804"/>
          </a:xfrm>
          <a:prstGeom prst="rect">
            <a:avLst/>
          </a:prstGeom>
        </p:spPr>
      </p:pic>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156A77-E2AD-42DB-AE6B-12EC67EFCFF0}"/>
              </a:ext>
            </a:extLst>
          </p:cNvPr>
          <p:cNvSpPr>
            <a:spLocks noGrp="1"/>
          </p:cNvSpPr>
          <p:nvPr>
            <p:ph type="title" hasCustomPrompt="1"/>
          </p:nvPr>
        </p:nvSpPr>
        <p:spPr>
          <a:xfrm>
            <a:off x="522000" y="270000"/>
            <a:ext cx="8100000" cy="540000"/>
          </a:xfrm>
        </p:spPr>
        <p:txBody>
          <a:bodyPr wrap="square" lIns="0" tIns="0" rIns="0" bIns="0">
            <a:normAutofit/>
          </a:bodyPr>
          <a:lstStyle>
            <a:lvl1pPr algn="l">
              <a:buNone/>
              <a:defRPr sz="2400">
                <a:solidFill>
                  <a:schemeClr val="tx1"/>
                </a:solidFill>
              </a:defRPr>
            </a:lvl1pPr>
          </a:lstStyle>
          <a:p>
            <a:r>
              <a:t>Click to add title</a:t>
            </a:r>
          </a:p>
        </p:txBody>
      </p:sp>
      <p:sp>
        <p:nvSpPr>
          <p:cNvPr id="3" name="日期占位符 2">
            <a:extLst>
              <a:ext uri="{FF2B5EF4-FFF2-40B4-BE49-F238E27FC236}">
                <a16:creationId xmlns:a16="http://schemas.microsoft.com/office/drawing/2014/main" id="{33EB7FAB-1780-4BF0-8CF4-4312AC3148C6}"/>
              </a:ext>
            </a:extLst>
          </p:cNvPr>
          <p:cNvSpPr>
            <a:spLocks noGrp="1"/>
          </p:cNvSpPr>
          <p:nvPr>
            <p:ph type="dt" idx="10"/>
          </p:nvPr>
        </p:nvSpPr>
        <p:spPr>
          <a:xfrm>
            <a:off x="459000" y="4735800"/>
            <a:ext cx="2025000" cy="237600"/>
          </a:xfrm>
        </p:spPr>
        <p:txBody>
          <a:bodyPr wrap="square">
            <a:normAutofit/>
          </a:bodyPr>
          <a:lstStyle/>
          <a:p>
            <a:r>
              <a:t>Date Area</a:t>
            </a:r>
          </a:p>
        </p:txBody>
      </p:sp>
      <p:sp>
        <p:nvSpPr>
          <p:cNvPr id="4" name="页脚占位符 3">
            <a:extLst>
              <a:ext uri="{FF2B5EF4-FFF2-40B4-BE49-F238E27FC236}">
                <a16:creationId xmlns:a16="http://schemas.microsoft.com/office/drawing/2014/main" id="{29DFA8F1-326D-483A-B515-D84A9D393DD8}"/>
              </a:ext>
            </a:extLst>
          </p:cNvPr>
          <p:cNvSpPr>
            <a:spLocks noGrp="1"/>
          </p:cNvSpPr>
          <p:nvPr>
            <p:ph type="ftr" idx="11"/>
          </p:nvPr>
        </p:nvSpPr>
        <p:spPr>
          <a:xfrm>
            <a:off x="3087000" y="4735800"/>
            <a:ext cx="2970000" cy="237600"/>
          </a:xfrm>
        </p:spPr>
        <p:txBody>
          <a:bodyPr/>
          <a:lstStyle/>
          <a:p>
            <a:endParaRPr/>
          </a:p>
        </p:txBody>
      </p:sp>
      <p:sp>
        <p:nvSpPr>
          <p:cNvPr id="5" name="灯片编号占位符 4">
            <a:extLst>
              <a:ext uri="{FF2B5EF4-FFF2-40B4-BE49-F238E27FC236}">
                <a16:creationId xmlns:a16="http://schemas.microsoft.com/office/drawing/2014/main" id="{E74EBEDA-D0F5-4D7D-91A9-41D8ED5C84FE}"/>
              </a:ext>
            </a:extLst>
          </p:cNvPr>
          <p:cNvSpPr>
            <a:spLocks noGrp="1"/>
          </p:cNvSpPr>
          <p:nvPr>
            <p:ph type="sldNum" idx="12"/>
          </p:nvPr>
        </p:nvSpPr>
        <p:spPr>
          <a:xfrm>
            <a:off x="6658200" y="4735800"/>
            <a:ext cx="2025000" cy="237600"/>
          </a:xfrm>
        </p:spPr>
        <p:txBody>
          <a:bodyPr wrap="square">
            <a:normAutofit/>
          </a:bodyPr>
          <a:lstStyle/>
          <a:p>
            <a:fld id="{49AE70B2-8BF9-45C0-BB95-33D1B9D3A854}" type="slidenum">
              <a:t>‹#›</a:t>
            </a:fld>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6" name="Google Shape;6;p1">
            <a:extLst>
              <a:ext uri="{FF2B5EF4-FFF2-40B4-BE49-F238E27FC236}">
                <a16:creationId xmlns:a16="http://schemas.microsoft.com/office/drawing/2014/main" id="{0E221A6E-2579-48A7-B1D1-96D8D0C00AD7}"/>
              </a:ext>
            </a:extLst>
          </p:cNvPr>
          <p:cNvSpPr>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oAutofit/>
          </a:bodyPr>
          <a:lstStyle>
            <a:lvl1pPr>
              <a:spcBef>
                <a:spcPts val="0"/>
              </a:spcBef>
              <a:spcAft>
                <a:spcPts val="0"/>
              </a:spcAft>
              <a:buNone/>
              <a:defRPr sz="3000" b="1">
                <a:solidFill>
                  <a:schemeClr val="dk1"/>
                </a:solidFill>
                <a:latin typeface="Poppins"/>
                <a:ea typeface="Poppins"/>
                <a:cs typeface="Poppins"/>
              </a:defRPr>
            </a:lvl1pPr>
            <a:lvl2pPr>
              <a:spcBef>
                <a:spcPts val="0"/>
              </a:spcBef>
              <a:spcAft>
                <a:spcPts val="0"/>
              </a:spcAft>
              <a:buNone/>
              <a:defRPr sz="3500" b="1">
                <a:solidFill>
                  <a:schemeClr val="dk1"/>
                </a:solidFill>
                <a:latin typeface="DM Sans"/>
                <a:ea typeface="DM Sans"/>
                <a:cs typeface="DM Sans"/>
              </a:defRPr>
            </a:lvl2pPr>
            <a:lvl3pPr>
              <a:spcBef>
                <a:spcPts val="0"/>
              </a:spcBef>
              <a:spcAft>
                <a:spcPts val="0"/>
              </a:spcAft>
              <a:buNone/>
              <a:defRPr sz="3500" b="1">
                <a:solidFill>
                  <a:schemeClr val="dk1"/>
                </a:solidFill>
                <a:latin typeface="DM Sans"/>
                <a:ea typeface="DM Sans"/>
                <a:cs typeface="DM Sans"/>
              </a:defRPr>
            </a:lvl3pPr>
            <a:lvl4pPr>
              <a:spcBef>
                <a:spcPts val="0"/>
              </a:spcBef>
              <a:spcAft>
                <a:spcPts val="0"/>
              </a:spcAft>
              <a:buNone/>
              <a:defRPr sz="3500" b="1">
                <a:solidFill>
                  <a:schemeClr val="dk1"/>
                </a:solidFill>
                <a:latin typeface="DM Sans"/>
                <a:ea typeface="DM Sans"/>
                <a:cs typeface="DM Sans"/>
              </a:defRPr>
            </a:lvl4pPr>
            <a:lvl5pPr>
              <a:spcBef>
                <a:spcPts val="0"/>
              </a:spcBef>
              <a:spcAft>
                <a:spcPts val="0"/>
              </a:spcAft>
              <a:buNone/>
              <a:defRPr sz="3500" b="1">
                <a:solidFill>
                  <a:schemeClr val="dk1"/>
                </a:solidFill>
                <a:latin typeface="DM Sans"/>
                <a:ea typeface="DM Sans"/>
                <a:cs typeface="DM Sans"/>
              </a:defRPr>
            </a:lvl5pPr>
            <a:lvl6pPr>
              <a:spcBef>
                <a:spcPts val="0"/>
              </a:spcBef>
              <a:spcAft>
                <a:spcPts val="0"/>
              </a:spcAft>
              <a:buNone/>
              <a:defRPr sz="3500" b="1">
                <a:solidFill>
                  <a:schemeClr val="dk1"/>
                </a:solidFill>
                <a:latin typeface="DM Sans"/>
                <a:ea typeface="DM Sans"/>
                <a:cs typeface="DM Sans"/>
              </a:defRPr>
            </a:lvl6pPr>
            <a:lvl7pPr>
              <a:spcBef>
                <a:spcPts val="0"/>
              </a:spcBef>
              <a:spcAft>
                <a:spcPts val="0"/>
              </a:spcAft>
              <a:buNone/>
              <a:defRPr sz="3500" b="1">
                <a:solidFill>
                  <a:schemeClr val="dk1"/>
                </a:solidFill>
                <a:latin typeface="DM Sans"/>
                <a:ea typeface="DM Sans"/>
                <a:cs typeface="DM Sans"/>
              </a:defRPr>
            </a:lvl7pPr>
            <a:lvl8pPr>
              <a:spcBef>
                <a:spcPts val="0"/>
              </a:spcBef>
              <a:spcAft>
                <a:spcPts val="0"/>
              </a:spcAft>
              <a:buNone/>
              <a:defRPr sz="3500" b="1">
                <a:solidFill>
                  <a:schemeClr val="dk1"/>
                </a:solidFill>
                <a:latin typeface="DM Sans"/>
                <a:ea typeface="DM Sans"/>
                <a:cs typeface="DM Sans"/>
              </a:defRPr>
            </a:lvl8pPr>
            <a:lvl9pPr>
              <a:spcBef>
                <a:spcPts val="0"/>
              </a:spcBef>
              <a:spcAft>
                <a:spcPts val="0"/>
              </a:spcAft>
              <a:buNone/>
              <a:defRPr sz="3500" b="1">
                <a:solidFill>
                  <a:schemeClr val="dk1"/>
                </a:solidFill>
                <a:latin typeface="DM Sans"/>
                <a:ea typeface="DM Sans"/>
                <a:cs typeface="DM Sans"/>
              </a:defRPr>
            </a:lvl9pPr>
          </a:lstStyle>
          <a:p>
            <a:endParaRPr/>
          </a:p>
        </p:txBody>
      </p:sp>
      <p:sp>
        <p:nvSpPr>
          <p:cNvPr id="7" name="Google Shape;7;p1">
            <a:extLst>
              <a:ext uri="{FF2B5EF4-FFF2-40B4-BE49-F238E27FC236}">
                <a16:creationId xmlns:a16="http://schemas.microsoft.com/office/drawing/2014/main" id="{B0D7F2BA-EC44-4B7B-8ACB-72C83504AEAF}"/>
              </a:ext>
            </a:extLst>
          </p:cNvPr>
          <p:cNvSpPr>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oAutofit/>
          </a:bodyPr>
          <a:lstStyle>
            <a:lvl1pPr marL="457200" indent="-317500">
              <a:lnSpc>
                <a:spcPct val="115000"/>
              </a:lnSpc>
              <a:spcBef>
                <a:spcPts val="0"/>
              </a:spcBef>
              <a:spcAft>
                <a:spcPts val="0"/>
              </a:spcAft>
              <a:buChar char="●"/>
              <a:defRPr>
                <a:solidFill>
                  <a:schemeClr val="dk1"/>
                </a:solidFill>
                <a:latin typeface="Lato"/>
                <a:ea typeface="Lato"/>
                <a:cs typeface="Lato"/>
              </a:defRPr>
            </a:lvl1pPr>
            <a:lvl2pPr marL="914400" indent="-317500">
              <a:lnSpc>
                <a:spcPct val="115000"/>
              </a:lnSpc>
              <a:spcBef>
                <a:spcPts val="0"/>
              </a:spcBef>
              <a:spcAft>
                <a:spcPts val="0"/>
              </a:spcAft>
              <a:buChar char="○"/>
              <a:defRPr>
                <a:solidFill>
                  <a:schemeClr val="dk1"/>
                </a:solidFill>
                <a:latin typeface="Lato"/>
                <a:ea typeface="Lato"/>
                <a:cs typeface="Lato"/>
              </a:defRPr>
            </a:lvl2pPr>
            <a:lvl3pPr marL="1371600" indent="-317500">
              <a:lnSpc>
                <a:spcPct val="115000"/>
              </a:lnSpc>
              <a:spcBef>
                <a:spcPts val="0"/>
              </a:spcBef>
              <a:spcAft>
                <a:spcPts val="0"/>
              </a:spcAft>
              <a:buChar char="■"/>
              <a:defRPr>
                <a:solidFill>
                  <a:schemeClr val="dk1"/>
                </a:solidFill>
                <a:latin typeface="Lato"/>
                <a:ea typeface="Lato"/>
                <a:cs typeface="Lato"/>
              </a:defRPr>
            </a:lvl3pPr>
            <a:lvl4pPr marL="1828800" indent="-317500">
              <a:lnSpc>
                <a:spcPct val="115000"/>
              </a:lnSpc>
              <a:spcBef>
                <a:spcPts val="0"/>
              </a:spcBef>
              <a:spcAft>
                <a:spcPts val="0"/>
              </a:spcAft>
              <a:buChar char="●"/>
              <a:defRPr>
                <a:solidFill>
                  <a:schemeClr val="dk1"/>
                </a:solidFill>
                <a:latin typeface="Lato"/>
                <a:ea typeface="Lato"/>
                <a:cs typeface="Lato"/>
              </a:defRPr>
            </a:lvl4pPr>
            <a:lvl5pPr marL="2286000" indent="-317500">
              <a:lnSpc>
                <a:spcPct val="115000"/>
              </a:lnSpc>
              <a:spcBef>
                <a:spcPts val="0"/>
              </a:spcBef>
              <a:spcAft>
                <a:spcPts val="0"/>
              </a:spcAft>
              <a:buChar char="○"/>
              <a:defRPr>
                <a:solidFill>
                  <a:schemeClr val="dk1"/>
                </a:solidFill>
                <a:latin typeface="Lato"/>
                <a:ea typeface="Lato"/>
                <a:cs typeface="Lato"/>
              </a:defRPr>
            </a:lvl5pPr>
            <a:lvl6pPr marL="2743200" indent="-317500">
              <a:lnSpc>
                <a:spcPct val="115000"/>
              </a:lnSpc>
              <a:spcBef>
                <a:spcPts val="0"/>
              </a:spcBef>
              <a:spcAft>
                <a:spcPts val="0"/>
              </a:spcAft>
              <a:buChar char="■"/>
              <a:defRPr>
                <a:solidFill>
                  <a:schemeClr val="dk1"/>
                </a:solidFill>
                <a:latin typeface="Lato"/>
                <a:ea typeface="Lato"/>
                <a:cs typeface="Lato"/>
              </a:defRPr>
            </a:lvl6pPr>
            <a:lvl7pPr marL="3200400" indent="-317500">
              <a:lnSpc>
                <a:spcPct val="115000"/>
              </a:lnSpc>
              <a:spcBef>
                <a:spcPts val="0"/>
              </a:spcBef>
              <a:spcAft>
                <a:spcPts val="0"/>
              </a:spcAft>
              <a:buChar char="●"/>
              <a:defRPr>
                <a:solidFill>
                  <a:schemeClr val="dk1"/>
                </a:solidFill>
                <a:latin typeface="Lato"/>
                <a:ea typeface="Lato"/>
                <a:cs typeface="Lato"/>
              </a:defRPr>
            </a:lvl7pPr>
            <a:lvl8pPr marL="3657600" indent="-317500">
              <a:lnSpc>
                <a:spcPct val="115000"/>
              </a:lnSpc>
              <a:spcBef>
                <a:spcPts val="0"/>
              </a:spcBef>
              <a:spcAft>
                <a:spcPts val="0"/>
              </a:spcAft>
              <a:buChar char="○"/>
              <a:defRPr>
                <a:solidFill>
                  <a:schemeClr val="dk1"/>
                </a:solidFill>
                <a:latin typeface="Lato"/>
                <a:ea typeface="Lato"/>
                <a:cs typeface="Lato"/>
              </a:defRPr>
            </a:lvl8pPr>
            <a:lvl9pPr marL="4114800" indent="-317500">
              <a:lnSpc>
                <a:spcPct val="115000"/>
              </a:lnSpc>
              <a:spcBef>
                <a:spcPts val="0"/>
              </a:spcBef>
              <a:spcAft>
                <a:spcPts val="0"/>
              </a:spcAft>
              <a:buChar char="■"/>
              <a:defRPr>
                <a:solidFill>
                  <a:schemeClr val="dk1"/>
                </a:solidFill>
                <a:latin typeface="Lato"/>
                <a:ea typeface="Lato"/>
                <a:cs typeface="Lato"/>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Lst>
  <p:hf hdr="0" ftr="0" dt="0"/>
  <p:txStyles>
    <p:title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2">
            <a:extLst>
              <a:ext uri="{FF2B5EF4-FFF2-40B4-BE49-F238E27FC236}">
                <a16:creationId xmlns:a16="http://schemas.microsoft.com/office/drawing/2014/main" id="{5B1133D2-2D1F-9458-17A8-D7DED2D97FEB}"/>
              </a:ext>
            </a:extLst>
          </p:cNvPr>
          <p:cNvGrpSpPr/>
          <p:nvPr/>
        </p:nvGrpSpPr>
        <p:grpSpPr>
          <a:xfrm>
            <a:off x="152400" y="3937256"/>
            <a:ext cx="9144000" cy="1256253"/>
            <a:chOff x="0" y="0"/>
            <a:chExt cx="24384000" cy="3350007"/>
          </a:xfrm>
        </p:grpSpPr>
        <p:sp>
          <p:nvSpPr>
            <p:cNvPr id="19" name="Freeform 3" descr="A building with trees in the background  Description automatically generated">
              <a:extLst>
                <a:ext uri="{FF2B5EF4-FFF2-40B4-BE49-F238E27FC236}">
                  <a16:creationId xmlns:a16="http://schemas.microsoft.com/office/drawing/2014/main" id="{425E55DF-D2FC-A3DF-A661-CF1535154A7F}"/>
                </a:ext>
              </a:extLst>
            </p:cNvPr>
            <p:cNvSpPr/>
            <p:nvPr/>
          </p:nvSpPr>
          <p:spPr>
            <a:xfrm>
              <a:off x="0" y="0"/>
              <a:ext cx="24384000" cy="3350006"/>
            </a:xfrm>
            <a:custGeom>
              <a:avLst/>
              <a:gdLst/>
              <a:ahLst/>
              <a:cxnLst/>
              <a:rect l="l" t="t" r="r" b="b"/>
              <a:pathLst>
                <a:path w="24384000" h="3350006">
                  <a:moveTo>
                    <a:pt x="0" y="0"/>
                  </a:moveTo>
                  <a:lnTo>
                    <a:pt x="24384000" y="0"/>
                  </a:lnTo>
                  <a:lnTo>
                    <a:pt x="24384000" y="3350006"/>
                  </a:lnTo>
                  <a:lnTo>
                    <a:pt x="0" y="3350006"/>
                  </a:lnTo>
                  <a:lnTo>
                    <a:pt x="0" y="0"/>
                  </a:lnTo>
                  <a:close/>
                </a:path>
              </a:pathLst>
            </a:custGeom>
            <a:blipFill>
              <a:blip r:embed="rId3"/>
              <a:stretch>
                <a:fillRect t="-16633" b="-16633"/>
              </a:stretch>
            </a:blipFill>
          </p:spPr>
        </p:sp>
      </p:grpSp>
      <p:sp>
        <p:nvSpPr>
          <p:cNvPr id="10" name="TextBox 10">
            <a:extLst>
              <a:ext uri="{FF2B5EF4-FFF2-40B4-BE49-F238E27FC236}">
                <a16:creationId xmlns:a16="http://schemas.microsoft.com/office/drawing/2014/main" id="{19D6A590-1611-4426-874A-F1CE2350F83B}"/>
              </a:ext>
            </a:extLst>
          </p:cNvPr>
          <p:cNvSpPr>
            <a:spLocks noGrp="1"/>
          </p:cNvSpPr>
          <p:nvPr/>
        </p:nvSpPr>
        <p:spPr>
          <a:xfrm>
            <a:off x="1375410" y="13335"/>
            <a:ext cx="7486015" cy="1119505"/>
          </a:xfrm>
          <a:prstGeom prst="rect">
            <a:avLst/>
          </a:prstGeom>
        </p:spPr>
        <p:txBody>
          <a:bodyPr lIns="0" tIns="0" rIns="0" bIns="0" anchor="t">
            <a:noAutofit/>
          </a:bodyPr>
          <a:lstStyle/>
          <a:p>
            <a:pPr algn="ctr">
              <a:lnSpc>
                <a:spcPts val="3000"/>
              </a:lnSpc>
              <a:buNone/>
            </a:pPr>
            <a:r>
              <a:rPr sz="2400" b="1">
                <a:solidFill>
                  <a:srgbClr val="F9F9F9"/>
                </a:solidFill>
                <a:latin typeface="Times New Roman Bold"/>
                <a:ea typeface="Times New Roman Bold"/>
                <a:cs typeface="Times New Roman Bold"/>
              </a:rPr>
              <a:t>BỘ CÔNG THƯƠNG</a:t>
            </a:r>
          </a:p>
          <a:p>
            <a:pPr algn="ctr">
              <a:lnSpc>
                <a:spcPts val="3000"/>
              </a:lnSpc>
              <a:buNone/>
            </a:pPr>
            <a:r>
              <a:rPr sz="2400" b="1">
                <a:solidFill>
                  <a:srgbClr val="F9F9F9"/>
                </a:solidFill>
                <a:latin typeface="Times New Roman Bold"/>
                <a:ea typeface="Times New Roman Bold"/>
                <a:cs typeface="Times New Roman Bold"/>
              </a:rPr>
              <a:t>TRƯỜNG ĐẠI HỌC CÔNG THƯƠNG THÀNH PHỐ HỒ CHÍ MINH</a:t>
            </a:r>
          </a:p>
        </p:txBody>
      </p:sp>
      <p:sp>
        <p:nvSpPr>
          <p:cNvPr id="13" name="TextBox 13">
            <a:extLst>
              <a:ext uri="{FF2B5EF4-FFF2-40B4-BE49-F238E27FC236}">
                <a16:creationId xmlns:a16="http://schemas.microsoft.com/office/drawing/2014/main" id="{19FE5277-D1E6-4FF8-9892-8D746E8F0123}"/>
              </a:ext>
            </a:extLst>
          </p:cNvPr>
          <p:cNvSpPr>
            <a:spLocks noGrp="1"/>
          </p:cNvSpPr>
          <p:nvPr/>
        </p:nvSpPr>
        <p:spPr>
          <a:xfrm>
            <a:off x="778838" y="1348840"/>
            <a:ext cx="7486015" cy="2510944"/>
          </a:xfrm>
          <a:prstGeom prst="rect">
            <a:avLst/>
          </a:prstGeom>
        </p:spPr>
        <p:txBody>
          <a:bodyPr wrap="square" lIns="0" tIns="0" rIns="0" bIns="0" anchor="t">
            <a:spAutoFit/>
          </a:bodyPr>
          <a:lstStyle/>
          <a:p>
            <a:pPr algn="ctr">
              <a:lnSpc>
                <a:spcPts val="4500"/>
              </a:lnSpc>
              <a:buNone/>
            </a:pPr>
            <a:r>
              <a:rPr sz="4400" b="1" dirty="0">
                <a:solidFill>
                  <a:srgbClr val="0F4761"/>
                </a:solidFill>
                <a:latin typeface="Times New Roman Bold"/>
                <a:ea typeface="Times New Roman Bold"/>
                <a:cs typeface="Times New Roman Bold"/>
              </a:rPr>
              <a:t>Efficient Clickstream Pattern Mining( Pseudo-</a:t>
            </a:r>
            <a:r>
              <a:rPr sz="4400" b="1" dirty="0" err="1">
                <a:solidFill>
                  <a:srgbClr val="0F4761"/>
                </a:solidFill>
                <a:latin typeface="Times New Roman Bold"/>
                <a:ea typeface="Times New Roman Bold"/>
                <a:cs typeface="Times New Roman Bold"/>
              </a:rPr>
              <a:t>IDList</a:t>
            </a:r>
            <a:r>
              <a:rPr sz="4400" b="1" dirty="0">
                <a:solidFill>
                  <a:srgbClr val="0F4761"/>
                </a:solidFill>
                <a:latin typeface="Times New Roman Bold"/>
                <a:ea typeface="Times New Roman Bold"/>
                <a:cs typeface="Times New Roman Bold"/>
              </a:rPr>
              <a:t>)</a:t>
            </a:r>
            <a:endParaRPr lang="vi-VN" sz="4400" b="1" dirty="0">
              <a:solidFill>
                <a:srgbClr val="0F4761"/>
              </a:solidFill>
              <a:latin typeface="Times New Roman Bold"/>
              <a:ea typeface="Times New Roman Bold"/>
              <a:cs typeface="Times New Roman Bold"/>
            </a:endParaRPr>
          </a:p>
          <a:p>
            <a:pPr algn="r">
              <a:lnSpc>
                <a:spcPct val="150000"/>
              </a:lnSpc>
              <a:buNone/>
            </a:pPr>
            <a:r>
              <a:rPr lang="vi-VN" dirty="0"/>
              <a:t>HUYNH, Huy M., Loan T.T. NGUYEN, Bay VO, </a:t>
            </a:r>
            <a:r>
              <a:rPr lang="vi-VN" dirty="0" err="1"/>
              <a:t>Unil</a:t>
            </a:r>
            <a:r>
              <a:rPr lang="vi-VN" dirty="0"/>
              <a:t> YUN, </a:t>
            </a:r>
          </a:p>
          <a:p>
            <a:pPr algn="r">
              <a:lnSpc>
                <a:spcPct val="150000"/>
              </a:lnSpc>
              <a:buNone/>
            </a:pPr>
            <a:r>
              <a:rPr dirty="0"/>
              <a:t>Zuzana KOMÍNKOVÁ OPLATKOVÁ, and </a:t>
            </a:r>
            <a:r>
              <a:rPr dirty="0" err="1"/>
              <a:t>Tzung</a:t>
            </a:r>
            <a:r>
              <a:rPr dirty="0"/>
              <a:t>-</a:t>
            </a:r>
            <a:r>
              <a:rPr i="1" dirty="0"/>
              <a:t>Pei HONG.</a:t>
            </a:r>
          </a:p>
        </p:txBody>
      </p:sp>
      <p:sp>
        <p:nvSpPr>
          <p:cNvPr id="14" name="Slide Number Placeholder 13">
            <a:extLst>
              <a:ext uri="{FF2B5EF4-FFF2-40B4-BE49-F238E27FC236}">
                <a16:creationId xmlns:a16="http://schemas.microsoft.com/office/drawing/2014/main" id="{6D892D52-2E85-403F-A1CF-873F140BB9FB}"/>
              </a:ext>
            </a:extLst>
          </p:cNvPr>
          <p:cNvSpPr>
            <a:spLocks noGrp="1"/>
          </p:cNvSpPr>
          <p:nvPr>
            <p:ph type="sldNum" idx="12"/>
          </p:nvPr>
        </p:nvSpPr>
        <p:spPr>
          <a:xfrm>
            <a:off x="7886700" y="4781550"/>
            <a:ext cx="1066800" cy="182563"/>
          </a:xfrm>
        </p:spPr>
        <p:txBody>
          <a:bodyPr/>
          <a:lstStyle/>
          <a:p>
            <a:fld id="{B6F15528-21DE-4FAA-801E-634DDDAF4B2B}" type="slidenum">
              <a:rPr sz="1300">
                <a:latin typeface="Times New Roman"/>
                <a:ea typeface="Times New Roman"/>
                <a:cs typeface="Times New Roman"/>
              </a:rPr>
              <a:t>1</a:t>
            </a:fld>
            <a:endParaRPr sz="1300">
              <a:latin typeface="Times New Roman"/>
              <a:ea typeface="Times New Roman"/>
              <a:cs typeface="Times New Roman"/>
            </a:endParaRPr>
          </a:p>
        </p:txBody>
      </p:sp>
      <p:grpSp>
        <p:nvGrpSpPr>
          <p:cNvPr id="20" name="Group 4">
            <a:extLst>
              <a:ext uri="{FF2B5EF4-FFF2-40B4-BE49-F238E27FC236}">
                <a16:creationId xmlns:a16="http://schemas.microsoft.com/office/drawing/2014/main" id="{13F8FB06-D38B-BF44-2B4A-1D504D141AA0}"/>
              </a:ext>
            </a:extLst>
          </p:cNvPr>
          <p:cNvGrpSpPr/>
          <p:nvPr/>
        </p:nvGrpSpPr>
        <p:grpSpPr>
          <a:xfrm>
            <a:off x="152400" y="146067"/>
            <a:ext cx="9144000" cy="1132237"/>
            <a:chOff x="0" y="0"/>
            <a:chExt cx="24384000" cy="3019298"/>
          </a:xfrm>
        </p:grpSpPr>
        <p:sp>
          <p:nvSpPr>
            <p:cNvPr id="21" name="Freeform 5">
              <a:extLst>
                <a:ext uri="{FF2B5EF4-FFF2-40B4-BE49-F238E27FC236}">
                  <a16:creationId xmlns:a16="http://schemas.microsoft.com/office/drawing/2014/main" id="{F5DD950C-CE5B-3C0E-D7B1-1FFA839D90B1}"/>
                </a:ext>
              </a:extLst>
            </p:cNvPr>
            <p:cNvSpPr/>
            <p:nvPr/>
          </p:nvSpPr>
          <p:spPr>
            <a:xfrm>
              <a:off x="0" y="0"/>
              <a:ext cx="24384000" cy="3019298"/>
            </a:xfrm>
            <a:custGeom>
              <a:avLst/>
              <a:gdLst/>
              <a:ahLst/>
              <a:cxnLst/>
              <a:rect l="l" t="t" r="r" b="b"/>
              <a:pathLst>
                <a:path w="24384000" h="3019298">
                  <a:moveTo>
                    <a:pt x="0" y="0"/>
                  </a:moveTo>
                  <a:lnTo>
                    <a:pt x="24384000" y="0"/>
                  </a:lnTo>
                  <a:lnTo>
                    <a:pt x="24384000" y="3019298"/>
                  </a:lnTo>
                  <a:lnTo>
                    <a:pt x="0" y="3019298"/>
                  </a:lnTo>
                  <a:close/>
                </a:path>
              </a:pathLst>
            </a:custGeom>
            <a:solidFill>
              <a:srgbClr val="E95856"/>
            </a:solidFill>
            <a:ln w="12700">
              <a:solidFill>
                <a:srgbClr val="000000"/>
              </a:solidFill>
            </a:ln>
          </p:spPr>
        </p:sp>
      </p:grpSp>
      <p:sp>
        <p:nvSpPr>
          <p:cNvPr id="22" name="TextBox 10">
            <a:extLst>
              <a:ext uri="{FF2B5EF4-FFF2-40B4-BE49-F238E27FC236}">
                <a16:creationId xmlns:a16="http://schemas.microsoft.com/office/drawing/2014/main" id="{857BF0F0-1898-DEBA-5247-27053FF14FA7}"/>
              </a:ext>
            </a:extLst>
          </p:cNvPr>
          <p:cNvSpPr txBox="1"/>
          <p:nvPr/>
        </p:nvSpPr>
        <p:spPr>
          <a:xfrm>
            <a:off x="1527810" y="165735"/>
            <a:ext cx="7486015" cy="1119505"/>
          </a:xfrm>
          <a:prstGeom prst="rect">
            <a:avLst/>
          </a:prstGeom>
        </p:spPr>
        <p:txBody>
          <a:bodyPr lIns="0" tIns="0" rIns="0" bIns="0" rtlCol="0" anchor="t">
            <a:noAutofit/>
          </a:bodyPr>
          <a:lstStyle/>
          <a:p>
            <a:pPr algn="ctr">
              <a:lnSpc>
                <a:spcPts val="3000"/>
              </a:lnSpc>
            </a:pPr>
            <a:r>
              <a:rPr lang="en-US" sz="2400" b="1">
                <a:solidFill>
                  <a:srgbClr val="F9F9F9"/>
                </a:solidFill>
                <a:latin typeface="Times New Roman Bold" panose="02020803070505020304"/>
                <a:ea typeface="Times New Roman Bold" panose="02020803070505020304"/>
                <a:cs typeface="Times New Roman Bold" panose="02020803070505020304"/>
                <a:sym typeface="Times New Roman Bold" panose="02020803070505020304"/>
              </a:rPr>
              <a:t>BỘ CÔNG THƯƠNG</a:t>
            </a:r>
          </a:p>
          <a:p>
            <a:pPr algn="ctr">
              <a:lnSpc>
                <a:spcPts val="3000"/>
              </a:lnSpc>
            </a:pPr>
            <a:r>
              <a:rPr lang="en-US" sz="2400" b="1">
                <a:solidFill>
                  <a:srgbClr val="F9F9F9"/>
                </a:solidFill>
                <a:latin typeface="Times New Roman Bold" panose="02020803070505020304"/>
                <a:ea typeface="Times New Roman Bold" panose="02020803070505020304"/>
                <a:cs typeface="Times New Roman Bold" panose="02020803070505020304"/>
                <a:sym typeface="Times New Roman Bold" panose="02020803070505020304"/>
              </a:rPr>
              <a:t>TRƯỜNG ĐẠI HỌC CÔNG THƯƠNG THÀNH PHỐ HỒ CHÍ MINH</a:t>
            </a:r>
          </a:p>
        </p:txBody>
      </p:sp>
      <p:grpSp>
        <p:nvGrpSpPr>
          <p:cNvPr id="23" name="Group 11">
            <a:extLst>
              <a:ext uri="{FF2B5EF4-FFF2-40B4-BE49-F238E27FC236}">
                <a16:creationId xmlns:a16="http://schemas.microsoft.com/office/drawing/2014/main" id="{0B40A7C2-0A56-D543-E521-0C50E2660E8D}"/>
              </a:ext>
            </a:extLst>
          </p:cNvPr>
          <p:cNvGrpSpPr/>
          <p:nvPr/>
        </p:nvGrpSpPr>
        <p:grpSpPr>
          <a:xfrm>
            <a:off x="419500" y="165946"/>
            <a:ext cx="1112377" cy="1112377"/>
            <a:chOff x="0" y="0"/>
            <a:chExt cx="2966339" cy="2966339"/>
          </a:xfrm>
        </p:grpSpPr>
        <p:sp>
          <p:nvSpPr>
            <p:cNvPr id="24" name="Freeform 12" descr="A white circle with blue and red text and a book with a graduation cap  Description automatically generated">
              <a:extLst>
                <a:ext uri="{FF2B5EF4-FFF2-40B4-BE49-F238E27FC236}">
                  <a16:creationId xmlns:a16="http://schemas.microsoft.com/office/drawing/2014/main" id="{01DF0475-B7D4-E0B7-5DE6-5AED22E2C172}"/>
                </a:ext>
              </a:extLst>
            </p:cNvPr>
            <p:cNvSpPr/>
            <p:nvPr/>
          </p:nvSpPr>
          <p:spPr>
            <a:xfrm>
              <a:off x="0" y="0"/>
              <a:ext cx="2966339" cy="2966339"/>
            </a:xfrm>
            <a:custGeom>
              <a:avLst/>
              <a:gdLst/>
              <a:ahLst/>
              <a:cxnLst/>
              <a:rect l="l" t="t" r="r" b="b"/>
              <a:pathLst>
                <a:path w="2966339" h="2966339">
                  <a:moveTo>
                    <a:pt x="0" y="0"/>
                  </a:moveTo>
                  <a:lnTo>
                    <a:pt x="2966339" y="0"/>
                  </a:lnTo>
                  <a:lnTo>
                    <a:pt x="2966339" y="2966339"/>
                  </a:lnTo>
                  <a:lnTo>
                    <a:pt x="0" y="2966339"/>
                  </a:lnTo>
                  <a:lnTo>
                    <a:pt x="0" y="0"/>
                  </a:lnTo>
                  <a:close/>
                </a:path>
              </a:pathLst>
            </a:custGeom>
            <a:blipFill>
              <a:blip r:embed="rId4"/>
              <a:stretch>
                <a:fillRect/>
              </a:stretch>
            </a:blipFill>
          </p:spPr>
        </p:sp>
      </p:grpSp>
      <p:sp>
        <p:nvSpPr>
          <p:cNvPr id="25" name="Slide Number Placeholder 13">
            <a:extLst>
              <a:ext uri="{FF2B5EF4-FFF2-40B4-BE49-F238E27FC236}">
                <a16:creationId xmlns:a16="http://schemas.microsoft.com/office/drawing/2014/main" id="{D09B4256-3548-DF88-B7FF-73928B3E1190}"/>
              </a:ext>
            </a:extLst>
          </p:cNvPr>
          <p:cNvSpPr txBox="1">
            <a:spLocks/>
          </p:cNvSpPr>
          <p:nvPr/>
        </p:nvSpPr>
        <p:spPr>
          <a:xfrm>
            <a:off x="8039100" y="4933950"/>
            <a:ext cx="1066800" cy="182563"/>
          </a:xfrm>
        </p:spPr>
        <p:txBody>
          <a:bodyPr/>
          <a:ls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a:lstStyle>
          <a:p>
            <a:fld id="{B6F15528-21DE-4FAA-801E-634DDDAF4B2B}" type="slidenum">
              <a:rPr lang="en-US" sz="1300" smtClean="0">
                <a:latin typeface="Times New Roman" panose="02020603050405020304" pitchFamily="18" charset="0"/>
                <a:cs typeface="Times New Roman" panose="02020603050405020304" pitchFamily="18" charset="0"/>
              </a:rPr>
              <a:pPr/>
              <a:t>1</a:t>
            </a:fld>
            <a:endParaRPr lang="en-US" sz="1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4544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5">
            <a:extLst>
              <a:ext uri="{FF2B5EF4-FFF2-40B4-BE49-F238E27FC236}">
                <a16:creationId xmlns:a16="http://schemas.microsoft.com/office/drawing/2014/main" id="{DD3F50B8-C21B-D7A3-71ED-7EE8D20CC854}"/>
              </a:ext>
            </a:extLst>
          </p:cNvPr>
          <p:cNvGrpSpPr/>
          <p:nvPr/>
        </p:nvGrpSpPr>
        <p:grpSpPr>
          <a:xfrm>
            <a:off x="-160282" y="4969883"/>
            <a:ext cx="9304283" cy="284619"/>
            <a:chOff x="0" y="0"/>
            <a:chExt cx="24811420" cy="758984"/>
          </a:xfrm>
        </p:grpSpPr>
        <p:sp>
          <p:nvSpPr>
            <p:cNvPr id="12" name="Freeform 6">
              <a:extLst>
                <a:ext uri="{FF2B5EF4-FFF2-40B4-BE49-F238E27FC236}">
                  <a16:creationId xmlns:a16="http://schemas.microsoft.com/office/drawing/2014/main" id="{07850C95-9977-3712-F407-11E733A05197}"/>
                </a:ext>
              </a:extLst>
            </p:cNvPr>
            <p:cNvSpPr/>
            <p:nvPr/>
          </p:nvSpPr>
          <p:spPr>
            <a:xfrm>
              <a:off x="0" y="0"/>
              <a:ext cx="24811482" cy="758952"/>
            </a:xfrm>
            <a:custGeom>
              <a:avLst/>
              <a:gdLst/>
              <a:ahLst/>
              <a:cxnLst/>
              <a:rect l="l" t="t" r="r" b="b"/>
              <a:pathLst>
                <a:path w="24811482" h="758952">
                  <a:moveTo>
                    <a:pt x="285242" y="0"/>
                  </a:moveTo>
                  <a:lnTo>
                    <a:pt x="24811482" y="0"/>
                  </a:lnTo>
                  <a:lnTo>
                    <a:pt x="24811482" y="740410"/>
                  </a:lnTo>
                  <a:lnTo>
                    <a:pt x="0" y="758952"/>
                  </a:lnTo>
                  <a:lnTo>
                    <a:pt x="285242" y="0"/>
                  </a:lnTo>
                  <a:close/>
                </a:path>
              </a:pathLst>
            </a:custGeom>
            <a:solidFill>
              <a:srgbClr val="E95856"/>
            </a:solidFill>
            <a:ln w="12700">
              <a:solidFill>
                <a:srgbClr val="000000"/>
              </a:solidFill>
            </a:ln>
          </p:spPr>
        </p:sp>
      </p:grpSp>
      <p:sp>
        <p:nvSpPr>
          <p:cNvPr id="14" name="TextBox 14">
            <a:extLst>
              <a:ext uri="{FF2B5EF4-FFF2-40B4-BE49-F238E27FC236}">
                <a16:creationId xmlns:a16="http://schemas.microsoft.com/office/drawing/2014/main" id="{2A009B55-3308-4994-BAB2-8796765AFDBF}"/>
              </a:ext>
            </a:extLst>
          </p:cNvPr>
          <p:cNvSpPr>
            <a:spLocks noGrp="1"/>
          </p:cNvSpPr>
          <p:nvPr/>
        </p:nvSpPr>
        <p:spPr>
          <a:xfrm>
            <a:off x="344476" y="668800"/>
            <a:ext cx="8432712" cy="3916713"/>
          </a:xfrm>
          <a:prstGeom prst="rect">
            <a:avLst/>
          </a:prstGeom>
        </p:spPr>
        <p:txBody>
          <a:bodyPr lIns="0" tIns="0" rIns="0" bIns="0" anchor="t">
            <a:spAutoFit/>
          </a:bodyPr>
          <a:lstStyle/>
          <a:p>
            <a:r>
              <a:rPr sz="2400" b="1">
                <a:latin typeface="Times New Roman"/>
                <a:ea typeface="Times New Roman"/>
                <a:cs typeface="Times New Roman"/>
              </a:rPr>
              <a:t>1. GIỚI THIỆU CHUNG</a:t>
            </a:r>
          </a:p>
          <a:p>
            <a:r>
              <a:rPr sz="2000" b="1">
                <a:latin typeface="Times New Roman"/>
                <a:ea typeface="Times New Roman"/>
                <a:cs typeface="Times New Roman"/>
              </a:rPr>
              <a:t>  1.1. Lí thuyết và mục tiêu</a:t>
            </a:r>
          </a:p>
          <a:p>
            <a:pPr>
              <a:lnSpc>
                <a:spcPct val="200000"/>
              </a:lnSpc>
              <a:buNone/>
            </a:pPr>
            <a:r>
              <a:rPr sz="1800" b="1" i="0" u="none" cap="none">
                <a:ln>
                  <a:noFill/>
                </a:ln>
                <a:solidFill>
                  <a:srgbClr val="303030"/>
                </a:solidFill>
                <a:latin typeface="Times New Roman"/>
                <a:ea typeface="Times New Roman"/>
                <a:cs typeface="Times New Roman"/>
              </a:rPr>
              <a:t>Mục tiêu: </a:t>
            </a:r>
            <a:r>
              <a:rPr sz="1800" i="0" u="none" cap="none">
                <a:ln>
                  <a:noFill/>
                </a:ln>
                <a:solidFill>
                  <a:srgbClr val="303030"/>
                </a:solidFill>
                <a:latin typeface="Times New Roman"/>
                <a:ea typeface="Times New Roman"/>
                <a:cs typeface="Times New Roman"/>
              </a:rPr>
              <a:t>Phân tích hành vi duyệt web </a:t>
            </a:r>
            <a:r>
              <a:rPr sz="1800" b="0" i="0" u="none" cap="none">
                <a:ln>
                  <a:noFill/>
                </a:ln>
                <a:solidFill>
                  <a:srgbClr val="303030"/>
                </a:solidFill>
                <a:latin typeface="Times New Roman"/>
                <a:ea typeface="Times New Roman"/>
                <a:cs typeface="Times New Roman"/>
              </a:rPr>
              <a:t>.</a:t>
            </a:r>
          </a:p>
          <a:p>
            <a:pPr>
              <a:lnSpc>
                <a:spcPct val="200000"/>
              </a:lnSpc>
              <a:buNone/>
            </a:pPr>
            <a:r>
              <a:rPr sz="1800" b="1" i="0" u="none" cap="none">
                <a:ln>
                  <a:noFill/>
                </a:ln>
                <a:solidFill>
                  <a:srgbClr val="303030"/>
                </a:solidFill>
                <a:latin typeface="Times New Roman"/>
                <a:ea typeface="Times New Roman"/>
                <a:cs typeface="Times New Roman"/>
              </a:rPr>
              <a:t>Cơ chế hoạt động: </a:t>
            </a:r>
            <a:r>
              <a:rPr sz="1800">
                <a:latin typeface="+mj-lt"/>
                <a:ea typeface="+mj-lt"/>
                <a:cs typeface="+mj-lt"/>
              </a:rPr>
              <a:t>Pseudo-IDList được thiết kế để giải quyết bài toán tràn bộ nhớ do sao chép dữ liệu dư thừa trong các thuật toán định dạng dọc (vertical format)</a:t>
            </a:r>
          </a:p>
          <a:p>
            <a:pPr>
              <a:lnSpc>
                <a:spcPct val="200000"/>
              </a:lnSpc>
              <a:buNone/>
            </a:pPr>
            <a:r>
              <a:rPr sz="1800" b="1">
                <a:latin typeface="+mj-lt"/>
                <a:ea typeface="+mj-lt"/>
                <a:cs typeface="+mj-lt"/>
              </a:rPr>
              <a:t>Hiệu quả:</a:t>
            </a:r>
            <a:r>
              <a:rPr sz="1800">
                <a:latin typeface="+mj-lt"/>
                <a:ea typeface="+mj-lt"/>
                <a:cs typeface="+mj-lt"/>
              </a:rPr>
              <a:t> Nhờ cơ chế này, từ thế hệ mẫu thứ 2 trở đi, thuật toán hoàn toàn </a:t>
            </a:r>
            <a:r>
              <a:rPr sz="1800" b="1">
                <a:latin typeface="+mj-lt"/>
                <a:ea typeface="+mj-lt"/>
                <a:cs typeface="+mj-lt"/>
              </a:rPr>
              <a:t>không cần khởi tạo vùng nhớ mới</a:t>
            </a:r>
            <a:r>
              <a:rPr sz="1800">
                <a:latin typeface="+mj-lt"/>
                <a:ea typeface="+mj-lt"/>
                <a:cs typeface="+mj-lt"/>
              </a:rPr>
              <a:t> để sao chép lại toàn bộ các mảng vị trí dài đằng đẵng mà chỉ cần lưu một con số duy nhất, giúp tối ưu bộ nhớ cực kỳ hiệu quả</a:t>
            </a:r>
          </a:p>
        </p:txBody>
      </p:sp>
      <p:sp>
        <p:nvSpPr>
          <p:cNvPr id="15" name="Slide Number Placeholder 14">
            <a:extLst>
              <a:ext uri="{FF2B5EF4-FFF2-40B4-BE49-F238E27FC236}">
                <a16:creationId xmlns:a16="http://schemas.microsoft.com/office/drawing/2014/main" id="{EF351762-33C1-42FF-A80E-4FC6785D62A4}"/>
              </a:ext>
            </a:extLst>
          </p:cNvPr>
          <p:cNvSpPr>
            <a:spLocks noGrp="1"/>
          </p:cNvSpPr>
          <p:nvPr>
            <p:ph type="sldNum" idx="12"/>
          </p:nvPr>
        </p:nvSpPr>
        <p:spPr>
          <a:xfrm>
            <a:off x="8347710" y="4970145"/>
            <a:ext cx="795655" cy="259715"/>
          </a:xfrm>
        </p:spPr>
        <p:txBody>
          <a:bodyPr/>
          <a:lstStyle/>
          <a:p>
            <a:pPr algn="ctr">
              <a:buNone/>
            </a:pPr>
            <a:fld id="{B6F15528-21DE-4FAA-801E-634DDDAF4B2B}" type="slidenum">
              <a:rPr>
                <a:latin typeface="Times New Roman"/>
                <a:ea typeface="Times New Roman"/>
                <a:cs typeface="Times New Roman"/>
              </a:rPr>
              <a:t>2</a:t>
            </a:fld>
            <a:endParaRPr>
              <a:latin typeface="Times New Roman"/>
              <a:ea typeface="Times New Roman"/>
              <a:cs typeface="Times New Roman"/>
            </a:endParaRPr>
          </a:p>
        </p:txBody>
      </p:sp>
      <p:sp>
        <p:nvSpPr>
          <p:cNvPr id="18" name="Rectangle 3">
            <a:extLst>
              <a:ext uri="{FF2B5EF4-FFF2-40B4-BE49-F238E27FC236}">
                <a16:creationId xmlns:a16="http://schemas.microsoft.com/office/drawing/2014/main" id="{CA5CDDE5-A69F-406F-9E52-8F8B3CA58FB2}"/>
              </a:ext>
            </a:extLst>
          </p:cNvPr>
          <p:cNvSpPr>
            <a:spLocks noGrp="1"/>
          </p:cNvSpPr>
          <p:nvPr/>
        </p:nvSpPr>
        <p:spPr>
          <a:xfrm>
            <a:off x="0" y="-184666"/>
            <a:ext cx="184731" cy="369332"/>
          </a:xfrm>
          <a:prstGeom prst="rect">
            <a:avLst/>
          </a:prstGeom>
          <a:solidFill>
            <a:srgbClr val="FFFFFF"/>
          </a:solidFill>
          <a:ln>
            <a:noFill/>
          </a:ln>
        </p:spPr>
        <p:txBody>
          <a:bodyPr vert="horz" wrap="none" lIns="91440" tIns="45720" rIns="91440" bIns="45720" anchor="ctr">
            <a:spAutoFit/>
          </a:bodyPr>
          <a:lstStyle>
            <a:lvl1pPr>
              <a:spcBef>
                <a:spcPts val="0"/>
              </a:spcBef>
              <a:spcAft>
                <a:spcPts val="0"/>
              </a:spcAft>
              <a:buNone/>
              <a:defRPr>
                <a:solidFill>
                  <a:schemeClr val="tx1"/>
                </a:solidFill>
                <a:latin typeface="Arial"/>
                <a:ea typeface="Arial"/>
                <a:cs typeface="Arial"/>
              </a:defRPr>
            </a:lvl1pPr>
            <a:lvl2pPr marL="457200">
              <a:spcBef>
                <a:spcPts val="0"/>
              </a:spcBef>
              <a:spcAft>
                <a:spcPts val="0"/>
              </a:spcAft>
              <a:buNone/>
              <a:defRPr>
                <a:solidFill>
                  <a:schemeClr val="tx1"/>
                </a:solidFill>
                <a:latin typeface="Arial"/>
                <a:ea typeface="Arial"/>
                <a:cs typeface="Arial"/>
              </a:defRPr>
            </a:lvl2pPr>
            <a:lvl3pPr marL="914400">
              <a:spcBef>
                <a:spcPts val="0"/>
              </a:spcBef>
              <a:spcAft>
                <a:spcPts val="0"/>
              </a:spcAft>
              <a:buNone/>
              <a:defRPr>
                <a:solidFill>
                  <a:schemeClr val="tx1"/>
                </a:solidFill>
                <a:latin typeface="Arial"/>
                <a:ea typeface="Arial"/>
                <a:cs typeface="Arial"/>
              </a:defRPr>
            </a:lvl3pPr>
            <a:lvl4pPr marL="1371600">
              <a:spcBef>
                <a:spcPts val="0"/>
              </a:spcBef>
              <a:spcAft>
                <a:spcPts val="0"/>
              </a:spcAft>
              <a:buNone/>
              <a:defRPr>
                <a:solidFill>
                  <a:schemeClr val="tx1"/>
                </a:solidFill>
                <a:latin typeface="Arial"/>
                <a:ea typeface="Arial"/>
                <a:cs typeface="Arial"/>
              </a:defRPr>
            </a:lvl4pPr>
            <a:lvl5pPr marL="1828800">
              <a:spcBef>
                <a:spcPts val="0"/>
              </a:spcBef>
              <a:spcAft>
                <a:spcPts val="0"/>
              </a:spcAft>
              <a:buNone/>
              <a:defRPr>
                <a:solidFill>
                  <a:schemeClr val="tx1"/>
                </a:solidFill>
                <a:latin typeface="Arial"/>
                <a:ea typeface="Arial"/>
                <a:cs typeface="Arial"/>
              </a:defRPr>
            </a:lvl5pPr>
            <a:lvl6pPr marL="2286000">
              <a:spcBef>
                <a:spcPts val="0"/>
              </a:spcBef>
              <a:spcAft>
                <a:spcPts val="0"/>
              </a:spcAft>
              <a:buNone/>
              <a:defRPr>
                <a:solidFill>
                  <a:schemeClr val="tx1"/>
                </a:solidFill>
                <a:latin typeface="Arial"/>
                <a:ea typeface="Arial"/>
                <a:cs typeface="Arial"/>
              </a:defRPr>
            </a:lvl6pPr>
            <a:lvl7pPr marL="2743200">
              <a:spcBef>
                <a:spcPts val="0"/>
              </a:spcBef>
              <a:spcAft>
                <a:spcPts val="0"/>
              </a:spcAft>
              <a:buNone/>
              <a:defRPr>
                <a:solidFill>
                  <a:schemeClr val="tx1"/>
                </a:solidFill>
                <a:latin typeface="Arial"/>
                <a:ea typeface="Arial"/>
                <a:cs typeface="Arial"/>
              </a:defRPr>
            </a:lvl7pPr>
            <a:lvl8pPr marL="3200400">
              <a:spcBef>
                <a:spcPts val="0"/>
              </a:spcBef>
              <a:spcAft>
                <a:spcPts val="0"/>
              </a:spcAft>
              <a:buNone/>
              <a:defRPr>
                <a:solidFill>
                  <a:schemeClr val="tx1"/>
                </a:solidFill>
                <a:latin typeface="Arial"/>
                <a:ea typeface="Arial"/>
                <a:cs typeface="Arial"/>
              </a:defRPr>
            </a:lvl8pPr>
            <a:lvl9pPr marL="3657600">
              <a:spcBef>
                <a:spcPts val="0"/>
              </a:spcBef>
              <a:spcAft>
                <a:spcPts val="0"/>
              </a:spcAft>
              <a:buNone/>
              <a:defRPr>
                <a:solidFill>
                  <a:schemeClr val="tx1"/>
                </a:solidFill>
                <a:latin typeface="Arial"/>
                <a:ea typeface="Arial"/>
                <a:cs typeface="Arial"/>
              </a:defRPr>
            </a:lvl9pPr>
          </a:lstStyle>
          <a:p>
            <a:pPr marL="0" indent="0" algn="l">
              <a:lnSpc>
                <a:spcPct val="100000"/>
              </a:lnSpc>
              <a:spcBef>
                <a:spcPts val="0"/>
              </a:spcBef>
              <a:spcAft>
                <a:spcPts val="0"/>
              </a:spcAft>
              <a:buNone/>
            </a:pPr>
            <a:endParaRPr/>
          </a:p>
        </p:txBody>
      </p:sp>
      <p:sp>
        <p:nvSpPr>
          <p:cNvPr id="19" name="Rectangle 4">
            <a:extLst>
              <a:ext uri="{FF2B5EF4-FFF2-40B4-BE49-F238E27FC236}">
                <a16:creationId xmlns:a16="http://schemas.microsoft.com/office/drawing/2014/main" id="{9BF01BB8-C448-4B8F-8AF1-B95071FB41A0}"/>
              </a:ext>
            </a:extLst>
          </p:cNvPr>
          <p:cNvSpPr>
            <a:spLocks noGrp="1"/>
          </p:cNvSpPr>
          <p:nvPr/>
        </p:nvSpPr>
        <p:spPr>
          <a:xfrm>
            <a:off x="0" y="-184666"/>
            <a:ext cx="184731" cy="369332"/>
          </a:xfrm>
          <a:prstGeom prst="rect">
            <a:avLst/>
          </a:prstGeom>
          <a:solidFill>
            <a:srgbClr val="FFFFFF"/>
          </a:solidFill>
          <a:ln>
            <a:noFill/>
          </a:ln>
        </p:spPr>
        <p:txBody>
          <a:bodyPr vert="horz" wrap="none" lIns="91440" tIns="45720" rIns="91440" bIns="45720" anchor="ctr">
            <a:spAutoFit/>
          </a:bodyPr>
          <a:lstStyle>
            <a:lvl1pPr>
              <a:spcBef>
                <a:spcPts val="0"/>
              </a:spcBef>
              <a:spcAft>
                <a:spcPts val="0"/>
              </a:spcAft>
              <a:buNone/>
              <a:defRPr>
                <a:solidFill>
                  <a:schemeClr val="tx1"/>
                </a:solidFill>
                <a:latin typeface="Arial"/>
                <a:ea typeface="Arial"/>
                <a:cs typeface="Arial"/>
              </a:defRPr>
            </a:lvl1pPr>
            <a:lvl2pPr marL="457200">
              <a:spcBef>
                <a:spcPts val="0"/>
              </a:spcBef>
              <a:spcAft>
                <a:spcPts val="0"/>
              </a:spcAft>
              <a:buNone/>
              <a:defRPr>
                <a:solidFill>
                  <a:schemeClr val="tx1"/>
                </a:solidFill>
                <a:latin typeface="Arial"/>
                <a:ea typeface="Arial"/>
                <a:cs typeface="Arial"/>
              </a:defRPr>
            </a:lvl2pPr>
            <a:lvl3pPr marL="914400">
              <a:spcBef>
                <a:spcPts val="0"/>
              </a:spcBef>
              <a:spcAft>
                <a:spcPts val="0"/>
              </a:spcAft>
              <a:buNone/>
              <a:defRPr>
                <a:solidFill>
                  <a:schemeClr val="tx1"/>
                </a:solidFill>
                <a:latin typeface="Arial"/>
                <a:ea typeface="Arial"/>
                <a:cs typeface="Arial"/>
              </a:defRPr>
            </a:lvl3pPr>
            <a:lvl4pPr marL="1371600">
              <a:spcBef>
                <a:spcPts val="0"/>
              </a:spcBef>
              <a:spcAft>
                <a:spcPts val="0"/>
              </a:spcAft>
              <a:buNone/>
              <a:defRPr>
                <a:solidFill>
                  <a:schemeClr val="tx1"/>
                </a:solidFill>
                <a:latin typeface="Arial"/>
                <a:ea typeface="Arial"/>
                <a:cs typeface="Arial"/>
              </a:defRPr>
            </a:lvl4pPr>
            <a:lvl5pPr marL="1828800">
              <a:spcBef>
                <a:spcPts val="0"/>
              </a:spcBef>
              <a:spcAft>
                <a:spcPts val="0"/>
              </a:spcAft>
              <a:buNone/>
              <a:defRPr>
                <a:solidFill>
                  <a:schemeClr val="tx1"/>
                </a:solidFill>
                <a:latin typeface="Arial"/>
                <a:ea typeface="Arial"/>
                <a:cs typeface="Arial"/>
              </a:defRPr>
            </a:lvl5pPr>
            <a:lvl6pPr marL="2286000">
              <a:spcBef>
                <a:spcPts val="0"/>
              </a:spcBef>
              <a:spcAft>
                <a:spcPts val="0"/>
              </a:spcAft>
              <a:buNone/>
              <a:defRPr>
                <a:solidFill>
                  <a:schemeClr val="tx1"/>
                </a:solidFill>
                <a:latin typeface="Arial"/>
                <a:ea typeface="Arial"/>
                <a:cs typeface="Arial"/>
              </a:defRPr>
            </a:lvl6pPr>
            <a:lvl7pPr marL="2743200">
              <a:spcBef>
                <a:spcPts val="0"/>
              </a:spcBef>
              <a:spcAft>
                <a:spcPts val="0"/>
              </a:spcAft>
              <a:buNone/>
              <a:defRPr>
                <a:solidFill>
                  <a:schemeClr val="tx1"/>
                </a:solidFill>
                <a:latin typeface="Arial"/>
                <a:ea typeface="Arial"/>
                <a:cs typeface="Arial"/>
              </a:defRPr>
            </a:lvl7pPr>
            <a:lvl8pPr marL="3200400">
              <a:spcBef>
                <a:spcPts val="0"/>
              </a:spcBef>
              <a:spcAft>
                <a:spcPts val="0"/>
              </a:spcAft>
              <a:buNone/>
              <a:defRPr>
                <a:solidFill>
                  <a:schemeClr val="tx1"/>
                </a:solidFill>
                <a:latin typeface="Arial"/>
                <a:ea typeface="Arial"/>
                <a:cs typeface="Arial"/>
              </a:defRPr>
            </a:lvl8pPr>
            <a:lvl9pPr marL="3657600">
              <a:spcBef>
                <a:spcPts val="0"/>
              </a:spcBef>
              <a:spcAft>
                <a:spcPts val="0"/>
              </a:spcAft>
              <a:buNone/>
              <a:defRPr>
                <a:solidFill>
                  <a:schemeClr val="tx1"/>
                </a:solidFill>
                <a:latin typeface="Arial"/>
                <a:ea typeface="Arial"/>
                <a:cs typeface="Arial"/>
              </a:defRPr>
            </a:lvl9pPr>
          </a:lstStyle>
          <a:p>
            <a:pPr marL="0" indent="0" algn="l">
              <a:lnSpc>
                <a:spcPct val="100000"/>
              </a:lnSpc>
              <a:spcBef>
                <a:spcPts val="0"/>
              </a:spcBef>
              <a:spcAft>
                <a:spcPts val="0"/>
              </a:spcAft>
              <a:buNone/>
            </a:pPr>
            <a:endParaRPr/>
          </a:p>
        </p:txBody>
      </p:sp>
      <p:grpSp>
        <p:nvGrpSpPr>
          <p:cNvPr id="13" name="Group 7">
            <a:extLst>
              <a:ext uri="{FF2B5EF4-FFF2-40B4-BE49-F238E27FC236}">
                <a16:creationId xmlns:a16="http://schemas.microsoft.com/office/drawing/2014/main" id="{3A6D38ED-B1E1-16A8-0B40-06460882ED47}"/>
              </a:ext>
            </a:extLst>
          </p:cNvPr>
          <p:cNvGrpSpPr/>
          <p:nvPr/>
        </p:nvGrpSpPr>
        <p:grpSpPr>
          <a:xfrm>
            <a:off x="514350" y="4969883"/>
            <a:ext cx="7833601" cy="76945"/>
            <a:chOff x="0" y="0"/>
            <a:chExt cx="20889601" cy="205185"/>
          </a:xfrm>
        </p:grpSpPr>
        <p:sp>
          <p:nvSpPr>
            <p:cNvPr id="16" name="Freeform 8">
              <a:extLst>
                <a:ext uri="{FF2B5EF4-FFF2-40B4-BE49-F238E27FC236}">
                  <a16:creationId xmlns:a16="http://schemas.microsoft.com/office/drawing/2014/main" id="{F44CE36C-4027-B321-A4D0-E8B00B61F9CA}"/>
                </a:ext>
              </a:extLst>
            </p:cNvPr>
            <p:cNvSpPr/>
            <p:nvPr/>
          </p:nvSpPr>
          <p:spPr>
            <a:xfrm>
              <a:off x="0" y="0"/>
              <a:ext cx="20889595" cy="205232"/>
            </a:xfrm>
            <a:custGeom>
              <a:avLst/>
              <a:gdLst/>
              <a:ahLst/>
              <a:cxnLst/>
              <a:rect l="l" t="t" r="r" b="b"/>
              <a:pathLst>
                <a:path w="20889595" h="205232">
                  <a:moveTo>
                    <a:pt x="0" y="0"/>
                  </a:moveTo>
                  <a:lnTo>
                    <a:pt x="20889595" y="0"/>
                  </a:lnTo>
                  <a:lnTo>
                    <a:pt x="20889595" y="205232"/>
                  </a:lnTo>
                  <a:lnTo>
                    <a:pt x="0" y="205232"/>
                  </a:lnTo>
                  <a:lnTo>
                    <a:pt x="0" y="0"/>
                  </a:lnTo>
                  <a:close/>
                </a:path>
              </a:pathLst>
            </a:custGeom>
            <a:blipFill>
              <a:blip r:embed="rId3"/>
              <a:stretch>
                <a:fillRect t="-17868" b="-17845"/>
              </a:stretch>
            </a:blipFill>
          </p:spPr>
        </p:sp>
      </p:grpSp>
      <p:grpSp>
        <p:nvGrpSpPr>
          <p:cNvPr id="17" name="Group 3">
            <a:extLst>
              <a:ext uri="{FF2B5EF4-FFF2-40B4-BE49-F238E27FC236}">
                <a16:creationId xmlns:a16="http://schemas.microsoft.com/office/drawing/2014/main" id="{5CA1C20E-244C-0B8E-AB37-DB4F53D6BA2F}"/>
              </a:ext>
            </a:extLst>
          </p:cNvPr>
          <p:cNvGrpSpPr/>
          <p:nvPr/>
        </p:nvGrpSpPr>
        <p:grpSpPr>
          <a:xfrm>
            <a:off x="0" y="-19526"/>
            <a:ext cx="9144000" cy="535020"/>
            <a:chOff x="0" y="0"/>
            <a:chExt cx="24384000" cy="1426718"/>
          </a:xfrm>
        </p:grpSpPr>
        <p:sp>
          <p:nvSpPr>
            <p:cNvPr id="20" name="Freeform 4">
              <a:extLst>
                <a:ext uri="{FF2B5EF4-FFF2-40B4-BE49-F238E27FC236}">
                  <a16:creationId xmlns:a16="http://schemas.microsoft.com/office/drawing/2014/main" id="{5B11B8BB-7D28-033F-7B68-27BFA43C3901}"/>
                </a:ext>
              </a:extLst>
            </p:cNvPr>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E95856"/>
            </a:solidFill>
            <a:ln w="12700">
              <a:solidFill>
                <a:srgbClr val="000000"/>
              </a:solidFill>
            </a:ln>
          </p:spPr>
        </p:sp>
      </p:grpSp>
      <p:grpSp>
        <p:nvGrpSpPr>
          <p:cNvPr id="21" name="Group 9">
            <a:extLst>
              <a:ext uri="{FF2B5EF4-FFF2-40B4-BE49-F238E27FC236}">
                <a16:creationId xmlns:a16="http://schemas.microsoft.com/office/drawing/2014/main" id="{01C552D9-B846-EB78-57F6-D7D24B8DE313}"/>
              </a:ext>
            </a:extLst>
          </p:cNvPr>
          <p:cNvGrpSpPr/>
          <p:nvPr/>
        </p:nvGrpSpPr>
        <p:grpSpPr>
          <a:xfrm>
            <a:off x="238964" y="1668"/>
            <a:ext cx="2467785" cy="513826"/>
            <a:chOff x="0" y="0"/>
            <a:chExt cx="6580759" cy="1370203"/>
          </a:xfrm>
        </p:grpSpPr>
        <p:sp>
          <p:nvSpPr>
            <p:cNvPr id="22" name="Freeform 10" descr="A black background with white text  Description automatically generated">
              <a:extLst>
                <a:ext uri="{FF2B5EF4-FFF2-40B4-BE49-F238E27FC236}">
                  <a16:creationId xmlns:a16="http://schemas.microsoft.com/office/drawing/2014/main" id="{25CFDFD7-1DA2-FAF2-A139-D6715F36C8E8}"/>
                </a:ext>
              </a:extLst>
            </p:cNvPr>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4"/>
              <a:stretch>
                <a:fillRect l="-194" r="-194"/>
              </a:stretch>
            </a:blipFill>
          </p:spPr>
        </p:sp>
      </p:grpSp>
    </p:spTree>
    <p:extLst>
      <p:ext uri="{BB962C8B-B14F-4D97-AF65-F5344CB8AC3E}">
        <p14:creationId xmlns:p14="http://schemas.microsoft.com/office/powerpoint/2010/main" val="812216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5">
            <a:extLst>
              <a:ext uri="{FF2B5EF4-FFF2-40B4-BE49-F238E27FC236}">
                <a16:creationId xmlns:a16="http://schemas.microsoft.com/office/drawing/2014/main" id="{60B6D553-E301-57A1-6703-131F2E54C369}"/>
              </a:ext>
            </a:extLst>
          </p:cNvPr>
          <p:cNvGrpSpPr/>
          <p:nvPr/>
        </p:nvGrpSpPr>
        <p:grpSpPr>
          <a:xfrm>
            <a:off x="-160282" y="4976233"/>
            <a:ext cx="9304283" cy="284619"/>
            <a:chOff x="0" y="0"/>
            <a:chExt cx="24811420" cy="758984"/>
          </a:xfrm>
        </p:grpSpPr>
        <p:sp>
          <p:nvSpPr>
            <p:cNvPr id="15" name="Freeform 6">
              <a:extLst>
                <a:ext uri="{FF2B5EF4-FFF2-40B4-BE49-F238E27FC236}">
                  <a16:creationId xmlns:a16="http://schemas.microsoft.com/office/drawing/2014/main" id="{9A2F2FF8-D14C-B323-60C1-4DE1F1DB275C}"/>
                </a:ext>
              </a:extLst>
            </p:cNvPr>
            <p:cNvSpPr/>
            <p:nvPr/>
          </p:nvSpPr>
          <p:spPr>
            <a:xfrm>
              <a:off x="0" y="0"/>
              <a:ext cx="24811482" cy="758952"/>
            </a:xfrm>
            <a:custGeom>
              <a:avLst/>
              <a:gdLst/>
              <a:ahLst/>
              <a:cxnLst/>
              <a:rect l="l" t="t" r="r" b="b"/>
              <a:pathLst>
                <a:path w="24811482" h="758952">
                  <a:moveTo>
                    <a:pt x="285242" y="0"/>
                  </a:moveTo>
                  <a:lnTo>
                    <a:pt x="24811482" y="0"/>
                  </a:lnTo>
                  <a:lnTo>
                    <a:pt x="24811482" y="740410"/>
                  </a:lnTo>
                  <a:lnTo>
                    <a:pt x="0" y="758952"/>
                  </a:lnTo>
                  <a:lnTo>
                    <a:pt x="285242" y="0"/>
                  </a:lnTo>
                  <a:close/>
                </a:path>
              </a:pathLst>
            </a:custGeom>
            <a:solidFill>
              <a:srgbClr val="E95856"/>
            </a:solidFill>
            <a:ln w="12700">
              <a:solidFill>
                <a:srgbClr val="000000"/>
              </a:solidFill>
            </a:ln>
          </p:spPr>
        </p:sp>
      </p:grpSp>
      <p:sp>
        <p:nvSpPr>
          <p:cNvPr id="16" name="Slide Number Placeholder 14">
            <a:extLst>
              <a:ext uri="{FF2B5EF4-FFF2-40B4-BE49-F238E27FC236}">
                <a16:creationId xmlns:a16="http://schemas.microsoft.com/office/drawing/2014/main" id="{EED51C40-EBDE-4D77-AC3C-821169DF4224}"/>
              </a:ext>
            </a:extLst>
          </p:cNvPr>
          <p:cNvSpPr>
            <a:spLocks noGrp="1"/>
          </p:cNvSpPr>
          <p:nvPr/>
        </p:nvSpPr>
        <p:spPr>
          <a:xfrm>
            <a:off x="8347710" y="4970145"/>
            <a:ext cx="795655" cy="259715"/>
          </a:xfrm>
        </p:spPr>
        <p:txBody>
          <a:bodyPr/>
          <a:lst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a:lstStyle>
          <a:p>
            <a:pPr algn="ctr">
              <a:buNone/>
            </a:pPr>
            <a:fld id="{B6F15528-21DE-4FAA-801E-634DDDAF4B2B}" type="slidenum">
              <a:rPr>
                <a:latin typeface="Times New Roman"/>
                <a:ea typeface="Times New Roman"/>
                <a:cs typeface="Times New Roman"/>
              </a:rPr>
              <a:t>3</a:t>
            </a:fld>
            <a:endParaRPr>
              <a:latin typeface="Times New Roman"/>
              <a:ea typeface="Times New Roman"/>
              <a:cs typeface="Times New Roman"/>
            </a:endParaRPr>
          </a:p>
        </p:txBody>
      </p:sp>
      <mc:AlternateContent xmlns:mc="http://schemas.openxmlformats.org/markup-compatibility/2006" xmlns:a14="http://schemas.microsoft.com/office/drawing/2010/main">
        <mc:Choice Requires="a14">
          <p:sp>
            <p:nvSpPr>
              <p:cNvPr id="13" name="TextBox 14">
                <a:extLst>
                  <a:ext uri="{FF2B5EF4-FFF2-40B4-BE49-F238E27FC236}">
                    <a16:creationId xmlns:a16="http://schemas.microsoft.com/office/drawing/2014/main" id="{049BE168-8614-49BD-9394-29220E8F573D}"/>
                  </a:ext>
                </a:extLst>
              </p:cNvPr>
              <p:cNvSpPr>
                <a:spLocks noGrp="1"/>
              </p:cNvSpPr>
              <p:nvPr/>
            </p:nvSpPr>
            <p:spPr>
              <a:xfrm>
                <a:off x="344476" y="668800"/>
                <a:ext cx="8432712" cy="4431983"/>
              </a:xfrm>
              <a:prstGeom prst="rect">
                <a:avLst/>
              </a:prstGeom>
            </p:spPr>
            <p:txBody>
              <a:bodyPr lIns="0" tIns="0" rIns="0" bIns="0" anchor="t">
                <a:spAutoFit/>
              </a:bodyPr>
              <a:lstStyle/>
              <a:p>
                <a:r>
                  <a:rPr sz="1800" b="1">
                    <a:latin typeface="Times New Roman"/>
                    <a:ea typeface="Times New Roman"/>
                    <a:cs typeface="Times New Roman"/>
                  </a:rPr>
                  <a:t>1. GIỚI THIỆU CHUNG</a:t>
                </a:r>
              </a:p>
              <a:p>
                <a:r>
                  <a:rPr sz="1800" b="1">
                    <a:latin typeface="Times New Roman"/>
                    <a:ea typeface="Times New Roman"/>
                    <a:cs typeface="Times New Roman"/>
                  </a:rPr>
                  <a:t>  1.2. Các định nghĩa cơ bản</a:t>
                </a:r>
              </a:p>
              <a:p>
                <a:r>
                  <a:rPr sz="1800" b="1" i="0" u="none" cap="none">
                    <a:ln>
                      <a:noFill/>
                    </a:ln>
                    <a:solidFill>
                      <a:schemeClr val="tx1"/>
                    </a:solidFill>
                    <a:latin typeface="Times New Roman"/>
                    <a:ea typeface="Times New Roman"/>
                    <a:cs typeface="Times New Roman"/>
                  </a:rPr>
                  <a:t>	Sự kiện (Event): </a:t>
                </a:r>
                <a:r>
                  <a:rPr sz="1800" b="0" i="0" u="none" cap="none">
                    <a:ln>
                      <a:noFill/>
                    </a:ln>
                    <a:solidFill>
                      <a:schemeClr val="tx1"/>
                    </a:solidFill>
                    <a:latin typeface="Times New Roman"/>
                    <a:ea typeface="Times New Roman"/>
                    <a:cs typeface="Times New Roman"/>
                  </a:rPr>
                  <a:t>Được đại diện bởi một giá trị số nguyên, thể hiện một hành động cụ thể (ví dụ: một cú click chuột vào URL của một trang web)</a:t>
                </a:r>
              </a:p>
              <a:p>
                <a:r>
                  <a:rPr sz="1800" b="1" i="0" u="none" cap="none">
                    <a:ln>
                      <a:noFill/>
                    </a:ln>
                    <a:solidFill>
                      <a:schemeClr val="tx1"/>
                    </a:solidFill>
                    <a:latin typeface="Times New Roman"/>
                    <a:ea typeface="Times New Roman"/>
                    <a:cs typeface="Times New Roman"/>
                  </a:rPr>
                  <a:t>	Luồng nhấp chuột (Clickstream / Sequence): </a:t>
                </a:r>
                <a:r>
                  <a:rPr sz="1800" b="0" i="0" u="none" cap="none">
                    <a:ln>
                      <a:noFill/>
                    </a:ln>
                    <a:solidFill>
                      <a:schemeClr val="tx1"/>
                    </a:solidFill>
                    <a:latin typeface="Times New Roman"/>
                    <a:ea typeface="Times New Roman"/>
                    <a:cs typeface="Times New Roman"/>
                  </a:rPr>
                  <a:t>Là một chuỗi bao gồm các sự kiện, ký hiệu là X=</a:t>
                </a:r>
                <a14:m>
                  <m:oMath xmlns:m="http://schemas.openxmlformats.org/officeDocument/2006/math">
                    <m:r>
                      <a:rPr lang="vi-VN" sz="1800" b="0" i="0">
                        <a:solidFill>
                          <a:schemeClr val="tx1"/>
                        </a:solidFill>
                        <a:latin typeface="Cambria Math"/>
                        <a:ea typeface="Cambria Math"/>
                        <a:cs typeface="Cambria Math"/>
                      </a:rPr>
                      <m:t>⟨</m:t>
                    </m:r>
                    <m:sSub>
                      <m:sSubPr>
                        <m:ctrlPr>
                          <a:rPr lang="vi-VN" sz="1800" b="0" i="1">
                            <a:solidFill>
                              <a:schemeClr val="tx1"/>
                            </a:solidFill>
                            <a:latin typeface="Cambria Math" panose="02040503050406030204" pitchFamily="18" charset="0"/>
                            <a:ea typeface="Cambria Math"/>
                            <a:cs typeface="Cambria Math"/>
                          </a:rPr>
                        </m:ctrlPr>
                      </m:sSubPr>
                      <m:e>
                        <m:r>
                          <a:rPr lang="vi-VN" sz="1800" i="1">
                            <a:solidFill>
                              <a:schemeClr val="tx1"/>
                            </a:solidFill>
                            <a:latin typeface="Cambria Math"/>
                            <a:ea typeface="Cambria Math"/>
                            <a:cs typeface="Cambria Math"/>
                          </a:rPr>
                          <m:t>𝑥</m:t>
                        </m:r>
                      </m:e>
                      <m:sub>
                        <m:r>
                          <a:rPr lang="vi-VN" sz="1800" i="1">
                            <a:solidFill>
                              <a:schemeClr val="tx1"/>
                            </a:solidFill>
                            <a:latin typeface="Cambria Math"/>
                            <a:ea typeface="Cambria Math"/>
                            <a:cs typeface="Cambria Math"/>
                          </a:rPr>
                          <m:t>1</m:t>
                        </m:r>
                      </m:sub>
                    </m:sSub>
                    <m:r>
                      <a:rPr lang="vi-VN" sz="1800" i="0">
                        <a:solidFill>
                          <a:schemeClr val="tx1"/>
                        </a:solidFill>
                        <a:latin typeface="Cambria Math"/>
                        <a:ea typeface="Cambria Math"/>
                        <a:cs typeface="Cambria Math"/>
                      </a:rPr>
                      <m:t>,</m:t>
                    </m:r>
                    <m:sSub>
                      <m:sSubPr>
                        <m:ctrlPr>
                          <a:rPr lang="vi-VN" sz="1800" i="1">
                            <a:solidFill>
                              <a:schemeClr val="tx1"/>
                            </a:solidFill>
                            <a:latin typeface="Cambria Math" panose="02040503050406030204" pitchFamily="18" charset="0"/>
                            <a:ea typeface="Cambria Math"/>
                            <a:cs typeface="Cambria Math"/>
                          </a:rPr>
                        </m:ctrlPr>
                      </m:sSubPr>
                      <m:e>
                        <m:r>
                          <a:rPr lang="vi-VN" sz="1800" i="1">
                            <a:solidFill>
                              <a:schemeClr val="tx1"/>
                            </a:solidFill>
                            <a:latin typeface="Cambria Math"/>
                            <a:ea typeface="Cambria Math"/>
                            <a:cs typeface="Cambria Math"/>
                          </a:rPr>
                          <m:t>𝑥</m:t>
                        </m:r>
                      </m:e>
                      <m:sub>
                        <m:r>
                          <a:rPr lang="vi-VN" sz="1800" i="1">
                            <a:solidFill>
                              <a:schemeClr val="tx1"/>
                            </a:solidFill>
                            <a:latin typeface="Cambria Math"/>
                            <a:ea typeface="Cambria Math"/>
                            <a:cs typeface="Cambria Math"/>
                          </a:rPr>
                          <m:t>2</m:t>
                        </m:r>
                      </m:sub>
                    </m:sSub>
                    <m:r>
                      <a:rPr lang="vi-VN" sz="1800" i="0">
                        <a:solidFill>
                          <a:schemeClr val="tx1"/>
                        </a:solidFill>
                        <a:latin typeface="Cambria Math"/>
                        <a:ea typeface="Cambria Math"/>
                        <a:cs typeface="Cambria Math"/>
                      </a:rPr>
                      <m:t>,…,</m:t>
                    </m:r>
                    <m:sSub>
                      <m:sSubPr>
                        <m:ctrlPr>
                          <a:rPr lang="vi-VN" sz="1800" i="1">
                            <a:solidFill>
                              <a:schemeClr val="tx1"/>
                            </a:solidFill>
                            <a:latin typeface="Cambria Math" panose="02040503050406030204" pitchFamily="18" charset="0"/>
                            <a:ea typeface="Cambria Math"/>
                            <a:cs typeface="Cambria Math"/>
                          </a:rPr>
                        </m:ctrlPr>
                      </m:sSubPr>
                      <m:e>
                        <m:r>
                          <a:rPr lang="vi-VN" sz="1800" i="1">
                            <a:solidFill>
                              <a:schemeClr val="tx1"/>
                            </a:solidFill>
                            <a:latin typeface="Cambria Math"/>
                            <a:ea typeface="Cambria Math"/>
                            <a:cs typeface="Cambria Math"/>
                          </a:rPr>
                          <m:t>𝑥</m:t>
                        </m:r>
                      </m:e>
                      <m:sub>
                        <m:r>
                          <a:rPr lang="vi-VN" sz="1800" i="1">
                            <a:solidFill>
                              <a:schemeClr val="tx1"/>
                            </a:solidFill>
                            <a:latin typeface="Cambria Math"/>
                            <a:ea typeface="Cambria Math"/>
                            <a:cs typeface="Cambria Math"/>
                          </a:rPr>
                          <m:t>𝑚</m:t>
                        </m:r>
                      </m:sub>
                    </m:sSub>
                    <m:r>
                      <a:rPr lang="vi-VN" sz="1800" b="0" i="0">
                        <a:solidFill>
                          <a:schemeClr val="tx1"/>
                        </a:solidFill>
                        <a:latin typeface="Cambria Math"/>
                        <a:ea typeface="Cambria Math"/>
                        <a:cs typeface="Cambria Math"/>
                      </a:rPr>
                      <m:t>⟩</m:t>
                    </m:r>
                  </m:oMath>
                </a14:m>
                <a:r>
                  <a:rPr sz="1800" b="0" i="0" u="none" cap="none">
                    <a:ln>
                      <a:noFill/>
                    </a:ln>
                    <a:solidFill>
                      <a:schemeClr val="tx1"/>
                    </a:solidFill>
                    <a:latin typeface="Times New Roman"/>
                    <a:ea typeface="Times New Roman"/>
                    <a:cs typeface="Times New Roman"/>
                  </a:rPr>
                  <a:t>. Một sự kiện có thể xuất hiện nhiều lần ở nhiều vị trí khác nhau trong cùng một chuỗi.</a:t>
                </a:r>
              </a:p>
              <a:p>
                <a:r>
                  <a:rPr sz="1800" b="1" i="0" u="none" cap="none">
                    <a:ln>
                      <a:noFill/>
                    </a:ln>
                    <a:solidFill>
                      <a:schemeClr val="tx1"/>
                    </a:solidFill>
                    <a:latin typeface="Times New Roman"/>
                    <a:ea typeface="Times New Roman"/>
                    <a:cs typeface="Times New Roman"/>
                  </a:rPr>
                  <a:t>	Độ dài (Length): </a:t>
                </a:r>
                <a:r>
                  <a:rPr sz="1800" b="0" i="0" u="none" cap="none">
                    <a:ln>
                      <a:noFill/>
                    </a:ln>
                    <a:solidFill>
                      <a:schemeClr val="tx1"/>
                    </a:solidFill>
                    <a:latin typeface="Times New Roman"/>
                    <a:ea typeface="Times New Roman"/>
                    <a:cs typeface="Times New Roman"/>
                  </a:rPr>
                  <a:t>Là số lượng sự kiện có trong một clickstream. Một clickstream có độ dài k được gọi là một k-clickstream.</a:t>
                </a:r>
              </a:p>
              <a:p>
                <a:r>
                  <a:rPr sz="1800" b="1" i="0" u="none" cap="none">
                    <a:ln>
                      <a:noFill/>
                    </a:ln>
                    <a:solidFill>
                      <a:schemeClr val="tx1"/>
                    </a:solidFill>
                    <a:latin typeface="Times New Roman"/>
                    <a:ea typeface="Times New Roman"/>
                    <a:cs typeface="Times New Roman"/>
                  </a:rPr>
                  <a:t>	Chuỗi con và Chuỗi cha (Sub-clickstream &amp; Super clickstream): </a:t>
                </a:r>
                <a:r>
                  <a:rPr sz="1800" b="0" i="0" u="none" cap="none">
                    <a:ln>
                      <a:noFill/>
                    </a:ln>
                    <a:solidFill>
                      <a:schemeClr val="tx1"/>
                    </a:solidFill>
                    <a:latin typeface="Times New Roman"/>
                    <a:ea typeface="Times New Roman"/>
                    <a:cs typeface="Times New Roman"/>
                  </a:rPr>
                  <a:t>Chuỗi X được gọi là chuỗi con của Y (hoặc Y là chuỗi cha của X), ký hiệu </a:t>
                </a:r>
                <a14:m>
                  <m:oMath xmlns:m="http://schemas.openxmlformats.org/officeDocument/2006/math">
                    <m:r>
                      <a:rPr lang="vi-VN" sz="1800" i="1">
                        <a:solidFill>
                          <a:schemeClr val="tx1"/>
                        </a:solidFill>
                        <a:latin typeface="Cambria Math"/>
                        <a:ea typeface="Cambria Math"/>
                        <a:cs typeface="Cambria Math"/>
                      </a:rPr>
                      <m:t>𝑋</m:t>
                    </m:r>
                    <m:r>
                      <a:rPr lang="vi-VN" sz="1800" i="1">
                        <a:solidFill>
                          <a:schemeClr val="tx1"/>
                        </a:solidFill>
                        <a:latin typeface="Cambria Math"/>
                        <a:ea typeface="Cambria Math"/>
                        <a:cs typeface="Cambria Math"/>
                      </a:rPr>
                      <m:t>⊆</m:t>
                    </m:r>
                    <m:r>
                      <a:rPr lang="vi-VN" sz="1800" i="1">
                        <a:solidFill>
                          <a:schemeClr val="tx1"/>
                        </a:solidFill>
                        <a:latin typeface="Cambria Math"/>
                        <a:ea typeface="Cambria Math"/>
                        <a:cs typeface="Cambria Math"/>
                      </a:rPr>
                      <m:t>𝑌</m:t>
                    </m:r>
                  </m:oMath>
                </a14:m>
                <a:r>
                  <a:rPr sz="1800" b="0" i="0" u="none" cap="none">
                    <a:ln>
                      <a:noFill/>
                    </a:ln>
                    <a:solidFill>
                      <a:schemeClr val="tx1"/>
                    </a:solidFill>
                    <a:latin typeface="Times New Roman"/>
                    <a:ea typeface="Times New Roman"/>
                    <a:cs typeface="Times New Roman"/>
                  </a:rPr>
                  <a:t>, nếu tất cả các phần tử của X đều xuất hiện trong Y theo đúng thứ tự ban đầu, dù chúng có thể không nằm liền kề nhau.</a:t>
                </a:r>
              </a:p>
              <a:p>
                <a:r>
                  <a:rPr sz="1800" b="1">
                    <a:solidFill>
                      <a:schemeClr val="tx1"/>
                    </a:solidFill>
                  </a:rPr>
                  <a:t>	</a:t>
                </a:r>
                <a:r>
                  <a:rPr sz="1800" b="1">
                    <a:solidFill>
                      <a:schemeClr val="tx1"/>
                    </a:solidFill>
                    <a:latin typeface="+mj-lt"/>
                    <a:ea typeface="+mj-lt"/>
                    <a:cs typeface="+mj-lt"/>
                  </a:rPr>
                  <a:t>Tiền tố (Prefix): </a:t>
                </a:r>
                <a:r>
                  <a:rPr sz="1800">
                    <a:solidFill>
                      <a:schemeClr val="tx1"/>
                    </a:solidFill>
                    <a:latin typeface="+mj-lt"/>
                    <a:ea typeface="+mj-lt"/>
                    <a:cs typeface="+mj-lt"/>
                  </a:rPr>
                  <a:t>Chuỗi Z có độ dài k−1 được gọi là tiền tố của chuỗi X (độ dài k) nếu các phần tử của Z khớp hoàn toàn với k−1 phần tử đầu tiên của X.</a:t>
                </a:r>
              </a:p>
              <a:p>
                <a:endParaRPr sz="1800">
                  <a:solidFill>
                    <a:schemeClr val="tx1"/>
                  </a:solidFill>
                  <a:latin typeface="+mj-lt"/>
                  <a:ea typeface="+mj-lt"/>
                  <a:cs typeface="+mj-lt"/>
                </a:endParaRPr>
              </a:p>
            </p:txBody>
          </p:sp>
        </mc:Choice>
        <mc:Fallback xmlns="">
          <p:sp>
            <p:nvSpPr>
              <p:cNvPr id="13" name="TextBox 14">
                <a:extLst>
                  <a:ext uri="{FF2B5EF4-FFF2-40B4-BE49-F238E27FC236}">
                    <a16:creationId xmlns:a16="http://schemas.microsoft.com/office/drawing/2014/main" id="{049BE168-8614-49BD-9394-29220E8F573D}"/>
                  </a:ext>
                </a:extLst>
              </p:cNvPr>
              <p:cNvSpPr>
                <a:spLocks noGrp="1" noRot="1" noChangeAspect="1" noMove="1" noResize="1" noEditPoints="1" noAdjustHandles="1" noChangeArrowheads="1" noChangeShapeType="1" noTextEdit="1"/>
              </p:cNvSpPr>
              <p:nvPr/>
            </p:nvSpPr>
            <p:spPr>
              <a:xfrm>
                <a:off x="344476" y="668800"/>
                <a:ext cx="8432712" cy="4431983"/>
              </a:xfrm>
              <a:prstGeom prst="rect">
                <a:avLst/>
              </a:prstGeom>
              <a:blipFill>
                <a:blip r:embed="rId3"/>
                <a:stretch>
                  <a:fillRect l="-1735" t="-1788" r="-1446"/>
                </a:stretch>
              </a:blipFill>
            </p:spPr>
            <p:txBody>
              <a:bodyPr/>
              <a:lstStyle/>
              <a:p>
                <a:r>
                  <a:rPr lang="vi-VN">
                    <a:noFill/>
                  </a:rPr>
                  <a:t> </a:t>
                </a:r>
              </a:p>
            </p:txBody>
          </p:sp>
        </mc:Fallback>
      </mc:AlternateContent>
      <p:grpSp>
        <p:nvGrpSpPr>
          <p:cNvPr id="11" name="Group 3">
            <a:extLst>
              <a:ext uri="{FF2B5EF4-FFF2-40B4-BE49-F238E27FC236}">
                <a16:creationId xmlns:a16="http://schemas.microsoft.com/office/drawing/2014/main" id="{A3E03022-36B0-2932-EBD9-B8EF4C607F0C}"/>
              </a:ext>
            </a:extLst>
          </p:cNvPr>
          <p:cNvGrpSpPr/>
          <p:nvPr/>
        </p:nvGrpSpPr>
        <p:grpSpPr>
          <a:xfrm>
            <a:off x="0" y="-13176"/>
            <a:ext cx="9144000" cy="535020"/>
            <a:chOff x="0" y="0"/>
            <a:chExt cx="24384000" cy="1426718"/>
          </a:xfrm>
        </p:grpSpPr>
        <p:sp>
          <p:nvSpPr>
            <p:cNvPr id="12" name="Freeform 4">
              <a:extLst>
                <a:ext uri="{FF2B5EF4-FFF2-40B4-BE49-F238E27FC236}">
                  <a16:creationId xmlns:a16="http://schemas.microsoft.com/office/drawing/2014/main" id="{A8C86955-E739-DCC1-D18C-9CE1FE563A77}"/>
                </a:ext>
              </a:extLst>
            </p:cNvPr>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E95856"/>
            </a:solidFill>
            <a:ln w="12700">
              <a:solidFill>
                <a:srgbClr val="000000"/>
              </a:solidFill>
            </a:ln>
          </p:spPr>
        </p:sp>
      </p:grpSp>
      <p:grpSp>
        <p:nvGrpSpPr>
          <p:cNvPr id="17" name="Group 7">
            <a:extLst>
              <a:ext uri="{FF2B5EF4-FFF2-40B4-BE49-F238E27FC236}">
                <a16:creationId xmlns:a16="http://schemas.microsoft.com/office/drawing/2014/main" id="{B0B3BFA9-95C5-D41C-B35F-D85E0B78B543}"/>
              </a:ext>
            </a:extLst>
          </p:cNvPr>
          <p:cNvGrpSpPr/>
          <p:nvPr/>
        </p:nvGrpSpPr>
        <p:grpSpPr>
          <a:xfrm>
            <a:off x="514350" y="4976233"/>
            <a:ext cx="7833601" cy="76945"/>
            <a:chOff x="0" y="0"/>
            <a:chExt cx="20889601" cy="205185"/>
          </a:xfrm>
        </p:grpSpPr>
        <p:sp>
          <p:nvSpPr>
            <p:cNvPr id="18" name="Freeform 8">
              <a:extLst>
                <a:ext uri="{FF2B5EF4-FFF2-40B4-BE49-F238E27FC236}">
                  <a16:creationId xmlns:a16="http://schemas.microsoft.com/office/drawing/2014/main" id="{5421A0A4-B931-0D72-FAAA-B3FC902F2990}"/>
                </a:ext>
              </a:extLst>
            </p:cNvPr>
            <p:cNvSpPr/>
            <p:nvPr/>
          </p:nvSpPr>
          <p:spPr>
            <a:xfrm>
              <a:off x="0" y="0"/>
              <a:ext cx="20889595" cy="205232"/>
            </a:xfrm>
            <a:custGeom>
              <a:avLst/>
              <a:gdLst/>
              <a:ahLst/>
              <a:cxnLst/>
              <a:rect l="l" t="t" r="r" b="b"/>
              <a:pathLst>
                <a:path w="20889595" h="205232">
                  <a:moveTo>
                    <a:pt x="0" y="0"/>
                  </a:moveTo>
                  <a:lnTo>
                    <a:pt x="20889595" y="0"/>
                  </a:lnTo>
                  <a:lnTo>
                    <a:pt x="20889595" y="205232"/>
                  </a:lnTo>
                  <a:lnTo>
                    <a:pt x="0" y="205232"/>
                  </a:lnTo>
                  <a:lnTo>
                    <a:pt x="0" y="0"/>
                  </a:lnTo>
                  <a:close/>
                </a:path>
              </a:pathLst>
            </a:custGeom>
            <a:blipFill>
              <a:blip r:embed="rId4"/>
              <a:stretch>
                <a:fillRect t="-17868" b="-17845"/>
              </a:stretch>
            </a:blipFill>
          </p:spPr>
        </p:sp>
      </p:grpSp>
      <p:grpSp>
        <p:nvGrpSpPr>
          <p:cNvPr id="19" name="Group 9">
            <a:extLst>
              <a:ext uri="{FF2B5EF4-FFF2-40B4-BE49-F238E27FC236}">
                <a16:creationId xmlns:a16="http://schemas.microsoft.com/office/drawing/2014/main" id="{D2936FE8-DFF2-5395-EB2E-4DBCB2499FB2}"/>
              </a:ext>
            </a:extLst>
          </p:cNvPr>
          <p:cNvGrpSpPr/>
          <p:nvPr/>
        </p:nvGrpSpPr>
        <p:grpSpPr>
          <a:xfrm>
            <a:off x="238964" y="8018"/>
            <a:ext cx="2467785" cy="513826"/>
            <a:chOff x="0" y="0"/>
            <a:chExt cx="6580759" cy="1370203"/>
          </a:xfrm>
        </p:grpSpPr>
        <p:sp>
          <p:nvSpPr>
            <p:cNvPr id="20" name="Freeform 10" descr="A black background with white text  Description automatically generated">
              <a:extLst>
                <a:ext uri="{FF2B5EF4-FFF2-40B4-BE49-F238E27FC236}">
                  <a16:creationId xmlns:a16="http://schemas.microsoft.com/office/drawing/2014/main" id="{1630F352-EFDA-8C63-7CF6-8841E4CDF005}"/>
                </a:ext>
              </a:extLst>
            </p:cNvPr>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5"/>
              <a:stretch>
                <a:fillRect l="-194" r="-194"/>
              </a:stretch>
            </a:blipFill>
          </p:spPr>
        </p:sp>
      </p:grpSp>
    </p:spTree>
    <p:extLst>
      <p:ext uri="{BB962C8B-B14F-4D97-AF65-F5344CB8AC3E}">
        <p14:creationId xmlns:p14="http://schemas.microsoft.com/office/powerpoint/2010/main" val="609804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5">
            <a:extLst>
              <a:ext uri="{FF2B5EF4-FFF2-40B4-BE49-F238E27FC236}">
                <a16:creationId xmlns:a16="http://schemas.microsoft.com/office/drawing/2014/main" id="{F642A237-EB90-55C6-C021-0C50B3045124}"/>
              </a:ext>
            </a:extLst>
          </p:cNvPr>
          <p:cNvGrpSpPr/>
          <p:nvPr/>
        </p:nvGrpSpPr>
        <p:grpSpPr>
          <a:xfrm>
            <a:off x="-160282" y="4969883"/>
            <a:ext cx="9304283" cy="284619"/>
            <a:chOff x="0" y="0"/>
            <a:chExt cx="24811420" cy="758984"/>
          </a:xfrm>
        </p:grpSpPr>
        <p:sp>
          <p:nvSpPr>
            <p:cNvPr id="15" name="Freeform 6">
              <a:extLst>
                <a:ext uri="{FF2B5EF4-FFF2-40B4-BE49-F238E27FC236}">
                  <a16:creationId xmlns:a16="http://schemas.microsoft.com/office/drawing/2014/main" id="{36DBCD3F-AC28-53CA-CB8E-3457A04E666F}"/>
                </a:ext>
              </a:extLst>
            </p:cNvPr>
            <p:cNvSpPr/>
            <p:nvPr/>
          </p:nvSpPr>
          <p:spPr>
            <a:xfrm>
              <a:off x="0" y="0"/>
              <a:ext cx="24811482" cy="758952"/>
            </a:xfrm>
            <a:custGeom>
              <a:avLst/>
              <a:gdLst/>
              <a:ahLst/>
              <a:cxnLst/>
              <a:rect l="l" t="t" r="r" b="b"/>
              <a:pathLst>
                <a:path w="24811482" h="758952">
                  <a:moveTo>
                    <a:pt x="285242" y="0"/>
                  </a:moveTo>
                  <a:lnTo>
                    <a:pt x="24811482" y="0"/>
                  </a:lnTo>
                  <a:lnTo>
                    <a:pt x="24811482" y="740410"/>
                  </a:lnTo>
                  <a:lnTo>
                    <a:pt x="0" y="758952"/>
                  </a:lnTo>
                  <a:lnTo>
                    <a:pt x="285242" y="0"/>
                  </a:lnTo>
                  <a:close/>
                </a:path>
              </a:pathLst>
            </a:custGeom>
            <a:solidFill>
              <a:srgbClr val="E95856"/>
            </a:solidFill>
            <a:ln w="12700">
              <a:solidFill>
                <a:srgbClr val="000000"/>
              </a:solidFill>
            </a:ln>
          </p:spPr>
        </p:sp>
      </p:grpSp>
      <p:sp>
        <p:nvSpPr>
          <p:cNvPr id="16" name="Slide Number Placeholder 14">
            <a:extLst>
              <a:ext uri="{FF2B5EF4-FFF2-40B4-BE49-F238E27FC236}">
                <a16:creationId xmlns:a16="http://schemas.microsoft.com/office/drawing/2014/main" id="{DF6B50F1-B623-BB69-CFB6-336C1A0EC16A}"/>
              </a:ext>
            </a:extLst>
          </p:cNvPr>
          <p:cNvSpPr>
            <a:spLocks noGrp="1"/>
          </p:cNvSpPr>
          <p:nvPr/>
        </p:nvSpPr>
        <p:spPr>
          <a:xfrm>
            <a:off x="8347710" y="4970145"/>
            <a:ext cx="795655" cy="259715"/>
          </a:xfrm>
        </p:spPr>
        <p:txBody>
          <a:bodyPr/>
          <a:lst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a:lstStyle>
          <a:p>
            <a:pPr algn="ctr">
              <a:buNone/>
            </a:pPr>
            <a:fld id="{B6F15528-21DE-4FAA-801E-634DDDAF4B2B}" type="slidenum">
              <a:rPr>
                <a:latin typeface="Times New Roman"/>
                <a:ea typeface="Times New Roman"/>
                <a:cs typeface="Times New Roman"/>
              </a:rPr>
              <a:t>4</a:t>
            </a:fld>
            <a:endParaRPr>
              <a:latin typeface="Times New Roman"/>
              <a:ea typeface="Times New Roman"/>
              <a:cs typeface="Times New Roman"/>
            </a:endParaRPr>
          </a:p>
        </p:txBody>
      </p:sp>
      <p:sp>
        <p:nvSpPr>
          <p:cNvPr id="13" name="TextBox 14">
            <a:extLst>
              <a:ext uri="{FF2B5EF4-FFF2-40B4-BE49-F238E27FC236}">
                <a16:creationId xmlns:a16="http://schemas.microsoft.com/office/drawing/2014/main" id="{C96284C8-E0BD-2B62-DF76-AF7DE0EFD0EA}"/>
              </a:ext>
            </a:extLst>
          </p:cNvPr>
          <p:cNvSpPr>
            <a:spLocks noGrp="1"/>
          </p:cNvSpPr>
          <p:nvPr/>
        </p:nvSpPr>
        <p:spPr>
          <a:xfrm>
            <a:off x="344476" y="668800"/>
            <a:ext cx="8432712" cy="3877985"/>
          </a:xfrm>
          <a:prstGeom prst="rect">
            <a:avLst/>
          </a:prstGeom>
        </p:spPr>
        <p:txBody>
          <a:bodyPr lIns="0" tIns="0" rIns="0" bIns="0" anchor="t">
            <a:spAutoFit/>
          </a:bodyPr>
          <a:lstStyle/>
          <a:p>
            <a:r>
              <a:rPr sz="1800" b="1" dirty="0">
                <a:latin typeface="+mj-lt"/>
                <a:ea typeface="+mj-lt"/>
                <a:cs typeface="+mj-lt"/>
              </a:rPr>
              <a:t>1. GIỚI THIỆU CHUNG</a:t>
            </a:r>
          </a:p>
          <a:p>
            <a:r>
              <a:rPr sz="1800" b="1" dirty="0">
                <a:latin typeface="+mj-lt"/>
                <a:ea typeface="+mj-lt"/>
                <a:cs typeface="+mj-lt"/>
              </a:rPr>
              <a:t>  1.2. Các </a:t>
            </a:r>
            <a:r>
              <a:rPr sz="1800" b="1" dirty="0" err="1">
                <a:latin typeface="+mj-lt"/>
                <a:ea typeface="+mj-lt"/>
                <a:cs typeface="+mj-lt"/>
              </a:rPr>
              <a:t>định</a:t>
            </a:r>
            <a:r>
              <a:rPr sz="1800" b="1" dirty="0">
                <a:latin typeface="+mj-lt"/>
                <a:ea typeface="+mj-lt"/>
                <a:cs typeface="+mj-lt"/>
              </a:rPr>
              <a:t> </a:t>
            </a:r>
            <a:r>
              <a:rPr sz="1800" b="1" dirty="0" err="1">
                <a:latin typeface="+mj-lt"/>
                <a:ea typeface="+mj-lt"/>
                <a:cs typeface="+mj-lt"/>
              </a:rPr>
              <a:t>nghĩa</a:t>
            </a:r>
            <a:r>
              <a:rPr sz="1800" b="1" dirty="0">
                <a:latin typeface="+mj-lt"/>
                <a:ea typeface="+mj-lt"/>
                <a:cs typeface="+mj-lt"/>
              </a:rPr>
              <a:t> </a:t>
            </a:r>
            <a:r>
              <a:rPr sz="1800" b="1" dirty="0" err="1">
                <a:latin typeface="+mj-lt"/>
                <a:ea typeface="+mj-lt"/>
                <a:cs typeface="+mj-lt"/>
              </a:rPr>
              <a:t>cơ</a:t>
            </a:r>
            <a:r>
              <a:rPr sz="1800" b="1" dirty="0">
                <a:latin typeface="+mj-lt"/>
                <a:ea typeface="+mj-lt"/>
                <a:cs typeface="+mj-lt"/>
              </a:rPr>
              <a:t> </a:t>
            </a:r>
            <a:r>
              <a:rPr sz="1800" b="1" dirty="0" err="1">
                <a:latin typeface="+mj-lt"/>
                <a:ea typeface="+mj-lt"/>
                <a:cs typeface="+mj-lt"/>
              </a:rPr>
              <a:t>bản</a:t>
            </a:r>
            <a:r>
              <a:rPr sz="1800" b="0" i="0" u="none" cap="none" dirty="0">
                <a:ln>
                  <a:noFill/>
                </a:ln>
                <a:solidFill>
                  <a:srgbClr val="303030"/>
                </a:solidFill>
                <a:latin typeface="+mj-lt"/>
                <a:ea typeface="+mj-lt"/>
                <a:cs typeface="+mj-lt"/>
              </a:rPr>
              <a:t>	</a:t>
            </a:r>
          </a:p>
          <a:p>
            <a:endParaRPr sz="1800" b="0" i="0" u="none" cap="none" dirty="0">
              <a:ln>
                <a:noFill/>
              </a:ln>
              <a:solidFill>
                <a:srgbClr val="303030"/>
              </a:solidFill>
              <a:latin typeface="+mj-lt"/>
              <a:ea typeface="+mj-lt"/>
              <a:cs typeface="+mj-lt"/>
            </a:endParaRPr>
          </a:p>
          <a:p>
            <a:pPr>
              <a:buNone/>
            </a:pPr>
            <a:r>
              <a:rPr sz="1800" b="1" i="0" u="none" cap="none" dirty="0">
                <a:ln>
                  <a:noFill/>
                </a:ln>
                <a:solidFill>
                  <a:schemeClr val="tx1"/>
                </a:solidFill>
                <a:latin typeface="+mj-lt"/>
                <a:ea typeface="+mj-lt"/>
                <a:cs typeface="+mj-lt"/>
              </a:rPr>
              <a:t>	</a:t>
            </a:r>
            <a:r>
              <a:rPr sz="1800" b="1" i="0" u="none" cap="none" dirty="0" err="1">
                <a:ln>
                  <a:noFill/>
                </a:ln>
                <a:solidFill>
                  <a:schemeClr val="tx1"/>
                </a:solidFill>
                <a:latin typeface="+mj-lt"/>
                <a:ea typeface="+mj-lt"/>
                <a:cs typeface="+mj-lt"/>
              </a:rPr>
              <a:t>Mẫu</a:t>
            </a:r>
            <a:r>
              <a:rPr sz="1800" b="1" i="0" u="none" cap="none" dirty="0">
                <a:ln>
                  <a:noFill/>
                </a:ln>
                <a:solidFill>
                  <a:schemeClr val="tx1"/>
                </a:solidFill>
                <a:latin typeface="+mj-lt"/>
                <a:ea typeface="+mj-lt"/>
                <a:cs typeface="+mj-lt"/>
              </a:rPr>
              <a:t> </a:t>
            </a:r>
            <a:r>
              <a:rPr sz="1800" b="1" i="0" u="none" cap="none" dirty="0" err="1">
                <a:ln>
                  <a:noFill/>
                </a:ln>
                <a:solidFill>
                  <a:schemeClr val="tx1"/>
                </a:solidFill>
                <a:latin typeface="+mj-lt"/>
                <a:ea typeface="+mj-lt"/>
                <a:cs typeface="+mj-lt"/>
              </a:rPr>
              <a:t>ứng</a:t>
            </a:r>
            <a:r>
              <a:rPr sz="1800" b="1" i="0" u="none" cap="none" dirty="0">
                <a:ln>
                  <a:noFill/>
                </a:ln>
                <a:solidFill>
                  <a:schemeClr val="tx1"/>
                </a:solidFill>
                <a:latin typeface="+mj-lt"/>
                <a:ea typeface="+mj-lt"/>
                <a:cs typeface="+mj-lt"/>
              </a:rPr>
              <a:t> </a:t>
            </a:r>
            <a:r>
              <a:rPr sz="1800" b="1" i="0" u="none" cap="none" dirty="0" err="1">
                <a:ln>
                  <a:noFill/>
                </a:ln>
                <a:solidFill>
                  <a:schemeClr val="tx1"/>
                </a:solidFill>
                <a:latin typeface="+mj-lt"/>
                <a:ea typeface="+mj-lt"/>
                <a:cs typeface="+mj-lt"/>
              </a:rPr>
              <a:t>viên</a:t>
            </a:r>
            <a:r>
              <a:rPr sz="1800" b="1" i="0" u="none" cap="none" dirty="0">
                <a:ln>
                  <a:noFill/>
                </a:ln>
                <a:solidFill>
                  <a:schemeClr val="tx1"/>
                </a:solidFill>
                <a:latin typeface="+mj-lt"/>
                <a:ea typeface="+mj-lt"/>
                <a:cs typeface="+mj-lt"/>
              </a:rPr>
              <a:t> (Pattern candidate):</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Là</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một</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chuỗi</a:t>
            </a:r>
            <a:r>
              <a:rPr sz="1800" i="0" u="none" cap="none" dirty="0">
                <a:ln>
                  <a:noFill/>
                </a:ln>
                <a:solidFill>
                  <a:schemeClr val="tx1"/>
                </a:solidFill>
                <a:latin typeface="+mj-lt"/>
                <a:ea typeface="+mj-lt"/>
                <a:cs typeface="+mj-lt"/>
              </a:rPr>
              <a:t> clickstream </a:t>
            </a:r>
            <a:r>
              <a:rPr sz="1800" i="0" u="none" cap="none" dirty="0" err="1">
                <a:ln>
                  <a:noFill/>
                </a:ln>
                <a:solidFill>
                  <a:schemeClr val="tx1"/>
                </a:solidFill>
                <a:latin typeface="+mj-lt"/>
                <a:ea typeface="+mj-lt"/>
                <a:cs typeface="+mj-lt"/>
              </a:rPr>
              <a:t>được</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khởi</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tạo</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bằng</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cách</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ghép</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hai</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mẫu</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lại</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với</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nhau</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mẫu</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này</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có</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thể</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tồn</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tại</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hoặc</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không</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tồn</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tại</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trong</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cơ</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sở</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dữ</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liệu</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đang</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được</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kiểm</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tra</a:t>
            </a:r>
            <a:r>
              <a:rPr sz="1800" i="0" u="none" cap="none" dirty="0">
                <a:ln>
                  <a:noFill/>
                </a:ln>
                <a:solidFill>
                  <a:schemeClr val="tx1"/>
                </a:solidFill>
                <a:latin typeface="+mj-lt"/>
                <a:ea typeface="+mj-lt"/>
                <a:cs typeface="+mj-lt"/>
              </a:rPr>
              <a:t>.</a:t>
            </a:r>
          </a:p>
          <a:p>
            <a:pPr>
              <a:buNone/>
            </a:pPr>
            <a:endParaRPr sz="1800" i="0" u="none" cap="none" dirty="0">
              <a:ln>
                <a:noFill/>
              </a:ln>
              <a:solidFill>
                <a:schemeClr val="tx1"/>
              </a:solidFill>
              <a:latin typeface="+mj-lt"/>
              <a:ea typeface="+mj-lt"/>
              <a:cs typeface="+mj-lt"/>
            </a:endParaRPr>
          </a:p>
          <a:p>
            <a:pPr>
              <a:buNone/>
            </a:pPr>
            <a:r>
              <a:rPr sz="1800" i="0" u="none" cap="none" dirty="0">
                <a:ln>
                  <a:noFill/>
                </a:ln>
                <a:solidFill>
                  <a:schemeClr val="tx1"/>
                </a:solidFill>
                <a:latin typeface="+mj-lt"/>
                <a:ea typeface="+mj-lt"/>
                <a:cs typeface="+mj-lt"/>
              </a:rPr>
              <a:t>	</a:t>
            </a:r>
            <a:r>
              <a:rPr sz="1800" b="1" i="0" u="none" cap="none" dirty="0" err="1">
                <a:ln>
                  <a:noFill/>
                </a:ln>
                <a:solidFill>
                  <a:schemeClr val="tx1"/>
                </a:solidFill>
                <a:latin typeface="+mj-lt"/>
                <a:ea typeface="+mj-lt"/>
                <a:cs typeface="+mj-lt"/>
              </a:rPr>
              <a:t>Tính</a:t>
            </a:r>
            <a:r>
              <a:rPr sz="1800" b="1" i="0" u="none" cap="none" dirty="0">
                <a:ln>
                  <a:noFill/>
                </a:ln>
                <a:solidFill>
                  <a:schemeClr val="tx1"/>
                </a:solidFill>
                <a:latin typeface="+mj-lt"/>
                <a:ea typeface="+mj-lt"/>
                <a:cs typeface="+mj-lt"/>
              </a:rPr>
              <a:t> </a:t>
            </a:r>
            <a:r>
              <a:rPr sz="1800" b="1" i="0" u="none" cap="none" dirty="0" err="1">
                <a:ln>
                  <a:noFill/>
                </a:ln>
                <a:solidFill>
                  <a:schemeClr val="tx1"/>
                </a:solidFill>
                <a:latin typeface="+mj-lt"/>
                <a:ea typeface="+mj-lt"/>
                <a:cs typeface="+mj-lt"/>
              </a:rPr>
              <a:t>chất</a:t>
            </a:r>
            <a:r>
              <a:rPr sz="1800" b="1" i="0" u="none" cap="none" dirty="0">
                <a:ln>
                  <a:noFill/>
                </a:ln>
                <a:solidFill>
                  <a:schemeClr val="tx1"/>
                </a:solidFill>
                <a:latin typeface="+mj-lt"/>
                <a:ea typeface="+mj-lt"/>
                <a:cs typeface="+mj-lt"/>
              </a:rPr>
              <a:t> </a:t>
            </a:r>
            <a:r>
              <a:rPr sz="1800" b="1" i="0" u="none" cap="none" dirty="0" err="1">
                <a:ln>
                  <a:noFill/>
                </a:ln>
                <a:solidFill>
                  <a:schemeClr val="tx1"/>
                </a:solidFill>
                <a:latin typeface="+mj-lt"/>
                <a:ea typeface="+mj-lt"/>
                <a:cs typeface="+mj-lt"/>
              </a:rPr>
              <a:t>đóng</a:t>
            </a:r>
            <a:r>
              <a:rPr sz="1800" b="1" i="0" u="none" cap="none" dirty="0">
                <a:ln>
                  <a:noFill/>
                </a:ln>
                <a:solidFill>
                  <a:schemeClr val="tx1"/>
                </a:solidFill>
                <a:latin typeface="+mj-lt"/>
                <a:ea typeface="+mj-lt"/>
                <a:cs typeface="+mj-lt"/>
              </a:rPr>
              <a:t> </a:t>
            </a:r>
            <a:r>
              <a:rPr sz="1800" b="1" i="0" u="none" cap="none" dirty="0" err="1">
                <a:ln>
                  <a:noFill/>
                </a:ln>
                <a:solidFill>
                  <a:schemeClr val="tx1"/>
                </a:solidFill>
                <a:latin typeface="+mj-lt"/>
                <a:ea typeface="+mj-lt"/>
                <a:cs typeface="+mj-lt"/>
              </a:rPr>
              <a:t>hướng</a:t>
            </a:r>
            <a:r>
              <a:rPr sz="1800" b="1" i="0" u="none" cap="none" dirty="0">
                <a:ln>
                  <a:noFill/>
                </a:ln>
                <a:solidFill>
                  <a:schemeClr val="tx1"/>
                </a:solidFill>
                <a:latin typeface="+mj-lt"/>
                <a:ea typeface="+mj-lt"/>
                <a:cs typeface="+mj-lt"/>
              </a:rPr>
              <a:t> </a:t>
            </a:r>
            <a:r>
              <a:rPr sz="1800" b="1" i="0" u="none" cap="none" dirty="0" err="1">
                <a:ln>
                  <a:noFill/>
                </a:ln>
                <a:solidFill>
                  <a:schemeClr val="tx1"/>
                </a:solidFill>
                <a:latin typeface="+mj-lt"/>
                <a:ea typeface="+mj-lt"/>
                <a:cs typeface="+mj-lt"/>
              </a:rPr>
              <a:t>xuống</a:t>
            </a:r>
            <a:r>
              <a:rPr sz="1800" b="1" i="0" u="none" cap="none" dirty="0">
                <a:ln>
                  <a:noFill/>
                </a:ln>
                <a:solidFill>
                  <a:schemeClr val="tx1"/>
                </a:solidFill>
                <a:latin typeface="+mj-lt"/>
                <a:ea typeface="+mj-lt"/>
                <a:cs typeface="+mj-lt"/>
              </a:rPr>
              <a:t> (Downward closure property): </a:t>
            </a:r>
            <a:r>
              <a:rPr sz="1800" i="0" u="none" cap="none" dirty="0" err="1">
                <a:ln>
                  <a:noFill/>
                </a:ln>
                <a:solidFill>
                  <a:schemeClr val="tx1"/>
                </a:solidFill>
                <a:latin typeface="+mj-lt"/>
                <a:ea typeface="+mj-lt"/>
                <a:cs typeface="+mj-lt"/>
              </a:rPr>
              <a:t>Là</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nguyên</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lý</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khẳng</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định</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rằng</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tất</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cả</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các</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chuỗi</a:t>
            </a:r>
            <a:r>
              <a:rPr sz="1800" i="0" u="none" cap="none" dirty="0">
                <a:ln>
                  <a:noFill/>
                </a:ln>
                <a:solidFill>
                  <a:schemeClr val="tx1"/>
                </a:solidFill>
                <a:latin typeface="+mj-lt"/>
                <a:ea typeface="+mj-lt"/>
                <a:cs typeface="+mj-lt"/>
              </a:rPr>
              <a:t> con </a:t>
            </a:r>
            <a:r>
              <a:rPr sz="1800" i="0" u="none" cap="none" dirty="0" err="1">
                <a:ln>
                  <a:noFill/>
                </a:ln>
                <a:solidFill>
                  <a:schemeClr val="tx1"/>
                </a:solidFill>
                <a:latin typeface="+mj-lt"/>
                <a:ea typeface="+mj-lt"/>
                <a:cs typeface="+mj-lt"/>
              </a:rPr>
              <a:t>của</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một</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chuỗi</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phổ</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biến</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cũng</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chắc</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chắn</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là</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các</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chuỗi</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phổ</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biến</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Tính</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chất</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này</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cũng</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chỉ</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ra</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rằng</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bất</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kỳ</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mẫu</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chuỗi</a:t>
            </a:r>
            <a:r>
              <a:rPr sz="1800" i="0" u="none" cap="none" dirty="0">
                <a:ln>
                  <a:noFill/>
                </a:ln>
                <a:solidFill>
                  <a:schemeClr val="tx1"/>
                </a:solidFill>
                <a:latin typeface="+mj-lt"/>
                <a:ea typeface="+mj-lt"/>
                <a:cs typeface="+mj-lt"/>
              </a:rPr>
              <a:t> cha </a:t>
            </a:r>
            <a:r>
              <a:rPr sz="1800" i="0" u="none" cap="none" dirty="0" err="1">
                <a:ln>
                  <a:noFill/>
                </a:ln>
                <a:solidFill>
                  <a:schemeClr val="tx1"/>
                </a:solidFill>
                <a:latin typeface="+mj-lt"/>
                <a:ea typeface="+mj-lt"/>
                <a:cs typeface="+mj-lt"/>
              </a:rPr>
              <a:t>nào</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cũng</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chỉ</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có</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thể</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xuất</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hiện</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bên</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trong</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các</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người</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dùng</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đã</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chứa</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mẫu</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chuỗi</a:t>
            </a:r>
            <a:r>
              <a:rPr sz="1800" i="0" u="none" cap="none" dirty="0">
                <a:ln>
                  <a:noFill/>
                </a:ln>
                <a:solidFill>
                  <a:schemeClr val="tx1"/>
                </a:solidFill>
                <a:latin typeface="+mj-lt"/>
                <a:ea typeface="+mj-lt"/>
                <a:cs typeface="+mj-lt"/>
              </a:rPr>
              <a:t> con </a:t>
            </a:r>
            <a:r>
              <a:rPr sz="1800" i="0" u="none" cap="none" dirty="0" err="1">
                <a:ln>
                  <a:noFill/>
                </a:ln>
                <a:solidFill>
                  <a:schemeClr val="tx1"/>
                </a:solidFill>
                <a:latin typeface="+mj-lt"/>
                <a:ea typeface="+mj-lt"/>
                <a:cs typeface="+mj-lt"/>
              </a:rPr>
              <a:t>của</a:t>
            </a:r>
            <a:r>
              <a:rPr sz="1800" i="0" u="none" cap="none" dirty="0">
                <a:ln>
                  <a:noFill/>
                </a:ln>
                <a:solidFill>
                  <a:schemeClr val="tx1"/>
                </a:solidFill>
                <a:latin typeface="+mj-lt"/>
                <a:ea typeface="+mj-lt"/>
                <a:cs typeface="+mj-lt"/>
              </a:rPr>
              <a:t> </a:t>
            </a:r>
            <a:r>
              <a:rPr sz="1800" i="0" u="none" cap="none" dirty="0" err="1">
                <a:ln>
                  <a:noFill/>
                </a:ln>
                <a:solidFill>
                  <a:schemeClr val="tx1"/>
                </a:solidFill>
                <a:latin typeface="+mj-lt"/>
                <a:ea typeface="+mj-lt"/>
                <a:cs typeface="+mj-lt"/>
              </a:rPr>
              <a:t>nó</a:t>
            </a:r>
            <a:endParaRPr sz="1800" i="0" u="none" cap="none" dirty="0">
              <a:ln>
                <a:noFill/>
              </a:ln>
              <a:solidFill>
                <a:schemeClr val="tx1"/>
              </a:solidFill>
              <a:latin typeface="+mj-lt"/>
              <a:ea typeface="+mj-lt"/>
              <a:cs typeface="+mj-lt"/>
            </a:endParaRPr>
          </a:p>
          <a:p>
            <a:endParaRPr sz="1800" i="0" u="none" cap="none" dirty="0">
              <a:ln>
                <a:noFill/>
              </a:ln>
              <a:solidFill>
                <a:schemeClr val="tx1"/>
              </a:solidFill>
              <a:latin typeface="+mj-lt"/>
              <a:ea typeface="+mj-lt"/>
              <a:cs typeface="+mj-lt"/>
            </a:endParaRPr>
          </a:p>
          <a:p>
            <a:r>
              <a:rPr sz="1800" i="0" u="none" cap="none" dirty="0">
                <a:ln>
                  <a:noFill/>
                </a:ln>
                <a:solidFill>
                  <a:schemeClr val="tx1"/>
                </a:solidFill>
                <a:latin typeface="+mj-lt"/>
                <a:ea typeface="+mj-lt"/>
                <a:cs typeface="+mj-lt"/>
              </a:rPr>
              <a:t>.</a:t>
            </a:r>
          </a:p>
          <a:p>
            <a:endParaRPr sz="1800" i="0" u="none" cap="none" dirty="0">
              <a:ln>
                <a:noFill/>
              </a:ln>
              <a:solidFill>
                <a:schemeClr val="tx1"/>
              </a:solidFill>
              <a:latin typeface="+mj-lt"/>
              <a:ea typeface="+mj-lt"/>
              <a:cs typeface="+mj-lt"/>
            </a:endParaRPr>
          </a:p>
        </p:txBody>
      </p:sp>
      <p:grpSp>
        <p:nvGrpSpPr>
          <p:cNvPr id="11" name="Group 3">
            <a:extLst>
              <a:ext uri="{FF2B5EF4-FFF2-40B4-BE49-F238E27FC236}">
                <a16:creationId xmlns:a16="http://schemas.microsoft.com/office/drawing/2014/main" id="{8B576845-C02D-D58D-8D01-16FC24BD5A71}"/>
              </a:ext>
            </a:extLst>
          </p:cNvPr>
          <p:cNvGrpSpPr/>
          <p:nvPr/>
        </p:nvGrpSpPr>
        <p:grpSpPr>
          <a:xfrm>
            <a:off x="0" y="-19526"/>
            <a:ext cx="9144000" cy="535020"/>
            <a:chOff x="0" y="0"/>
            <a:chExt cx="24384000" cy="1426718"/>
          </a:xfrm>
        </p:grpSpPr>
        <p:sp>
          <p:nvSpPr>
            <p:cNvPr id="12" name="Freeform 4">
              <a:extLst>
                <a:ext uri="{FF2B5EF4-FFF2-40B4-BE49-F238E27FC236}">
                  <a16:creationId xmlns:a16="http://schemas.microsoft.com/office/drawing/2014/main" id="{79701D73-9975-EEE3-828B-D8436C6B91E0}"/>
                </a:ext>
              </a:extLst>
            </p:cNvPr>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E95856"/>
            </a:solidFill>
            <a:ln w="12700">
              <a:solidFill>
                <a:srgbClr val="000000"/>
              </a:solidFill>
            </a:ln>
          </p:spPr>
        </p:sp>
      </p:grpSp>
      <p:grpSp>
        <p:nvGrpSpPr>
          <p:cNvPr id="17" name="Group 7">
            <a:extLst>
              <a:ext uri="{FF2B5EF4-FFF2-40B4-BE49-F238E27FC236}">
                <a16:creationId xmlns:a16="http://schemas.microsoft.com/office/drawing/2014/main" id="{58041CD3-0A20-8381-44AE-02ECBF53C7CA}"/>
              </a:ext>
            </a:extLst>
          </p:cNvPr>
          <p:cNvGrpSpPr/>
          <p:nvPr/>
        </p:nvGrpSpPr>
        <p:grpSpPr>
          <a:xfrm>
            <a:off x="514350" y="4969883"/>
            <a:ext cx="7833601" cy="76945"/>
            <a:chOff x="0" y="0"/>
            <a:chExt cx="20889601" cy="205185"/>
          </a:xfrm>
        </p:grpSpPr>
        <p:sp>
          <p:nvSpPr>
            <p:cNvPr id="18" name="Freeform 8">
              <a:extLst>
                <a:ext uri="{FF2B5EF4-FFF2-40B4-BE49-F238E27FC236}">
                  <a16:creationId xmlns:a16="http://schemas.microsoft.com/office/drawing/2014/main" id="{AD9F7CF1-3BBD-A95F-188B-396C5F22DFCB}"/>
                </a:ext>
              </a:extLst>
            </p:cNvPr>
            <p:cNvSpPr/>
            <p:nvPr/>
          </p:nvSpPr>
          <p:spPr>
            <a:xfrm>
              <a:off x="0" y="0"/>
              <a:ext cx="20889595" cy="205232"/>
            </a:xfrm>
            <a:custGeom>
              <a:avLst/>
              <a:gdLst/>
              <a:ahLst/>
              <a:cxnLst/>
              <a:rect l="l" t="t" r="r" b="b"/>
              <a:pathLst>
                <a:path w="20889595" h="205232">
                  <a:moveTo>
                    <a:pt x="0" y="0"/>
                  </a:moveTo>
                  <a:lnTo>
                    <a:pt x="20889595" y="0"/>
                  </a:lnTo>
                  <a:lnTo>
                    <a:pt x="20889595" y="205232"/>
                  </a:lnTo>
                  <a:lnTo>
                    <a:pt x="0" y="205232"/>
                  </a:lnTo>
                  <a:lnTo>
                    <a:pt x="0" y="0"/>
                  </a:lnTo>
                  <a:close/>
                </a:path>
              </a:pathLst>
            </a:custGeom>
            <a:blipFill>
              <a:blip r:embed="rId3"/>
              <a:stretch>
                <a:fillRect t="-17868" b="-17845"/>
              </a:stretch>
            </a:blipFill>
          </p:spPr>
        </p:sp>
      </p:grpSp>
      <p:grpSp>
        <p:nvGrpSpPr>
          <p:cNvPr id="19" name="Group 9">
            <a:extLst>
              <a:ext uri="{FF2B5EF4-FFF2-40B4-BE49-F238E27FC236}">
                <a16:creationId xmlns:a16="http://schemas.microsoft.com/office/drawing/2014/main" id="{CB6EA4C1-3885-3334-4153-92C9CCBAA1BC}"/>
              </a:ext>
            </a:extLst>
          </p:cNvPr>
          <p:cNvGrpSpPr/>
          <p:nvPr/>
        </p:nvGrpSpPr>
        <p:grpSpPr>
          <a:xfrm>
            <a:off x="238964" y="1668"/>
            <a:ext cx="2467785" cy="513826"/>
            <a:chOff x="0" y="0"/>
            <a:chExt cx="6580759" cy="1370203"/>
          </a:xfrm>
        </p:grpSpPr>
        <p:sp>
          <p:nvSpPr>
            <p:cNvPr id="20" name="Freeform 10" descr="A black background with white text  Description automatically generated">
              <a:extLst>
                <a:ext uri="{FF2B5EF4-FFF2-40B4-BE49-F238E27FC236}">
                  <a16:creationId xmlns:a16="http://schemas.microsoft.com/office/drawing/2014/main" id="{F5E8A6A4-4A6C-58A4-4AD9-99ABFB3506A6}"/>
                </a:ext>
              </a:extLst>
            </p:cNvPr>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4"/>
              <a:stretch>
                <a:fillRect l="-194" r="-194"/>
              </a:stretch>
            </a:blipFill>
          </p:spPr>
        </p:sp>
      </p:grpSp>
    </p:spTree>
    <p:extLst>
      <p:ext uri="{BB962C8B-B14F-4D97-AF65-F5344CB8AC3E}">
        <p14:creationId xmlns:p14="http://schemas.microsoft.com/office/powerpoint/2010/main" val="2263271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5">
            <a:extLst>
              <a:ext uri="{FF2B5EF4-FFF2-40B4-BE49-F238E27FC236}">
                <a16:creationId xmlns:a16="http://schemas.microsoft.com/office/drawing/2014/main" id="{8FFD1498-149B-A17A-BD33-BF1896D4D719}"/>
              </a:ext>
            </a:extLst>
          </p:cNvPr>
          <p:cNvGrpSpPr/>
          <p:nvPr/>
        </p:nvGrpSpPr>
        <p:grpSpPr>
          <a:xfrm>
            <a:off x="-160282" y="4969883"/>
            <a:ext cx="9304283" cy="284619"/>
            <a:chOff x="0" y="0"/>
            <a:chExt cx="24811420" cy="758984"/>
          </a:xfrm>
        </p:grpSpPr>
        <p:sp>
          <p:nvSpPr>
            <p:cNvPr id="5" name="Freeform 6">
              <a:extLst>
                <a:ext uri="{FF2B5EF4-FFF2-40B4-BE49-F238E27FC236}">
                  <a16:creationId xmlns:a16="http://schemas.microsoft.com/office/drawing/2014/main" id="{6D31C1C4-C1A5-6BD8-B483-8E7BCC428173}"/>
                </a:ext>
              </a:extLst>
            </p:cNvPr>
            <p:cNvSpPr/>
            <p:nvPr/>
          </p:nvSpPr>
          <p:spPr>
            <a:xfrm>
              <a:off x="0" y="0"/>
              <a:ext cx="24811482" cy="758952"/>
            </a:xfrm>
            <a:custGeom>
              <a:avLst/>
              <a:gdLst/>
              <a:ahLst/>
              <a:cxnLst/>
              <a:rect l="l" t="t" r="r" b="b"/>
              <a:pathLst>
                <a:path w="24811482" h="758952">
                  <a:moveTo>
                    <a:pt x="285242" y="0"/>
                  </a:moveTo>
                  <a:lnTo>
                    <a:pt x="24811482" y="0"/>
                  </a:lnTo>
                  <a:lnTo>
                    <a:pt x="24811482" y="740410"/>
                  </a:lnTo>
                  <a:lnTo>
                    <a:pt x="0" y="758952"/>
                  </a:lnTo>
                  <a:lnTo>
                    <a:pt x="285242" y="0"/>
                  </a:lnTo>
                  <a:close/>
                </a:path>
              </a:pathLst>
            </a:custGeom>
            <a:solidFill>
              <a:srgbClr val="E95856"/>
            </a:solidFill>
            <a:ln w="12700">
              <a:solidFill>
                <a:srgbClr val="000000"/>
              </a:solidFill>
            </a:ln>
          </p:spPr>
        </p:sp>
      </p:grpSp>
      <p:sp>
        <p:nvSpPr>
          <p:cNvPr id="16" name="Slide Number Placeholder 14">
            <a:extLst>
              <a:ext uri="{FF2B5EF4-FFF2-40B4-BE49-F238E27FC236}">
                <a16:creationId xmlns:a16="http://schemas.microsoft.com/office/drawing/2014/main" id="{F7BC4CB9-D44F-13BB-82E6-AE639B129853}"/>
              </a:ext>
            </a:extLst>
          </p:cNvPr>
          <p:cNvSpPr>
            <a:spLocks noGrp="1"/>
          </p:cNvSpPr>
          <p:nvPr/>
        </p:nvSpPr>
        <p:spPr>
          <a:xfrm>
            <a:off x="8347710" y="4970145"/>
            <a:ext cx="795655" cy="259715"/>
          </a:xfrm>
        </p:spPr>
        <p:txBody>
          <a:bodyPr/>
          <a:lst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a:lstStyle>
          <a:p>
            <a:pPr algn="ctr">
              <a:buNone/>
            </a:pPr>
            <a:fld id="{B6F15528-21DE-4FAA-801E-634DDDAF4B2B}" type="slidenum">
              <a:rPr>
                <a:latin typeface="Times New Roman"/>
                <a:ea typeface="Times New Roman"/>
                <a:cs typeface="Times New Roman"/>
              </a:rPr>
              <a:t>5</a:t>
            </a:fld>
            <a:endParaRPr>
              <a:latin typeface="Times New Roman"/>
              <a:ea typeface="Times New Roman"/>
              <a:cs typeface="Times New Roman"/>
            </a:endParaRPr>
          </a:p>
        </p:txBody>
      </p:sp>
      <mc:AlternateContent xmlns:mc="http://schemas.openxmlformats.org/markup-compatibility/2006" xmlns:a14="http://schemas.microsoft.com/office/drawing/2010/main">
        <mc:Choice Requires="a14">
          <p:sp>
            <p:nvSpPr>
              <p:cNvPr id="13" name="TextBox 14">
                <a:extLst>
                  <a:ext uri="{FF2B5EF4-FFF2-40B4-BE49-F238E27FC236}">
                    <a16:creationId xmlns:a16="http://schemas.microsoft.com/office/drawing/2014/main" id="{B2FE606B-B2A7-BC38-FB81-16E16A4F3E26}"/>
                  </a:ext>
                </a:extLst>
              </p:cNvPr>
              <p:cNvSpPr>
                <a:spLocks noGrp="1"/>
              </p:cNvSpPr>
              <p:nvPr/>
            </p:nvSpPr>
            <p:spPr>
              <a:xfrm>
                <a:off x="344476" y="668800"/>
                <a:ext cx="8432712" cy="3200876"/>
              </a:xfrm>
              <a:prstGeom prst="rect">
                <a:avLst/>
              </a:prstGeom>
            </p:spPr>
            <p:txBody>
              <a:bodyPr lIns="0" tIns="0" rIns="0" bIns="0" anchor="t">
                <a:spAutoFit/>
              </a:bodyPr>
              <a:lstStyle/>
              <a:p>
                <a:r>
                  <a:rPr sz="2400" b="1">
                    <a:latin typeface="Times New Roman"/>
                    <a:ea typeface="Times New Roman"/>
                    <a:cs typeface="Times New Roman"/>
                  </a:rPr>
                  <a:t>1. GIỚI THIỆU CHUNG</a:t>
                </a:r>
              </a:p>
              <a:p>
                <a:r>
                  <a:rPr sz="2000" b="1">
                    <a:latin typeface="Times New Roman"/>
                    <a:ea typeface="Times New Roman"/>
                    <a:cs typeface="Times New Roman"/>
                  </a:rPr>
                  <a:t>  1.3. Định nghĩa về Clickstream</a:t>
                </a:r>
              </a:p>
              <a:p>
                <a:endParaRPr sz="2000" b="1">
                  <a:latin typeface="Times New Roman"/>
                  <a:ea typeface="Times New Roman"/>
                  <a:cs typeface="Times New Roman"/>
                </a:endParaRPr>
              </a:p>
              <a:p>
                <a:pPr marL="342900" indent="-342900">
                  <a:spcBef>
                    <a:spcPts val="0"/>
                  </a:spcBef>
                  <a:spcAft>
                    <a:spcPts val="0"/>
                  </a:spcAft>
                  <a:buChar char="•"/>
                </a:pPr>
                <a:r>
                  <a:rPr sz="1800" b="1">
                    <a:latin typeface="+mj-lt"/>
                    <a:ea typeface="+mj-lt"/>
                    <a:cs typeface="+mj-lt"/>
                  </a:rPr>
                  <a:t>Clickstream (luồng nhấp chuột)</a:t>
                </a:r>
                <a:r>
                  <a:rPr sz="1800">
                    <a:latin typeface="+mj-lt"/>
                    <a:ea typeface="+mj-lt"/>
                    <a:cs typeface="+mj-lt"/>
                  </a:rPr>
                  <a:t>, hay còn gọi là chuỗi (sequence), được định nghĩa toán học và khái niệm như sau:</a:t>
                </a:r>
              </a:p>
              <a:p>
                <a:pPr>
                  <a:spcBef>
                    <a:spcPts val="0"/>
                  </a:spcBef>
                  <a:spcAft>
                    <a:spcPts val="0"/>
                  </a:spcAft>
                  <a:buNone/>
                </a:pPr>
                <a:endParaRPr sz="1800">
                  <a:latin typeface="+mj-lt"/>
                  <a:ea typeface="+mj-lt"/>
                  <a:cs typeface="+mj-lt"/>
                </a:endParaRPr>
              </a:p>
              <a:p>
                <a:pPr marL="285750" indent="-285750">
                  <a:spcBef>
                    <a:spcPts val="0"/>
                  </a:spcBef>
                  <a:spcAft>
                    <a:spcPts val="0"/>
                  </a:spcAft>
                  <a:buChar char="•"/>
                </a:pPr>
                <a:r>
                  <a:rPr sz="1800" b="1">
                    <a:latin typeface="+mj-lt"/>
                    <a:ea typeface="+mj-lt"/>
                    <a:cs typeface="+mj-lt"/>
                  </a:rPr>
                  <a:t>Định nghĩa</a:t>
                </a:r>
                <a:r>
                  <a:rPr sz="1800">
                    <a:latin typeface="+mj-lt"/>
                    <a:ea typeface="+mj-lt"/>
                    <a:cs typeface="+mj-lt"/>
                  </a:rPr>
                  <a:t>: Cho tập hợp I={</a:t>
                </a:r>
                <a14:m>
                  <m:oMath xmlns:m="http://schemas.openxmlformats.org/officeDocument/2006/math">
                    <m:sSub>
                      <m:sSubPr>
                        <m:ctrlPr>
                          <a:rPr lang="vi-VN" sz="1800" i="1">
                            <a:latin typeface="Cambria Math" panose="02040503050406030204" pitchFamily="18" charset="0"/>
                            <a:ea typeface="+mj-lt"/>
                            <a:cs typeface="+mj-lt"/>
                          </a:rPr>
                        </m:ctrlPr>
                      </m:sSubPr>
                      <m:e>
                        <m:r>
                          <a:rPr lang="vi-VN" sz="1800" i="1">
                            <a:latin typeface="Cambria Math" panose="02040503050406030204" pitchFamily="18" charset="0"/>
                            <a:ea typeface="+mj-lt"/>
                            <a:cs typeface="+mj-lt"/>
                          </a:rPr>
                          <m:t>𝑖</m:t>
                        </m:r>
                      </m:e>
                      <m:sub>
                        <m:r>
                          <a:rPr lang="vi-VN" sz="1800" i="1">
                            <a:latin typeface="Cambria Math" panose="02040503050406030204" pitchFamily="18" charset="0"/>
                            <a:ea typeface="+mj-lt"/>
                            <a:cs typeface="+mj-lt"/>
                          </a:rPr>
                          <m:t>1</m:t>
                        </m:r>
                      </m:sub>
                    </m:sSub>
                  </m:oMath>
                </a14:m>
                <a:r>
                  <a:rPr sz="1800">
                    <a:latin typeface="+mj-lt"/>
                    <a:ea typeface="+mj-lt"/>
                    <a:cs typeface="+mj-lt"/>
                  </a:rPr>
                  <a:t> ​ ,</a:t>
                </a:r>
                <a14:m>
                  <m:oMath xmlns:m="http://schemas.openxmlformats.org/officeDocument/2006/math">
                    <m:sSub>
                      <m:sSubPr>
                        <m:ctrlPr>
                          <a:rPr lang="vi-VN" sz="1800" i="1">
                            <a:latin typeface="Cambria Math" panose="02040503050406030204" pitchFamily="18" charset="0"/>
                            <a:ea typeface="+mj-lt"/>
                            <a:cs typeface="+mj-lt"/>
                          </a:rPr>
                        </m:ctrlPr>
                      </m:sSubPr>
                      <m:e>
                        <m:r>
                          <a:rPr lang="vi-VN" sz="1800" i="1">
                            <a:latin typeface="Cambria Math" panose="02040503050406030204" pitchFamily="18" charset="0"/>
                            <a:ea typeface="+mj-lt"/>
                            <a:cs typeface="+mj-lt"/>
                          </a:rPr>
                          <m:t>𝑖</m:t>
                        </m:r>
                      </m:e>
                      <m:sub>
                        <m:r>
                          <a:rPr lang="vi-VN" sz="1800" i="1">
                            <a:latin typeface="Cambria Math" panose="02040503050406030204" pitchFamily="18" charset="0"/>
                            <a:ea typeface="+mj-lt"/>
                            <a:cs typeface="+mj-lt"/>
                          </a:rPr>
                          <m:t>2</m:t>
                        </m:r>
                      </m:sub>
                    </m:sSub>
                  </m:oMath>
                </a14:m>
                <a:r>
                  <a:rPr sz="1800">
                    <a:latin typeface="+mj-lt"/>
                    <a:ea typeface="+mj-lt"/>
                    <a:cs typeface="+mj-lt"/>
                  </a:rPr>
                  <a:t>​ ,...,</a:t>
                </a:r>
                <a14:m>
                  <m:oMath xmlns:m="http://schemas.openxmlformats.org/officeDocument/2006/math">
                    <m:sSub>
                      <m:sSubPr>
                        <m:ctrlPr>
                          <a:rPr lang="vi-VN" sz="1800" i="1">
                            <a:latin typeface="Cambria Math" panose="02040503050406030204" pitchFamily="18" charset="0"/>
                            <a:ea typeface="+mj-lt"/>
                            <a:cs typeface="+mj-lt"/>
                          </a:rPr>
                        </m:ctrlPr>
                      </m:sSubPr>
                      <m:e>
                        <m:r>
                          <a:rPr lang="vi-VN" sz="1800" i="1">
                            <a:latin typeface="Cambria Math" panose="02040503050406030204" pitchFamily="18" charset="0"/>
                            <a:ea typeface="+mj-lt"/>
                            <a:cs typeface="+mj-lt"/>
                          </a:rPr>
                          <m:t>𝑖</m:t>
                        </m:r>
                      </m:e>
                      <m:sub>
                        <m:r>
                          <a:rPr lang="vi-VN" sz="1800" i="1">
                            <a:latin typeface="Cambria Math" panose="02040503050406030204" pitchFamily="18" charset="0"/>
                            <a:ea typeface="+mj-lt"/>
                            <a:cs typeface="+mj-lt"/>
                          </a:rPr>
                          <m:t>𝑛</m:t>
                        </m:r>
                      </m:sub>
                    </m:sSub>
                  </m:oMath>
                </a14:m>
                <a:r>
                  <a:rPr sz="1800">
                    <a:latin typeface="+mj-lt"/>
                    <a:ea typeface="+mj-lt"/>
                    <a:cs typeface="+mj-lt"/>
                  </a:rPr>
                  <a:t>} gồm các giá trị số nguyên, trong đó mỗi giá trị đại diện cho một sự kiện (event) cụ thể, ví dụ như một cú click chuột vào URL của một trang web . Một clickstream được ký hiệu là X=⟨</a:t>
                </a:r>
                <a14:m>
                  <m:oMath xmlns:m="http://schemas.openxmlformats.org/officeDocument/2006/math">
                    <m:sSub>
                      <m:sSubPr>
                        <m:ctrlPr>
                          <a:rPr lang="vi-VN" sz="1800" i="1">
                            <a:latin typeface="Cambria Math" panose="02040503050406030204" pitchFamily="18" charset="0"/>
                            <a:ea typeface="Cambria Math"/>
                            <a:cs typeface="Cambria Math"/>
                          </a:rPr>
                        </m:ctrlPr>
                      </m:sSubPr>
                      <m:e>
                        <m:r>
                          <a:rPr lang="vi-VN" sz="1800" i="1">
                            <a:latin typeface="Cambria Math"/>
                            <a:ea typeface="Cambria Math"/>
                            <a:cs typeface="Cambria Math"/>
                          </a:rPr>
                          <m:t>𝑥</m:t>
                        </m:r>
                      </m:e>
                      <m:sub>
                        <m:r>
                          <a:rPr lang="vi-VN" sz="1800" i="1">
                            <a:latin typeface="Cambria Math"/>
                            <a:ea typeface="Cambria Math"/>
                            <a:cs typeface="Cambria Math"/>
                          </a:rPr>
                          <m:t>1</m:t>
                        </m:r>
                      </m:sub>
                    </m:sSub>
                  </m:oMath>
                </a14:m>
                <a:r>
                  <a:rPr sz="1800">
                    <a:latin typeface="+mj-lt"/>
                    <a:ea typeface="+mj-lt"/>
                    <a:cs typeface="+mj-lt"/>
                  </a:rPr>
                  <a:t>,</a:t>
                </a:r>
                <a14:m>
                  <m:oMath xmlns:m="http://schemas.openxmlformats.org/officeDocument/2006/math">
                    <m:sSub>
                      <m:sSubPr>
                        <m:ctrlPr>
                          <a:rPr lang="vi-VN" sz="1800" i="1">
                            <a:latin typeface="Cambria Math" panose="02040503050406030204" pitchFamily="18" charset="0"/>
                            <a:ea typeface="Cambria Math"/>
                            <a:cs typeface="Cambria Math"/>
                          </a:rPr>
                        </m:ctrlPr>
                      </m:sSubPr>
                      <m:e>
                        <m:r>
                          <a:rPr lang="vi-VN" sz="1800" i="1">
                            <a:latin typeface="Cambria Math"/>
                            <a:ea typeface="Cambria Math"/>
                            <a:cs typeface="Cambria Math"/>
                          </a:rPr>
                          <m:t>𝑥</m:t>
                        </m:r>
                      </m:e>
                      <m:sub>
                        <m:r>
                          <a:rPr lang="vi-VN" sz="1800" i="1">
                            <a:latin typeface="Cambria Math"/>
                            <a:ea typeface="Cambria Math"/>
                            <a:cs typeface="Cambria Math"/>
                          </a:rPr>
                          <m:t>2</m:t>
                        </m:r>
                      </m:sub>
                    </m:sSub>
                  </m:oMath>
                </a14:m>
                <a:r>
                  <a:rPr sz="1800">
                    <a:latin typeface="+mj-lt"/>
                    <a:ea typeface="+mj-lt"/>
                    <a:cs typeface="+mj-lt"/>
                  </a:rPr>
                  <a:t> ​ ,...,</a:t>
                </a:r>
                <a14:m>
                  <m:oMath xmlns:m="http://schemas.openxmlformats.org/officeDocument/2006/math">
                    <m:sSub>
                      <m:sSubPr>
                        <m:ctrlPr>
                          <a:rPr lang="vi-VN" sz="1800" i="1">
                            <a:latin typeface="Cambria Math" panose="02040503050406030204" pitchFamily="18" charset="0"/>
                            <a:ea typeface="Cambria Math"/>
                            <a:cs typeface="Cambria Math"/>
                          </a:rPr>
                        </m:ctrlPr>
                      </m:sSubPr>
                      <m:e>
                        <m:r>
                          <a:rPr lang="vi-VN" sz="1800" i="1">
                            <a:latin typeface="Cambria Math"/>
                            <a:ea typeface="Cambria Math"/>
                            <a:cs typeface="Cambria Math"/>
                          </a:rPr>
                          <m:t>𝑥</m:t>
                        </m:r>
                      </m:e>
                      <m:sub>
                        <m:r>
                          <a:rPr lang="vi-VN" sz="1800" i="1">
                            <a:latin typeface="Cambria Math"/>
                            <a:ea typeface="Cambria Math"/>
                            <a:cs typeface="Cambria Math"/>
                          </a:rPr>
                          <m:t>𝑚</m:t>
                        </m:r>
                      </m:sub>
                    </m:sSub>
                  </m:oMath>
                </a14:m>
                <a:r>
                  <a:rPr sz="1800">
                    <a:latin typeface="+mj-lt"/>
                    <a:ea typeface="+mj-lt"/>
                    <a:cs typeface="+mj-lt"/>
                  </a:rPr>
                  <a:t>⟩, là một chuỗi các sự kiện, trong đó phần tử x i</a:t>
                </a:r>
                <a14:m>
                  <m:oMath xmlns:m="http://schemas.openxmlformats.org/officeDocument/2006/math">
                    <m:r>
                      <a:rPr lang="vi-VN" sz="1800" i="1">
                        <a:latin typeface="Cambria Math"/>
                        <a:ea typeface="Cambria Math"/>
                        <a:cs typeface="Cambria Math"/>
                      </a:rPr>
                      <m:t>∈</m:t>
                    </m:r>
                  </m:oMath>
                </a14:m>
                <a:r>
                  <a:rPr sz="1800">
                    <a:latin typeface="+mj-lt"/>
                    <a:ea typeface="+mj-lt"/>
                    <a:cs typeface="+mj-lt"/>
                  </a:rPr>
                  <a:t>I .</a:t>
                </a:r>
              </a:p>
              <a:p>
                <a:pPr marL="285750" indent="-285750">
                  <a:spcBef>
                    <a:spcPts val="0"/>
                  </a:spcBef>
                  <a:spcAft>
                    <a:spcPts val="0"/>
                  </a:spcAft>
                  <a:buChar char="•"/>
                </a:pPr>
                <a:endParaRPr sz="1800">
                  <a:latin typeface="+mj-lt"/>
                  <a:ea typeface="+mj-lt"/>
                  <a:cs typeface="+mj-lt"/>
                </a:endParaRPr>
              </a:p>
            </p:txBody>
          </p:sp>
        </mc:Choice>
        <mc:Fallback xmlns="">
          <p:sp>
            <p:nvSpPr>
              <p:cNvPr id="13" name="TextBox 14">
                <a:extLst>
                  <a:ext uri="{FF2B5EF4-FFF2-40B4-BE49-F238E27FC236}">
                    <a16:creationId xmlns:a16="http://schemas.microsoft.com/office/drawing/2014/main" id="{B2FE606B-B2A7-BC38-FB81-16E16A4F3E26}"/>
                  </a:ext>
                </a:extLst>
              </p:cNvPr>
              <p:cNvSpPr>
                <a:spLocks noGrp="1" noRot="1" noChangeAspect="1" noMove="1" noResize="1" noEditPoints="1" noAdjustHandles="1" noChangeArrowheads="1" noChangeShapeType="1" noTextEdit="1"/>
              </p:cNvSpPr>
              <p:nvPr/>
            </p:nvSpPr>
            <p:spPr>
              <a:xfrm>
                <a:off x="344476" y="668800"/>
                <a:ext cx="8432712" cy="3200876"/>
              </a:xfrm>
              <a:prstGeom prst="rect">
                <a:avLst/>
              </a:prstGeom>
              <a:blipFill>
                <a:blip r:embed="rId3"/>
                <a:stretch>
                  <a:fillRect l="-2242" t="-3048" r="-1374"/>
                </a:stretch>
              </a:blipFill>
            </p:spPr>
            <p:txBody>
              <a:bodyPr/>
              <a:lstStyle/>
              <a:p>
                <a:r>
                  <a:rPr lang="vi-VN">
                    <a:noFill/>
                  </a:rPr>
                  <a:t> </a:t>
                </a:r>
              </a:p>
            </p:txBody>
          </p:sp>
        </mc:Fallback>
      </mc:AlternateContent>
      <p:grpSp>
        <p:nvGrpSpPr>
          <p:cNvPr id="2" name="Group 3">
            <a:extLst>
              <a:ext uri="{FF2B5EF4-FFF2-40B4-BE49-F238E27FC236}">
                <a16:creationId xmlns:a16="http://schemas.microsoft.com/office/drawing/2014/main" id="{459BDE07-3DD5-F15D-3D89-43A5130B50B2}"/>
              </a:ext>
            </a:extLst>
          </p:cNvPr>
          <p:cNvGrpSpPr/>
          <p:nvPr/>
        </p:nvGrpSpPr>
        <p:grpSpPr>
          <a:xfrm>
            <a:off x="0" y="-19526"/>
            <a:ext cx="9144000" cy="535020"/>
            <a:chOff x="0" y="0"/>
            <a:chExt cx="24384000" cy="1426718"/>
          </a:xfrm>
        </p:grpSpPr>
        <p:sp>
          <p:nvSpPr>
            <p:cNvPr id="3" name="Freeform 4">
              <a:extLst>
                <a:ext uri="{FF2B5EF4-FFF2-40B4-BE49-F238E27FC236}">
                  <a16:creationId xmlns:a16="http://schemas.microsoft.com/office/drawing/2014/main" id="{824A1F66-D9A5-7104-D499-A4B7A7797060}"/>
                </a:ext>
              </a:extLst>
            </p:cNvPr>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E95856"/>
            </a:solidFill>
            <a:ln w="12700">
              <a:solidFill>
                <a:srgbClr val="000000"/>
              </a:solidFill>
            </a:ln>
          </p:spPr>
        </p:sp>
      </p:grpSp>
      <p:grpSp>
        <p:nvGrpSpPr>
          <p:cNvPr id="6" name="Group 7">
            <a:extLst>
              <a:ext uri="{FF2B5EF4-FFF2-40B4-BE49-F238E27FC236}">
                <a16:creationId xmlns:a16="http://schemas.microsoft.com/office/drawing/2014/main" id="{66BDAC7B-8BDF-CA1E-41E5-3AD70061E475}"/>
              </a:ext>
            </a:extLst>
          </p:cNvPr>
          <p:cNvGrpSpPr/>
          <p:nvPr/>
        </p:nvGrpSpPr>
        <p:grpSpPr>
          <a:xfrm>
            <a:off x="514350" y="4969883"/>
            <a:ext cx="7833601" cy="76945"/>
            <a:chOff x="0" y="0"/>
            <a:chExt cx="20889601" cy="205185"/>
          </a:xfrm>
        </p:grpSpPr>
        <p:sp>
          <p:nvSpPr>
            <p:cNvPr id="7" name="Freeform 8">
              <a:extLst>
                <a:ext uri="{FF2B5EF4-FFF2-40B4-BE49-F238E27FC236}">
                  <a16:creationId xmlns:a16="http://schemas.microsoft.com/office/drawing/2014/main" id="{941EC4CF-E4F3-60E9-B8E6-0B9BAB4BE6D1}"/>
                </a:ext>
              </a:extLst>
            </p:cNvPr>
            <p:cNvSpPr/>
            <p:nvPr/>
          </p:nvSpPr>
          <p:spPr>
            <a:xfrm>
              <a:off x="0" y="0"/>
              <a:ext cx="20889595" cy="205232"/>
            </a:xfrm>
            <a:custGeom>
              <a:avLst/>
              <a:gdLst/>
              <a:ahLst/>
              <a:cxnLst/>
              <a:rect l="l" t="t" r="r" b="b"/>
              <a:pathLst>
                <a:path w="20889595" h="205232">
                  <a:moveTo>
                    <a:pt x="0" y="0"/>
                  </a:moveTo>
                  <a:lnTo>
                    <a:pt x="20889595" y="0"/>
                  </a:lnTo>
                  <a:lnTo>
                    <a:pt x="20889595" y="205232"/>
                  </a:lnTo>
                  <a:lnTo>
                    <a:pt x="0" y="205232"/>
                  </a:lnTo>
                  <a:lnTo>
                    <a:pt x="0" y="0"/>
                  </a:lnTo>
                  <a:close/>
                </a:path>
              </a:pathLst>
            </a:custGeom>
            <a:blipFill>
              <a:blip r:embed="rId4"/>
              <a:stretch>
                <a:fillRect t="-17868" b="-17845"/>
              </a:stretch>
            </a:blipFill>
          </p:spPr>
        </p:sp>
      </p:grpSp>
      <p:grpSp>
        <p:nvGrpSpPr>
          <p:cNvPr id="8" name="Group 9">
            <a:extLst>
              <a:ext uri="{FF2B5EF4-FFF2-40B4-BE49-F238E27FC236}">
                <a16:creationId xmlns:a16="http://schemas.microsoft.com/office/drawing/2014/main" id="{CD887409-8D8C-F956-D63D-E7AC70D7AF49}"/>
              </a:ext>
            </a:extLst>
          </p:cNvPr>
          <p:cNvGrpSpPr/>
          <p:nvPr/>
        </p:nvGrpSpPr>
        <p:grpSpPr>
          <a:xfrm>
            <a:off x="238964" y="1668"/>
            <a:ext cx="2467785" cy="513826"/>
            <a:chOff x="0" y="0"/>
            <a:chExt cx="6580759" cy="1370203"/>
          </a:xfrm>
        </p:grpSpPr>
        <p:sp>
          <p:nvSpPr>
            <p:cNvPr id="9" name="Freeform 10" descr="A black background with white text  Description automatically generated">
              <a:extLst>
                <a:ext uri="{FF2B5EF4-FFF2-40B4-BE49-F238E27FC236}">
                  <a16:creationId xmlns:a16="http://schemas.microsoft.com/office/drawing/2014/main" id="{D548049C-D0E0-1935-8663-DECB856BBF9A}"/>
                </a:ext>
              </a:extLst>
            </p:cNvPr>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5"/>
              <a:stretch>
                <a:fillRect l="-194" r="-194"/>
              </a:stretch>
            </a:blipFill>
          </p:spPr>
        </p:sp>
      </p:grpSp>
    </p:spTree>
    <p:extLst>
      <p:ext uri="{BB962C8B-B14F-4D97-AF65-F5344CB8AC3E}">
        <p14:creationId xmlns:p14="http://schemas.microsoft.com/office/powerpoint/2010/main" val="3017254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5">
            <a:extLst>
              <a:ext uri="{FF2B5EF4-FFF2-40B4-BE49-F238E27FC236}">
                <a16:creationId xmlns:a16="http://schemas.microsoft.com/office/drawing/2014/main" id="{6D99AC7F-1DB6-278E-2EC5-0430D96ABD00}"/>
              </a:ext>
            </a:extLst>
          </p:cNvPr>
          <p:cNvGrpSpPr/>
          <p:nvPr/>
        </p:nvGrpSpPr>
        <p:grpSpPr>
          <a:xfrm>
            <a:off x="-160282" y="4969883"/>
            <a:ext cx="9304283" cy="284619"/>
            <a:chOff x="0" y="0"/>
            <a:chExt cx="24811420" cy="758984"/>
          </a:xfrm>
        </p:grpSpPr>
        <p:sp>
          <p:nvSpPr>
            <p:cNvPr id="5" name="Freeform 6">
              <a:extLst>
                <a:ext uri="{FF2B5EF4-FFF2-40B4-BE49-F238E27FC236}">
                  <a16:creationId xmlns:a16="http://schemas.microsoft.com/office/drawing/2014/main" id="{863C0B92-3E48-85B2-A2FA-3544E25B80C9}"/>
                </a:ext>
              </a:extLst>
            </p:cNvPr>
            <p:cNvSpPr/>
            <p:nvPr/>
          </p:nvSpPr>
          <p:spPr>
            <a:xfrm>
              <a:off x="0" y="0"/>
              <a:ext cx="24811482" cy="758952"/>
            </a:xfrm>
            <a:custGeom>
              <a:avLst/>
              <a:gdLst/>
              <a:ahLst/>
              <a:cxnLst/>
              <a:rect l="l" t="t" r="r" b="b"/>
              <a:pathLst>
                <a:path w="24811482" h="758952">
                  <a:moveTo>
                    <a:pt x="285242" y="0"/>
                  </a:moveTo>
                  <a:lnTo>
                    <a:pt x="24811482" y="0"/>
                  </a:lnTo>
                  <a:lnTo>
                    <a:pt x="24811482" y="740410"/>
                  </a:lnTo>
                  <a:lnTo>
                    <a:pt x="0" y="758952"/>
                  </a:lnTo>
                  <a:lnTo>
                    <a:pt x="285242" y="0"/>
                  </a:lnTo>
                  <a:close/>
                </a:path>
              </a:pathLst>
            </a:custGeom>
            <a:solidFill>
              <a:srgbClr val="E95856"/>
            </a:solidFill>
            <a:ln w="12700">
              <a:solidFill>
                <a:srgbClr val="000000"/>
              </a:solidFill>
            </a:ln>
          </p:spPr>
        </p:sp>
      </p:grpSp>
      <p:sp>
        <p:nvSpPr>
          <p:cNvPr id="16" name="Slide Number Placeholder 14">
            <a:extLst>
              <a:ext uri="{FF2B5EF4-FFF2-40B4-BE49-F238E27FC236}">
                <a16:creationId xmlns:a16="http://schemas.microsoft.com/office/drawing/2014/main" id="{9F18C671-CB50-5D6A-2FF5-33664CE712F9}"/>
              </a:ext>
            </a:extLst>
          </p:cNvPr>
          <p:cNvSpPr>
            <a:spLocks noGrp="1"/>
          </p:cNvSpPr>
          <p:nvPr/>
        </p:nvSpPr>
        <p:spPr>
          <a:xfrm>
            <a:off x="8347710" y="4970145"/>
            <a:ext cx="795655" cy="259715"/>
          </a:xfrm>
        </p:spPr>
        <p:txBody>
          <a:bodyPr/>
          <a:lst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a:lstStyle>
          <a:p>
            <a:pPr algn="ctr">
              <a:buNone/>
            </a:pPr>
            <a:fld id="{B6F15528-21DE-4FAA-801E-634DDDAF4B2B}" type="slidenum">
              <a:rPr>
                <a:latin typeface="Times New Roman"/>
                <a:ea typeface="Times New Roman"/>
                <a:cs typeface="Times New Roman"/>
              </a:rPr>
              <a:t>6</a:t>
            </a:fld>
            <a:endParaRPr>
              <a:latin typeface="Times New Roman"/>
              <a:ea typeface="Times New Roman"/>
              <a:cs typeface="Times New Roman"/>
            </a:endParaRPr>
          </a:p>
        </p:txBody>
      </p:sp>
      <mc:AlternateContent xmlns:mc="http://schemas.openxmlformats.org/markup-compatibility/2006">
        <mc:Choice xmlns:a14="http://schemas.microsoft.com/office/drawing/2010/main" Requires="a14">
          <p:sp>
            <p:nvSpPr>
              <p:cNvPr id="13" name="TextBox 14">
                <a:extLst>
                  <a:ext uri="{FF2B5EF4-FFF2-40B4-BE49-F238E27FC236}">
                    <a16:creationId xmlns:a16="http://schemas.microsoft.com/office/drawing/2014/main" id="{E9D83D89-DD9C-4DFB-44CC-B28F3E83F820}"/>
                  </a:ext>
                </a:extLst>
              </p:cNvPr>
              <p:cNvSpPr>
                <a:spLocks noGrp="1"/>
              </p:cNvSpPr>
              <p:nvPr/>
            </p:nvSpPr>
            <p:spPr>
              <a:xfrm>
                <a:off x="344476" y="668800"/>
                <a:ext cx="8432712" cy="4681025"/>
              </a:xfrm>
              <a:prstGeom prst="rect">
                <a:avLst/>
              </a:prstGeom>
            </p:spPr>
            <p:txBody>
              <a:bodyPr lIns="0" tIns="0" rIns="0" bIns="0" anchor="t">
                <a:spAutoFit/>
              </a:bodyPr>
              <a:lstStyle/>
              <a:p>
                <a:r>
                  <a:rPr sz="2400" b="1" dirty="0">
                    <a:latin typeface="Times New Roman"/>
                    <a:ea typeface="Times New Roman"/>
                    <a:cs typeface="Times New Roman"/>
                  </a:rPr>
                  <a:t>1. GIỚI THIỆU CHUNG</a:t>
                </a:r>
              </a:p>
              <a:p>
                <a:r>
                  <a:rPr sz="2000" b="1" dirty="0">
                    <a:latin typeface="Times New Roman"/>
                    <a:ea typeface="Times New Roman"/>
                    <a:cs typeface="Times New Roman"/>
                  </a:rPr>
                  <a:t> 1.3. Định </a:t>
                </a:r>
                <a:r>
                  <a:rPr sz="2000" b="1" dirty="0" err="1">
                    <a:latin typeface="Times New Roman"/>
                    <a:ea typeface="Times New Roman"/>
                    <a:cs typeface="Times New Roman"/>
                  </a:rPr>
                  <a:t>nghĩa</a:t>
                </a:r>
                <a:r>
                  <a:rPr sz="2000" b="1" dirty="0">
                    <a:latin typeface="Times New Roman"/>
                    <a:ea typeface="Times New Roman"/>
                    <a:cs typeface="Times New Roman"/>
                  </a:rPr>
                  <a:t> </a:t>
                </a:r>
                <a:r>
                  <a:rPr sz="2000" b="1" dirty="0" err="1">
                    <a:latin typeface="Times New Roman"/>
                    <a:ea typeface="Times New Roman"/>
                    <a:cs typeface="Times New Roman"/>
                  </a:rPr>
                  <a:t>về</a:t>
                </a:r>
                <a:r>
                  <a:rPr sz="2000" b="1" dirty="0">
                    <a:latin typeface="Times New Roman"/>
                    <a:ea typeface="Times New Roman"/>
                    <a:cs typeface="Times New Roman"/>
                  </a:rPr>
                  <a:t> Clickstream	</a:t>
                </a:r>
              </a:p>
              <a:p>
                <a:pPr>
                  <a:spcBef>
                    <a:spcPts val="0"/>
                  </a:spcBef>
                  <a:spcAft>
                    <a:spcPts val="0"/>
                  </a:spcAft>
                  <a:buNone/>
                </a:pPr>
                <a:r>
                  <a:rPr sz="1800" dirty="0">
                    <a:latin typeface="+mj-lt"/>
                    <a:ea typeface="+mj-lt"/>
                    <a:cs typeface="+mj-lt"/>
                  </a:rPr>
                  <a:t>​	</a:t>
                </a:r>
                <a:r>
                  <a:rPr sz="1800" b="1" dirty="0" err="1">
                    <a:latin typeface="+mj-lt"/>
                    <a:ea typeface="+mj-lt"/>
                    <a:cs typeface="+mj-lt"/>
                  </a:rPr>
                  <a:t>Đặc</a:t>
                </a:r>
                <a:r>
                  <a:rPr sz="1800" b="1" dirty="0">
                    <a:latin typeface="+mj-lt"/>
                    <a:ea typeface="+mj-lt"/>
                    <a:cs typeface="+mj-lt"/>
                  </a:rPr>
                  <a:t> </a:t>
                </a:r>
                <a:r>
                  <a:rPr sz="1800" b="1" dirty="0" err="1">
                    <a:latin typeface="+mj-lt"/>
                    <a:ea typeface="+mj-lt"/>
                    <a:cs typeface="+mj-lt"/>
                  </a:rPr>
                  <a:t>điểm</a:t>
                </a:r>
                <a:r>
                  <a:rPr sz="1800" b="1" dirty="0">
                    <a:latin typeface="+mj-lt"/>
                    <a:ea typeface="+mj-lt"/>
                    <a:cs typeface="+mj-lt"/>
                  </a:rPr>
                  <a:t> </a:t>
                </a:r>
                <a:r>
                  <a:rPr sz="1800" b="1" dirty="0" err="1">
                    <a:latin typeface="+mj-lt"/>
                    <a:ea typeface="+mj-lt"/>
                    <a:cs typeface="+mj-lt"/>
                  </a:rPr>
                  <a:t>xuất</a:t>
                </a:r>
                <a:r>
                  <a:rPr sz="1800" b="1" dirty="0">
                    <a:latin typeface="+mj-lt"/>
                    <a:ea typeface="+mj-lt"/>
                    <a:cs typeface="+mj-lt"/>
                  </a:rPr>
                  <a:t> </a:t>
                </a:r>
                <a:r>
                  <a:rPr sz="1800" b="1" dirty="0" err="1">
                    <a:latin typeface="+mj-lt"/>
                    <a:ea typeface="+mj-lt"/>
                    <a:cs typeface="+mj-lt"/>
                  </a:rPr>
                  <a:t>hiện</a:t>
                </a:r>
                <a:r>
                  <a:rPr sz="1800" b="1" dirty="0">
                    <a:latin typeface="+mj-lt"/>
                    <a:ea typeface="+mj-lt"/>
                    <a:cs typeface="+mj-lt"/>
                  </a:rPr>
                  <a:t>: </a:t>
                </a:r>
                <a:r>
                  <a:rPr sz="1800" dirty="0" err="1">
                    <a:latin typeface="+mj-lt"/>
                    <a:ea typeface="+mj-lt"/>
                    <a:cs typeface="+mj-lt"/>
                  </a:rPr>
                  <a:t>Một</a:t>
                </a:r>
                <a:r>
                  <a:rPr sz="1800" dirty="0">
                    <a:latin typeface="+mj-lt"/>
                    <a:ea typeface="+mj-lt"/>
                    <a:cs typeface="+mj-lt"/>
                  </a:rPr>
                  <a:t> </a:t>
                </a:r>
                <a:r>
                  <a:rPr sz="1800" dirty="0" err="1">
                    <a:latin typeface="+mj-lt"/>
                    <a:ea typeface="+mj-lt"/>
                    <a:cs typeface="+mj-lt"/>
                  </a:rPr>
                  <a:t>sự</a:t>
                </a:r>
                <a:r>
                  <a:rPr sz="1800" dirty="0">
                    <a:latin typeface="+mj-lt"/>
                    <a:ea typeface="+mj-lt"/>
                    <a:cs typeface="+mj-lt"/>
                  </a:rPr>
                  <a:t> </a:t>
                </a:r>
                <a:r>
                  <a:rPr sz="1800" dirty="0" err="1">
                    <a:latin typeface="+mj-lt"/>
                    <a:ea typeface="+mj-lt"/>
                    <a:cs typeface="+mj-lt"/>
                  </a:rPr>
                  <a:t>kiện</a:t>
                </a:r>
                <a:r>
                  <a:rPr sz="1800" dirty="0">
                    <a:latin typeface="+mj-lt"/>
                    <a:ea typeface="+mj-lt"/>
                    <a:cs typeface="+mj-lt"/>
                  </a:rPr>
                  <a:t> </a:t>
                </a:r>
                <a:r>
                  <a:rPr sz="1800" dirty="0" err="1">
                    <a:latin typeface="+mj-lt"/>
                    <a:ea typeface="+mj-lt"/>
                    <a:cs typeface="+mj-lt"/>
                  </a:rPr>
                  <a:t>có</a:t>
                </a:r>
                <a:r>
                  <a:rPr sz="1800" dirty="0">
                    <a:latin typeface="+mj-lt"/>
                    <a:ea typeface="+mj-lt"/>
                    <a:cs typeface="+mj-lt"/>
                  </a:rPr>
                  <a:t> </a:t>
                </a:r>
                <a:r>
                  <a:rPr sz="1800" dirty="0" err="1">
                    <a:latin typeface="+mj-lt"/>
                    <a:ea typeface="+mj-lt"/>
                    <a:cs typeface="+mj-lt"/>
                  </a:rPr>
                  <a:t>thể</a:t>
                </a:r>
                <a:r>
                  <a:rPr sz="1800" dirty="0">
                    <a:latin typeface="+mj-lt"/>
                    <a:ea typeface="+mj-lt"/>
                    <a:cs typeface="+mj-lt"/>
                  </a:rPr>
                  <a:t> </a:t>
                </a:r>
                <a:r>
                  <a:rPr sz="1800" dirty="0" err="1">
                    <a:latin typeface="+mj-lt"/>
                    <a:ea typeface="+mj-lt"/>
                    <a:cs typeface="+mj-lt"/>
                  </a:rPr>
                  <a:t>xuất</a:t>
                </a:r>
                <a:r>
                  <a:rPr sz="1800" dirty="0">
                    <a:latin typeface="+mj-lt"/>
                    <a:ea typeface="+mj-lt"/>
                    <a:cs typeface="+mj-lt"/>
                  </a:rPr>
                  <a:t> </a:t>
                </a:r>
                <a:r>
                  <a:rPr sz="1800" dirty="0" err="1">
                    <a:latin typeface="+mj-lt"/>
                    <a:ea typeface="+mj-lt"/>
                    <a:cs typeface="+mj-lt"/>
                  </a:rPr>
                  <a:t>hiện</a:t>
                </a:r>
                <a:r>
                  <a:rPr sz="1800" dirty="0">
                    <a:latin typeface="+mj-lt"/>
                    <a:ea typeface="+mj-lt"/>
                    <a:cs typeface="+mj-lt"/>
                  </a:rPr>
                  <a:t> </a:t>
                </a:r>
                <a:r>
                  <a:rPr sz="1800" dirty="0" err="1">
                    <a:latin typeface="+mj-lt"/>
                    <a:ea typeface="+mj-lt"/>
                    <a:cs typeface="+mj-lt"/>
                  </a:rPr>
                  <a:t>nhiều</a:t>
                </a:r>
                <a:r>
                  <a:rPr sz="1800" dirty="0">
                    <a:latin typeface="+mj-lt"/>
                    <a:ea typeface="+mj-lt"/>
                    <a:cs typeface="+mj-lt"/>
                  </a:rPr>
                  <a:t> </a:t>
                </a:r>
                <a:r>
                  <a:rPr sz="1800" dirty="0" err="1">
                    <a:latin typeface="+mj-lt"/>
                    <a:ea typeface="+mj-lt"/>
                    <a:cs typeface="+mj-lt"/>
                  </a:rPr>
                  <a:t>lần</a:t>
                </a:r>
                <a:r>
                  <a:rPr sz="1800" dirty="0">
                    <a:latin typeface="+mj-lt"/>
                    <a:ea typeface="+mj-lt"/>
                    <a:cs typeface="+mj-lt"/>
                  </a:rPr>
                  <a:t> </a:t>
                </a:r>
                <a:r>
                  <a:rPr sz="1800" dirty="0" err="1">
                    <a:latin typeface="+mj-lt"/>
                    <a:ea typeface="+mj-lt"/>
                    <a:cs typeface="+mj-lt"/>
                  </a:rPr>
                  <a:t>trong</a:t>
                </a:r>
                <a:r>
                  <a:rPr sz="1800" dirty="0">
                    <a:latin typeface="+mj-lt"/>
                    <a:ea typeface="+mj-lt"/>
                    <a:cs typeface="+mj-lt"/>
                  </a:rPr>
                  <a:t> </a:t>
                </a:r>
                <a:r>
                  <a:rPr sz="1800" dirty="0" err="1">
                    <a:latin typeface="+mj-lt"/>
                    <a:ea typeface="+mj-lt"/>
                    <a:cs typeface="+mj-lt"/>
                  </a:rPr>
                  <a:t>cùng</a:t>
                </a:r>
                <a:r>
                  <a:rPr sz="1800" dirty="0">
                    <a:latin typeface="+mj-lt"/>
                    <a:ea typeface="+mj-lt"/>
                    <a:cs typeface="+mj-lt"/>
                  </a:rPr>
                  <a:t> </a:t>
                </a:r>
                <a:r>
                  <a:rPr sz="1800" dirty="0" err="1">
                    <a:latin typeface="+mj-lt"/>
                    <a:ea typeface="+mj-lt"/>
                    <a:cs typeface="+mj-lt"/>
                  </a:rPr>
                  <a:t>một</a:t>
                </a:r>
                <a:r>
                  <a:rPr sz="1800" dirty="0">
                    <a:latin typeface="+mj-lt"/>
                    <a:ea typeface="+mj-lt"/>
                    <a:cs typeface="+mj-lt"/>
                  </a:rPr>
                  <a:t> </a:t>
                </a:r>
                <a:r>
                  <a:rPr sz="1800" dirty="0" err="1">
                    <a:latin typeface="+mj-lt"/>
                    <a:ea typeface="+mj-lt"/>
                    <a:cs typeface="+mj-lt"/>
                  </a:rPr>
                  <a:t>chuỗi</a:t>
                </a:r>
                <a:r>
                  <a:rPr sz="1800" dirty="0">
                    <a:latin typeface="+mj-lt"/>
                    <a:ea typeface="+mj-lt"/>
                    <a:cs typeface="+mj-lt"/>
                  </a:rPr>
                  <a:t> ở </a:t>
                </a:r>
                <a:r>
                  <a:rPr sz="1800" dirty="0" err="1">
                    <a:latin typeface="+mj-lt"/>
                    <a:ea typeface="+mj-lt"/>
                    <a:cs typeface="+mj-lt"/>
                  </a:rPr>
                  <a:t>nhiều</a:t>
                </a:r>
                <a:r>
                  <a:rPr sz="1800" dirty="0">
                    <a:latin typeface="+mj-lt"/>
                    <a:ea typeface="+mj-lt"/>
                    <a:cs typeface="+mj-lt"/>
                  </a:rPr>
                  <a:t> </a:t>
                </a:r>
                <a:r>
                  <a:rPr sz="1800" dirty="0" err="1">
                    <a:latin typeface="+mj-lt"/>
                    <a:ea typeface="+mj-lt"/>
                    <a:cs typeface="+mj-lt"/>
                  </a:rPr>
                  <a:t>vị</a:t>
                </a:r>
                <a:r>
                  <a:rPr sz="1800" dirty="0">
                    <a:latin typeface="+mj-lt"/>
                    <a:ea typeface="+mj-lt"/>
                    <a:cs typeface="+mj-lt"/>
                  </a:rPr>
                  <a:t> </a:t>
                </a:r>
                <a:r>
                  <a:rPr sz="1800" dirty="0" err="1">
                    <a:latin typeface="+mj-lt"/>
                    <a:ea typeface="+mj-lt"/>
                    <a:cs typeface="+mj-lt"/>
                  </a:rPr>
                  <a:t>trí</a:t>
                </a:r>
                <a:r>
                  <a:rPr sz="1800" dirty="0">
                    <a:latin typeface="+mj-lt"/>
                    <a:ea typeface="+mj-lt"/>
                    <a:cs typeface="+mj-lt"/>
                  </a:rPr>
                  <a:t> </a:t>
                </a:r>
                <a:r>
                  <a:rPr sz="1800" dirty="0" err="1">
                    <a:latin typeface="+mj-lt"/>
                    <a:ea typeface="+mj-lt"/>
                    <a:cs typeface="+mj-lt"/>
                  </a:rPr>
                  <a:t>khác</a:t>
                </a:r>
                <a:r>
                  <a:rPr sz="1800" dirty="0">
                    <a:latin typeface="+mj-lt"/>
                    <a:ea typeface="+mj-lt"/>
                    <a:cs typeface="+mj-lt"/>
                  </a:rPr>
                  <a:t> </a:t>
                </a:r>
                <a:r>
                  <a:rPr sz="1800" dirty="0" err="1">
                    <a:latin typeface="+mj-lt"/>
                    <a:ea typeface="+mj-lt"/>
                    <a:cs typeface="+mj-lt"/>
                  </a:rPr>
                  <a:t>nhau</a:t>
                </a:r>
                <a:r>
                  <a:rPr sz="1800" dirty="0">
                    <a:latin typeface="+mj-lt"/>
                    <a:ea typeface="+mj-lt"/>
                    <a:cs typeface="+mj-lt"/>
                  </a:rPr>
                  <a:t>. </a:t>
                </a:r>
                <a:r>
                  <a:rPr sz="1800" dirty="0" err="1">
                    <a:latin typeface="+mj-lt"/>
                    <a:ea typeface="+mj-lt"/>
                    <a:cs typeface="+mj-lt"/>
                  </a:rPr>
                  <a:t>Vị</a:t>
                </a:r>
                <a:r>
                  <a:rPr sz="1800" dirty="0">
                    <a:latin typeface="+mj-lt"/>
                    <a:ea typeface="+mj-lt"/>
                    <a:cs typeface="+mj-lt"/>
                  </a:rPr>
                  <a:t> </a:t>
                </a:r>
                <a:r>
                  <a:rPr sz="1800" dirty="0" err="1">
                    <a:latin typeface="+mj-lt"/>
                    <a:ea typeface="+mj-lt"/>
                    <a:cs typeface="+mj-lt"/>
                  </a:rPr>
                  <a:t>trí</a:t>
                </a:r>
                <a:r>
                  <a:rPr sz="1800" dirty="0">
                    <a:latin typeface="+mj-lt"/>
                    <a:ea typeface="+mj-lt"/>
                    <a:cs typeface="+mj-lt"/>
                  </a:rPr>
                  <a:t> </a:t>
                </a:r>
                <a:r>
                  <a:rPr sz="1800" dirty="0" err="1">
                    <a:latin typeface="+mj-lt"/>
                    <a:ea typeface="+mj-lt"/>
                    <a:cs typeface="+mj-lt"/>
                  </a:rPr>
                  <a:t>của</a:t>
                </a:r>
                <a:r>
                  <a:rPr sz="1800" dirty="0">
                    <a:latin typeface="+mj-lt"/>
                    <a:ea typeface="+mj-lt"/>
                    <a:cs typeface="+mj-lt"/>
                  </a:rPr>
                  <a:t> </a:t>
                </a:r>
                <a:r>
                  <a:rPr sz="1800" dirty="0" err="1">
                    <a:latin typeface="+mj-lt"/>
                    <a:ea typeface="+mj-lt"/>
                    <a:cs typeface="+mj-lt"/>
                  </a:rPr>
                  <a:t>sự</a:t>
                </a:r>
                <a:r>
                  <a:rPr sz="1800" dirty="0">
                    <a:latin typeface="+mj-lt"/>
                    <a:ea typeface="+mj-lt"/>
                    <a:cs typeface="+mj-lt"/>
                  </a:rPr>
                  <a:t> </a:t>
                </a:r>
                <a:r>
                  <a:rPr sz="1800" dirty="0" err="1">
                    <a:latin typeface="+mj-lt"/>
                    <a:ea typeface="+mj-lt"/>
                    <a:cs typeface="+mj-lt"/>
                  </a:rPr>
                  <a:t>kiện</a:t>
                </a:r>
                <a:r>
                  <a:rPr sz="1800" dirty="0">
                    <a:latin typeface="+mj-lt"/>
                    <a:ea typeface="+mj-lt"/>
                    <a:cs typeface="+mj-lt"/>
                  </a:rPr>
                  <a:t> </a:t>
                </a:r>
                <a:r>
                  <a:rPr sz="1800" dirty="0" err="1">
                    <a:latin typeface="+mj-lt"/>
                    <a:ea typeface="+mj-lt"/>
                    <a:cs typeface="+mj-lt"/>
                  </a:rPr>
                  <a:t>nhằm</a:t>
                </a:r>
                <a:r>
                  <a:rPr sz="1800" dirty="0">
                    <a:latin typeface="+mj-lt"/>
                    <a:ea typeface="+mj-lt"/>
                    <a:cs typeface="+mj-lt"/>
                  </a:rPr>
                  <a:t> </a:t>
                </a:r>
                <a:r>
                  <a:rPr sz="1800" dirty="0" err="1">
                    <a:latin typeface="+mj-lt"/>
                    <a:ea typeface="+mj-lt"/>
                    <a:cs typeface="+mj-lt"/>
                  </a:rPr>
                  <a:t>biểu</a:t>
                </a:r>
                <a:r>
                  <a:rPr sz="1800" dirty="0">
                    <a:latin typeface="+mj-lt"/>
                    <a:ea typeface="+mj-lt"/>
                    <a:cs typeface="+mj-lt"/>
                  </a:rPr>
                  <a:t> </a:t>
                </a:r>
                <a:r>
                  <a:rPr sz="1800" dirty="0" err="1">
                    <a:latin typeface="+mj-lt"/>
                    <a:ea typeface="+mj-lt"/>
                    <a:cs typeface="+mj-lt"/>
                  </a:rPr>
                  <a:t>thị</a:t>
                </a:r>
                <a:r>
                  <a:rPr sz="1800" dirty="0">
                    <a:latin typeface="+mj-lt"/>
                    <a:ea typeface="+mj-lt"/>
                    <a:cs typeface="+mj-lt"/>
                  </a:rPr>
                  <a:t> </a:t>
                </a:r>
                <a:r>
                  <a:rPr sz="1800" dirty="0" err="1">
                    <a:latin typeface="+mj-lt"/>
                    <a:ea typeface="+mj-lt"/>
                    <a:cs typeface="+mj-lt"/>
                  </a:rPr>
                  <a:t>thứ</a:t>
                </a:r>
                <a:r>
                  <a:rPr sz="1800" dirty="0">
                    <a:latin typeface="+mj-lt"/>
                    <a:ea typeface="+mj-lt"/>
                    <a:cs typeface="+mj-lt"/>
                  </a:rPr>
                  <a:t> </a:t>
                </a:r>
                <a:r>
                  <a:rPr sz="1800" dirty="0" err="1">
                    <a:latin typeface="+mj-lt"/>
                    <a:ea typeface="+mj-lt"/>
                    <a:cs typeface="+mj-lt"/>
                  </a:rPr>
                  <a:t>tự</a:t>
                </a:r>
                <a:r>
                  <a:rPr lang="vi-VN" dirty="0">
                    <a:latin typeface="+mj-lt"/>
                    <a:ea typeface="+mj-lt"/>
                    <a:cs typeface="+mj-lt"/>
                  </a:rPr>
                  <a:t> </a:t>
                </a:r>
                <a:r>
                  <a:rPr sz="1800" dirty="0" err="1">
                    <a:latin typeface="+mj-lt"/>
                    <a:ea typeface="+mj-lt"/>
                    <a:cs typeface="+mj-lt"/>
                  </a:rPr>
                  <a:t>mà</a:t>
                </a:r>
                <a:r>
                  <a:rPr sz="1800" dirty="0">
                    <a:latin typeface="+mj-lt"/>
                    <a:ea typeface="+mj-lt"/>
                    <a:cs typeface="+mj-lt"/>
                  </a:rPr>
                  <a:t> </a:t>
                </a:r>
                <a:r>
                  <a:rPr sz="1800" dirty="0" err="1">
                    <a:latin typeface="+mj-lt"/>
                    <a:ea typeface="+mj-lt"/>
                    <a:cs typeface="+mj-lt"/>
                  </a:rPr>
                  <a:t>sự</a:t>
                </a:r>
                <a:r>
                  <a:rPr sz="1800" dirty="0">
                    <a:latin typeface="+mj-lt"/>
                    <a:ea typeface="+mj-lt"/>
                    <a:cs typeface="+mj-lt"/>
                  </a:rPr>
                  <a:t> </a:t>
                </a:r>
                <a:r>
                  <a:rPr sz="1800" dirty="0" err="1">
                    <a:latin typeface="+mj-lt"/>
                    <a:ea typeface="+mj-lt"/>
                    <a:cs typeface="+mj-lt"/>
                  </a:rPr>
                  <a:t>kiện</a:t>
                </a:r>
                <a:r>
                  <a:rPr sz="1800" dirty="0">
                    <a:latin typeface="+mj-lt"/>
                    <a:ea typeface="+mj-lt"/>
                    <a:cs typeface="+mj-lt"/>
                  </a:rPr>
                  <a:t> </a:t>
                </a:r>
                <a:r>
                  <a:rPr sz="1800" dirty="0" err="1">
                    <a:latin typeface="+mj-lt"/>
                    <a:ea typeface="+mj-lt"/>
                    <a:cs typeface="+mj-lt"/>
                  </a:rPr>
                  <a:t>đó</a:t>
                </a:r>
                <a:r>
                  <a:rPr sz="1800" dirty="0">
                    <a:latin typeface="+mj-lt"/>
                    <a:ea typeface="+mj-lt"/>
                    <a:cs typeface="+mj-lt"/>
                  </a:rPr>
                  <a:t> </a:t>
                </a:r>
                <a:r>
                  <a:rPr sz="1800" dirty="0" err="1">
                    <a:latin typeface="+mj-lt"/>
                    <a:ea typeface="+mj-lt"/>
                    <a:cs typeface="+mj-lt"/>
                  </a:rPr>
                  <a:t>thực</a:t>
                </a:r>
                <a:r>
                  <a:rPr sz="1800" dirty="0">
                    <a:latin typeface="+mj-lt"/>
                    <a:ea typeface="+mj-lt"/>
                    <a:cs typeface="+mj-lt"/>
                  </a:rPr>
                  <a:t> </a:t>
                </a:r>
                <a:r>
                  <a:rPr sz="1800" dirty="0" err="1">
                    <a:latin typeface="+mj-lt"/>
                    <a:ea typeface="+mj-lt"/>
                    <a:cs typeface="+mj-lt"/>
                  </a:rPr>
                  <a:t>tế</a:t>
                </a:r>
                <a:r>
                  <a:rPr sz="1800" dirty="0">
                    <a:latin typeface="+mj-lt"/>
                    <a:ea typeface="+mj-lt"/>
                    <a:cs typeface="+mj-lt"/>
                  </a:rPr>
                  <a:t> </a:t>
                </a:r>
                <a:r>
                  <a:rPr sz="1800" dirty="0" err="1">
                    <a:latin typeface="+mj-lt"/>
                    <a:ea typeface="+mj-lt"/>
                    <a:cs typeface="+mj-lt"/>
                  </a:rPr>
                  <a:t>đã</a:t>
                </a:r>
                <a:r>
                  <a:rPr sz="1800" dirty="0">
                    <a:latin typeface="+mj-lt"/>
                    <a:ea typeface="+mj-lt"/>
                    <a:cs typeface="+mj-lt"/>
                  </a:rPr>
                  <a:t> </a:t>
                </a:r>
                <a:r>
                  <a:rPr sz="1800" dirty="0" err="1">
                    <a:latin typeface="+mj-lt"/>
                    <a:ea typeface="+mj-lt"/>
                    <a:cs typeface="+mj-lt"/>
                  </a:rPr>
                  <a:t>diễn</a:t>
                </a:r>
                <a:r>
                  <a:rPr sz="1800" dirty="0">
                    <a:latin typeface="+mj-lt"/>
                    <a:ea typeface="+mj-lt"/>
                    <a:cs typeface="+mj-lt"/>
                  </a:rPr>
                  <a:t> </a:t>
                </a:r>
                <a:r>
                  <a:rPr sz="1800" dirty="0" err="1">
                    <a:latin typeface="+mj-lt"/>
                    <a:ea typeface="+mj-lt"/>
                    <a:cs typeface="+mj-lt"/>
                  </a:rPr>
                  <a:t>ra.</a:t>
                </a:r>
                <a:r>
                  <a:rPr sz="1800" dirty="0">
                    <a:latin typeface="+mj-lt"/>
                    <a:ea typeface="+mj-lt"/>
                    <a:cs typeface="+mj-lt"/>
                  </a:rPr>
                  <a:t> </a:t>
                </a:r>
                <a:r>
                  <a:rPr sz="1800" dirty="0" err="1">
                    <a:latin typeface="+mj-lt"/>
                    <a:ea typeface="+mj-lt"/>
                    <a:cs typeface="+mj-lt"/>
                  </a:rPr>
                  <a:t>Đặc</a:t>
                </a:r>
                <a:r>
                  <a:rPr sz="1800" dirty="0">
                    <a:latin typeface="+mj-lt"/>
                    <a:ea typeface="+mj-lt"/>
                    <a:cs typeface="+mj-lt"/>
                  </a:rPr>
                  <a:t> </a:t>
                </a:r>
                <a:r>
                  <a:rPr sz="1800" dirty="0" err="1">
                    <a:latin typeface="+mj-lt"/>
                    <a:ea typeface="+mj-lt"/>
                    <a:cs typeface="+mj-lt"/>
                  </a:rPr>
                  <a:t>biệt</a:t>
                </a:r>
                <a:r>
                  <a:rPr sz="1800" dirty="0">
                    <a:latin typeface="+mj-lt"/>
                    <a:ea typeface="+mj-lt"/>
                    <a:cs typeface="+mj-lt"/>
                  </a:rPr>
                  <a:t>, </a:t>
                </a:r>
                <a:r>
                  <a:rPr sz="1800" dirty="0" err="1">
                    <a:latin typeface="+mj-lt"/>
                    <a:ea typeface="+mj-lt"/>
                    <a:cs typeface="+mj-lt"/>
                  </a:rPr>
                  <a:t>trong</a:t>
                </a:r>
                <a:r>
                  <a:rPr sz="1800" dirty="0">
                    <a:latin typeface="+mj-lt"/>
                    <a:ea typeface="+mj-lt"/>
                    <a:cs typeface="+mj-lt"/>
                  </a:rPr>
                  <a:t> </a:t>
                </a:r>
                <a:r>
                  <a:rPr sz="1800" dirty="0" err="1">
                    <a:latin typeface="+mj-lt"/>
                    <a:ea typeface="+mj-lt"/>
                    <a:cs typeface="+mj-lt"/>
                  </a:rPr>
                  <a:t>bài</a:t>
                </a:r>
                <a:r>
                  <a:rPr sz="1800" dirty="0">
                    <a:latin typeface="+mj-lt"/>
                    <a:ea typeface="+mj-lt"/>
                    <a:cs typeface="+mj-lt"/>
                  </a:rPr>
                  <a:t> </a:t>
                </a:r>
                <a:r>
                  <a:rPr sz="1800" dirty="0" err="1">
                    <a:latin typeface="+mj-lt"/>
                    <a:ea typeface="+mj-lt"/>
                    <a:cs typeface="+mj-lt"/>
                  </a:rPr>
                  <a:t>toán</a:t>
                </a:r>
                <a:r>
                  <a:rPr sz="1800" dirty="0">
                    <a:latin typeface="+mj-lt"/>
                    <a:ea typeface="+mj-lt"/>
                    <a:cs typeface="+mj-lt"/>
                  </a:rPr>
                  <a:t> </a:t>
                </a:r>
                <a:r>
                  <a:rPr sz="1800" dirty="0" err="1">
                    <a:latin typeface="+mj-lt"/>
                    <a:ea typeface="+mj-lt"/>
                    <a:cs typeface="+mj-lt"/>
                  </a:rPr>
                  <a:t>khai</a:t>
                </a:r>
                <a:r>
                  <a:rPr sz="1800" dirty="0">
                    <a:latin typeface="+mj-lt"/>
                    <a:ea typeface="+mj-lt"/>
                    <a:cs typeface="+mj-lt"/>
                  </a:rPr>
                  <a:t> </a:t>
                </a:r>
                <a:r>
                  <a:rPr sz="1800" dirty="0" err="1">
                    <a:latin typeface="+mj-lt"/>
                    <a:ea typeface="+mj-lt"/>
                    <a:cs typeface="+mj-lt"/>
                  </a:rPr>
                  <a:t>phá</a:t>
                </a:r>
                <a:r>
                  <a:rPr sz="1800" dirty="0">
                    <a:latin typeface="+mj-lt"/>
                    <a:ea typeface="+mj-lt"/>
                    <a:cs typeface="+mj-lt"/>
                  </a:rPr>
                  <a:t> </a:t>
                </a:r>
                <a:r>
                  <a:rPr sz="1800" dirty="0" err="1">
                    <a:latin typeface="+mj-lt"/>
                    <a:ea typeface="+mj-lt"/>
                    <a:cs typeface="+mj-lt"/>
                  </a:rPr>
                  <a:t>mẫu</a:t>
                </a:r>
                <a:r>
                  <a:rPr sz="1800" dirty="0">
                    <a:latin typeface="+mj-lt"/>
                    <a:ea typeface="+mj-lt"/>
                    <a:cs typeface="+mj-lt"/>
                  </a:rPr>
                  <a:t> clickstream, </a:t>
                </a:r>
                <a:r>
                  <a:rPr sz="1800" dirty="0" err="1">
                    <a:latin typeface="+mj-lt"/>
                    <a:ea typeface="+mj-lt"/>
                    <a:cs typeface="+mj-lt"/>
                  </a:rPr>
                  <a:t>mỗi</a:t>
                </a:r>
                <a:r>
                  <a:rPr sz="1800" dirty="0">
                    <a:latin typeface="+mj-lt"/>
                    <a:ea typeface="+mj-lt"/>
                    <a:cs typeface="+mj-lt"/>
                  </a:rPr>
                  <a:t> "</a:t>
                </a:r>
                <a:r>
                  <a:rPr sz="1800" dirty="0" err="1">
                    <a:latin typeface="+mj-lt"/>
                    <a:ea typeface="+mj-lt"/>
                    <a:cs typeface="+mj-lt"/>
                  </a:rPr>
                  <a:t>giao</a:t>
                </a:r>
                <a:r>
                  <a:rPr sz="1800" dirty="0">
                    <a:latin typeface="+mj-lt"/>
                    <a:ea typeface="+mj-lt"/>
                    <a:cs typeface="+mj-lt"/>
                  </a:rPr>
                  <a:t> </a:t>
                </a:r>
                <a:r>
                  <a:rPr sz="1800" dirty="0" err="1">
                    <a:latin typeface="+mj-lt"/>
                    <a:ea typeface="+mj-lt"/>
                    <a:cs typeface="+mj-lt"/>
                  </a:rPr>
                  <a:t>dịch</a:t>
                </a:r>
                <a:r>
                  <a:rPr sz="1800" dirty="0">
                    <a:latin typeface="+mj-lt"/>
                    <a:ea typeface="+mj-lt"/>
                    <a:cs typeface="+mj-lt"/>
                  </a:rPr>
                  <a:t>" </a:t>
                </a:r>
                <a:r>
                  <a:rPr sz="1800" dirty="0" err="1">
                    <a:latin typeface="+mj-lt"/>
                    <a:ea typeface="+mj-lt"/>
                    <a:cs typeface="+mj-lt"/>
                  </a:rPr>
                  <a:t>bên</a:t>
                </a:r>
                <a:r>
                  <a:rPr sz="1800" dirty="0">
                    <a:latin typeface="+mj-lt"/>
                    <a:ea typeface="+mj-lt"/>
                    <a:cs typeface="+mj-lt"/>
                  </a:rPr>
                  <a:t> </a:t>
                </a:r>
                <a:r>
                  <a:rPr sz="1800" dirty="0" err="1">
                    <a:latin typeface="+mj-lt"/>
                    <a:ea typeface="+mj-lt"/>
                    <a:cs typeface="+mj-lt"/>
                  </a:rPr>
                  <a:t>trong</a:t>
                </a:r>
                <a:r>
                  <a:rPr sz="1800" dirty="0">
                    <a:latin typeface="+mj-lt"/>
                    <a:ea typeface="+mj-lt"/>
                    <a:cs typeface="+mj-lt"/>
                  </a:rPr>
                  <a:t> </a:t>
                </a:r>
                <a:r>
                  <a:rPr sz="1800" dirty="0" err="1">
                    <a:latin typeface="+mj-lt"/>
                    <a:ea typeface="+mj-lt"/>
                    <a:cs typeface="+mj-lt"/>
                  </a:rPr>
                  <a:t>chuỗi</a:t>
                </a:r>
                <a:r>
                  <a:rPr sz="1800" dirty="0">
                    <a:latin typeface="+mj-lt"/>
                    <a:ea typeface="+mj-lt"/>
                    <a:cs typeface="+mj-lt"/>
                  </a:rPr>
                  <a:t> </a:t>
                </a:r>
                <a:r>
                  <a:rPr sz="1800" dirty="0" err="1">
                    <a:latin typeface="+mj-lt"/>
                    <a:ea typeface="+mj-lt"/>
                    <a:cs typeface="+mj-lt"/>
                  </a:rPr>
                  <a:t>chỉ</a:t>
                </a:r>
                <a:r>
                  <a:rPr sz="1800" dirty="0">
                    <a:latin typeface="+mj-lt"/>
                    <a:ea typeface="+mj-lt"/>
                    <a:cs typeface="+mj-lt"/>
                  </a:rPr>
                  <a:t> </a:t>
                </a:r>
                <a:r>
                  <a:rPr sz="1800" dirty="0" err="1">
                    <a:latin typeface="+mj-lt"/>
                    <a:ea typeface="+mj-lt"/>
                    <a:cs typeface="+mj-lt"/>
                  </a:rPr>
                  <a:t>chứa</a:t>
                </a:r>
                <a:r>
                  <a:rPr sz="1800" dirty="0">
                    <a:latin typeface="+mj-lt"/>
                    <a:ea typeface="+mj-lt"/>
                    <a:cs typeface="+mj-lt"/>
                  </a:rPr>
                  <a:t> </a:t>
                </a:r>
                <a:r>
                  <a:rPr sz="1800" dirty="0" err="1">
                    <a:latin typeface="+mj-lt"/>
                    <a:ea typeface="+mj-lt"/>
                    <a:cs typeface="+mj-lt"/>
                  </a:rPr>
                  <a:t>đúng</a:t>
                </a:r>
                <a:r>
                  <a:rPr sz="1800" dirty="0">
                    <a:latin typeface="+mj-lt"/>
                    <a:ea typeface="+mj-lt"/>
                    <a:cs typeface="+mj-lt"/>
                  </a:rPr>
                  <a:t> </a:t>
                </a:r>
                <a:r>
                  <a:rPr sz="1800" dirty="0" err="1">
                    <a:latin typeface="+mj-lt"/>
                    <a:ea typeface="+mj-lt"/>
                    <a:cs typeface="+mj-lt"/>
                  </a:rPr>
                  <a:t>duy</a:t>
                </a:r>
                <a:r>
                  <a:rPr sz="1800" dirty="0">
                    <a:latin typeface="+mj-lt"/>
                    <a:ea typeface="+mj-lt"/>
                    <a:cs typeface="+mj-lt"/>
                  </a:rPr>
                  <a:t> </a:t>
                </a:r>
                <a:r>
                  <a:rPr sz="1800" dirty="0" err="1">
                    <a:latin typeface="+mj-lt"/>
                    <a:ea typeface="+mj-lt"/>
                    <a:cs typeface="+mj-lt"/>
                  </a:rPr>
                  <a:t>nhất</a:t>
                </a:r>
                <a:r>
                  <a:rPr sz="1800" dirty="0">
                    <a:latin typeface="+mj-lt"/>
                    <a:ea typeface="+mj-lt"/>
                    <a:cs typeface="+mj-lt"/>
                  </a:rPr>
                  <a:t> </a:t>
                </a:r>
                <a:r>
                  <a:rPr sz="1800" dirty="0" err="1">
                    <a:latin typeface="+mj-lt"/>
                    <a:ea typeface="+mj-lt"/>
                    <a:cs typeface="+mj-lt"/>
                  </a:rPr>
                  <a:t>một</a:t>
                </a:r>
                <a:r>
                  <a:rPr sz="1800" dirty="0">
                    <a:latin typeface="+mj-lt"/>
                    <a:ea typeface="+mj-lt"/>
                    <a:cs typeface="+mj-lt"/>
                  </a:rPr>
                  <a:t> "</a:t>
                </a:r>
                <a:r>
                  <a:rPr sz="1800" dirty="0" err="1">
                    <a:latin typeface="+mj-lt"/>
                    <a:ea typeface="+mj-lt"/>
                    <a:cs typeface="+mj-lt"/>
                  </a:rPr>
                  <a:t>mục</a:t>
                </a:r>
                <a:r>
                  <a:rPr sz="1800" dirty="0">
                    <a:latin typeface="+mj-lt"/>
                    <a:ea typeface="+mj-lt"/>
                    <a:cs typeface="+mj-lt"/>
                  </a:rPr>
                  <a:t>" (</a:t>
                </a:r>
                <a14:m>
                  <m:oMath xmlns:m="http://schemas.openxmlformats.org/officeDocument/2006/math">
                    <m:f>
                      <m:fPr>
                        <m:ctrlPr>
                          <a:rPr lang="vi-VN" sz="1800" i="1">
                            <a:latin typeface="Cambria Math" panose="02040503050406030204" pitchFamily="18" charset="0"/>
                            <a:ea typeface="Cambria Math"/>
                            <a:cs typeface="Cambria Math"/>
                          </a:rPr>
                        </m:ctrlPr>
                      </m:fPr>
                      <m:num>
                        <m:r>
                          <a:rPr lang="vi-VN" sz="1800" i="1">
                            <a:latin typeface="Cambria Math"/>
                            <a:ea typeface="Cambria Math"/>
                            <a:cs typeface="Cambria Math"/>
                          </a:rPr>
                          <m:t>𝑖𝑡𝑒𝑚</m:t>
                        </m:r>
                      </m:num>
                      <m:den>
                        <m:r>
                          <a:rPr lang="vi-VN" sz="1800" i="1">
                            <a:latin typeface="Cambria Math"/>
                            <a:ea typeface="Cambria Math"/>
                            <a:cs typeface="Cambria Math"/>
                          </a:rPr>
                          <m:t>𝑒𝑣𝑒𝑛𝑡</m:t>
                        </m:r>
                      </m:den>
                    </m:f>
                  </m:oMath>
                </a14:m>
                <a:r>
                  <a:rPr sz="1800" dirty="0">
                    <a:latin typeface="+mj-lt"/>
                    <a:ea typeface="+mj-lt"/>
                    <a:cs typeface="+mj-lt"/>
                  </a:rPr>
                  <a:t>).</a:t>
                </a:r>
                <a:endParaRPr lang="vi-VN" sz="1800" dirty="0">
                  <a:latin typeface="+mj-lt"/>
                  <a:ea typeface="+mj-lt"/>
                  <a:cs typeface="+mj-lt"/>
                </a:endParaRPr>
              </a:p>
              <a:p>
                <a:pPr>
                  <a:spcBef>
                    <a:spcPts val="0"/>
                  </a:spcBef>
                  <a:spcAft>
                    <a:spcPts val="0"/>
                  </a:spcAft>
                  <a:buNone/>
                </a:pPr>
                <a:endParaRPr sz="1800" dirty="0">
                  <a:latin typeface="+mj-lt"/>
                  <a:ea typeface="+mj-lt"/>
                  <a:cs typeface="+mj-lt"/>
                </a:endParaRPr>
              </a:p>
              <a:p>
                <a:pPr>
                  <a:spcBef>
                    <a:spcPts val="0"/>
                  </a:spcBef>
                  <a:spcAft>
                    <a:spcPts val="0"/>
                  </a:spcAft>
                  <a:buNone/>
                </a:pPr>
                <a:r>
                  <a:rPr sz="1800" b="1" dirty="0">
                    <a:latin typeface="+mj-lt"/>
                    <a:ea typeface="+mj-lt"/>
                    <a:cs typeface="+mj-lt"/>
                  </a:rPr>
                  <a:t>	</a:t>
                </a:r>
                <a:r>
                  <a:rPr sz="1800" b="1" dirty="0" err="1">
                    <a:latin typeface="+mj-lt"/>
                    <a:ea typeface="+mj-lt"/>
                    <a:cs typeface="+mj-lt"/>
                  </a:rPr>
                  <a:t>Độ</a:t>
                </a:r>
                <a:r>
                  <a:rPr sz="1800" b="1" dirty="0">
                    <a:latin typeface="+mj-lt"/>
                    <a:ea typeface="+mj-lt"/>
                    <a:cs typeface="+mj-lt"/>
                  </a:rPr>
                  <a:t> </a:t>
                </a:r>
                <a:r>
                  <a:rPr sz="1800" b="1" dirty="0" err="1">
                    <a:latin typeface="+mj-lt"/>
                    <a:ea typeface="+mj-lt"/>
                    <a:cs typeface="+mj-lt"/>
                  </a:rPr>
                  <a:t>dài</a:t>
                </a:r>
                <a:r>
                  <a:rPr sz="1800" b="1" dirty="0">
                    <a:latin typeface="+mj-lt"/>
                    <a:ea typeface="+mj-lt"/>
                    <a:cs typeface="+mj-lt"/>
                  </a:rPr>
                  <a:t> </a:t>
                </a:r>
                <a:r>
                  <a:rPr lang="vi-VN" b="1" dirty="0">
                    <a:latin typeface="+mj-lt"/>
                    <a:ea typeface="+mj-lt"/>
                    <a:cs typeface="+mj-lt"/>
                  </a:rPr>
                  <a:t>:</a:t>
                </a:r>
                <a:r>
                  <a:rPr sz="1800" dirty="0" err="1">
                    <a:latin typeface="+mj-lt"/>
                    <a:ea typeface="+mj-lt"/>
                    <a:cs typeface="+mj-lt"/>
                  </a:rPr>
                  <a:t>Số</a:t>
                </a:r>
                <a:r>
                  <a:rPr sz="1800" dirty="0">
                    <a:latin typeface="+mj-lt"/>
                    <a:ea typeface="+mj-lt"/>
                    <a:cs typeface="+mj-lt"/>
                  </a:rPr>
                  <a:t> </a:t>
                </a:r>
                <a:r>
                  <a:rPr sz="1800" dirty="0" err="1">
                    <a:latin typeface="+mj-lt"/>
                    <a:ea typeface="+mj-lt"/>
                    <a:cs typeface="+mj-lt"/>
                  </a:rPr>
                  <a:t>lượng</a:t>
                </a:r>
                <a:r>
                  <a:rPr sz="1800" dirty="0">
                    <a:latin typeface="+mj-lt"/>
                    <a:ea typeface="+mj-lt"/>
                    <a:cs typeface="+mj-lt"/>
                  </a:rPr>
                  <a:t> </a:t>
                </a:r>
                <a:r>
                  <a:rPr sz="1800" dirty="0" err="1">
                    <a:latin typeface="+mj-lt"/>
                    <a:ea typeface="+mj-lt"/>
                    <a:cs typeface="+mj-lt"/>
                  </a:rPr>
                  <a:t>các</a:t>
                </a:r>
                <a:r>
                  <a:rPr sz="1800" dirty="0">
                    <a:latin typeface="+mj-lt"/>
                    <a:ea typeface="+mj-lt"/>
                    <a:cs typeface="+mj-lt"/>
                  </a:rPr>
                  <a:t> </a:t>
                </a:r>
                <a:r>
                  <a:rPr sz="1800" dirty="0" err="1">
                    <a:latin typeface="+mj-lt"/>
                    <a:ea typeface="+mj-lt"/>
                    <a:cs typeface="+mj-lt"/>
                  </a:rPr>
                  <a:t>sự</a:t>
                </a:r>
                <a:r>
                  <a:rPr sz="1800" dirty="0">
                    <a:latin typeface="+mj-lt"/>
                    <a:ea typeface="+mj-lt"/>
                    <a:cs typeface="+mj-lt"/>
                  </a:rPr>
                  <a:t> </a:t>
                </a:r>
                <a:r>
                  <a:rPr sz="1800" dirty="0" err="1">
                    <a:latin typeface="+mj-lt"/>
                    <a:ea typeface="+mj-lt"/>
                    <a:cs typeface="+mj-lt"/>
                  </a:rPr>
                  <a:t>kiện</a:t>
                </a:r>
                <a:r>
                  <a:rPr sz="1800" dirty="0">
                    <a:latin typeface="+mj-lt"/>
                    <a:ea typeface="+mj-lt"/>
                    <a:cs typeface="+mj-lt"/>
                  </a:rPr>
                  <a:t> </a:t>
                </a:r>
                <a:r>
                  <a:rPr sz="1800" dirty="0" err="1">
                    <a:latin typeface="+mj-lt"/>
                    <a:ea typeface="+mj-lt"/>
                    <a:cs typeface="+mj-lt"/>
                  </a:rPr>
                  <a:t>có</a:t>
                </a:r>
                <a:r>
                  <a:rPr sz="1800" dirty="0">
                    <a:latin typeface="+mj-lt"/>
                    <a:ea typeface="+mj-lt"/>
                    <a:cs typeface="+mj-lt"/>
                  </a:rPr>
                  <a:t> </a:t>
                </a:r>
                <a:r>
                  <a:rPr sz="1800" dirty="0" err="1">
                    <a:latin typeface="+mj-lt"/>
                    <a:ea typeface="+mj-lt"/>
                    <a:cs typeface="+mj-lt"/>
                  </a:rPr>
                  <a:t>mặt</a:t>
                </a:r>
                <a:r>
                  <a:rPr sz="1800" dirty="0">
                    <a:latin typeface="+mj-lt"/>
                    <a:ea typeface="+mj-lt"/>
                    <a:cs typeface="+mj-lt"/>
                  </a:rPr>
                  <a:t> </a:t>
                </a:r>
                <a:r>
                  <a:rPr sz="1800" dirty="0" err="1">
                    <a:latin typeface="+mj-lt"/>
                    <a:ea typeface="+mj-lt"/>
                    <a:cs typeface="+mj-lt"/>
                  </a:rPr>
                  <a:t>trong</a:t>
                </a:r>
                <a:r>
                  <a:rPr sz="1800" dirty="0">
                    <a:latin typeface="+mj-lt"/>
                    <a:ea typeface="+mj-lt"/>
                    <a:cs typeface="+mj-lt"/>
                  </a:rPr>
                  <a:t> </a:t>
                </a:r>
                <a:r>
                  <a:rPr sz="1800" dirty="0" err="1">
                    <a:latin typeface="+mj-lt"/>
                    <a:ea typeface="+mj-lt"/>
                    <a:cs typeface="+mj-lt"/>
                  </a:rPr>
                  <a:t>một</a:t>
                </a:r>
                <a:r>
                  <a:rPr sz="1800" dirty="0">
                    <a:latin typeface="+mj-lt"/>
                    <a:ea typeface="+mj-lt"/>
                    <a:cs typeface="+mj-lt"/>
                  </a:rPr>
                  <a:t> clickstream </a:t>
                </a:r>
                <a:r>
                  <a:rPr sz="1800" dirty="0" err="1">
                    <a:latin typeface="+mj-lt"/>
                    <a:ea typeface="+mj-lt"/>
                    <a:cs typeface="+mj-lt"/>
                  </a:rPr>
                  <a:t>sẽ</a:t>
                </a:r>
                <a:r>
                  <a:rPr sz="1800" dirty="0">
                    <a:latin typeface="+mj-lt"/>
                    <a:ea typeface="+mj-lt"/>
                    <a:cs typeface="+mj-lt"/>
                  </a:rPr>
                  <a:t> </a:t>
                </a:r>
                <a:r>
                  <a:rPr sz="1800" dirty="0" err="1">
                    <a:latin typeface="+mj-lt"/>
                    <a:ea typeface="+mj-lt"/>
                    <a:cs typeface="+mj-lt"/>
                  </a:rPr>
                  <a:t>xác</a:t>
                </a:r>
                <a:r>
                  <a:rPr sz="1800" dirty="0">
                    <a:latin typeface="+mj-lt"/>
                    <a:ea typeface="+mj-lt"/>
                    <a:cs typeface="+mj-lt"/>
                  </a:rPr>
                  <a:t> </a:t>
                </a:r>
                <a:r>
                  <a:rPr sz="1800" dirty="0" err="1">
                    <a:latin typeface="+mj-lt"/>
                    <a:ea typeface="+mj-lt"/>
                    <a:cs typeface="+mj-lt"/>
                  </a:rPr>
                  <a:t>định</a:t>
                </a:r>
                <a:r>
                  <a:rPr sz="1800" dirty="0">
                    <a:latin typeface="+mj-lt"/>
                    <a:ea typeface="+mj-lt"/>
                    <a:cs typeface="+mj-lt"/>
                  </a:rPr>
                  <a:t> </a:t>
                </a:r>
                <a:r>
                  <a:rPr sz="1800" dirty="0" err="1">
                    <a:latin typeface="+mj-lt"/>
                    <a:ea typeface="+mj-lt"/>
                    <a:cs typeface="+mj-lt"/>
                  </a:rPr>
                  <a:t>độ</a:t>
                </a:r>
                <a:r>
                  <a:rPr sz="1800" dirty="0">
                    <a:latin typeface="+mj-lt"/>
                    <a:ea typeface="+mj-lt"/>
                    <a:cs typeface="+mj-lt"/>
                  </a:rPr>
                  <a:t> </a:t>
                </a:r>
                <a:r>
                  <a:rPr sz="1800" dirty="0" err="1">
                    <a:latin typeface="+mj-lt"/>
                    <a:ea typeface="+mj-lt"/>
                    <a:cs typeface="+mj-lt"/>
                  </a:rPr>
                  <a:t>dài</a:t>
                </a:r>
                <a:r>
                  <a:rPr sz="1800" dirty="0">
                    <a:latin typeface="+mj-lt"/>
                    <a:ea typeface="+mj-lt"/>
                    <a:cs typeface="+mj-lt"/>
                  </a:rPr>
                  <a:t> </a:t>
                </a:r>
                <a:r>
                  <a:rPr sz="1800" dirty="0" err="1">
                    <a:latin typeface="+mj-lt"/>
                    <a:ea typeface="+mj-lt"/>
                    <a:cs typeface="+mj-lt"/>
                  </a:rPr>
                  <a:t>của</a:t>
                </a:r>
                <a:r>
                  <a:rPr sz="1800" dirty="0">
                    <a:latin typeface="+mj-lt"/>
                    <a:ea typeface="+mj-lt"/>
                    <a:cs typeface="+mj-lt"/>
                  </a:rPr>
                  <a:t> clickstream </a:t>
                </a:r>
                <a:r>
                  <a:rPr sz="1800" dirty="0" err="1">
                    <a:latin typeface="+mj-lt"/>
                    <a:ea typeface="+mj-lt"/>
                    <a:cs typeface="+mj-lt"/>
                  </a:rPr>
                  <a:t>đó</a:t>
                </a:r>
                <a:r>
                  <a:rPr sz="1800" dirty="0">
                    <a:latin typeface="+mj-lt"/>
                    <a:ea typeface="+mj-lt"/>
                    <a:cs typeface="+mj-lt"/>
                  </a:rPr>
                  <a:t>. </a:t>
                </a:r>
                <a:r>
                  <a:rPr sz="1800" dirty="0" err="1">
                    <a:latin typeface="+mj-lt"/>
                    <a:ea typeface="+mj-lt"/>
                    <a:cs typeface="+mj-lt"/>
                  </a:rPr>
                  <a:t>Một</a:t>
                </a:r>
                <a:r>
                  <a:rPr sz="1800" dirty="0">
                    <a:latin typeface="+mj-lt"/>
                    <a:ea typeface="+mj-lt"/>
                    <a:cs typeface="+mj-lt"/>
                  </a:rPr>
                  <a:t> clickstream </a:t>
                </a:r>
                <a:r>
                  <a:rPr sz="1800" dirty="0" err="1">
                    <a:latin typeface="+mj-lt"/>
                    <a:ea typeface="+mj-lt"/>
                    <a:cs typeface="+mj-lt"/>
                  </a:rPr>
                  <a:t>có</a:t>
                </a:r>
                <a:r>
                  <a:rPr sz="1800" dirty="0">
                    <a:latin typeface="+mj-lt"/>
                    <a:ea typeface="+mj-lt"/>
                    <a:cs typeface="+mj-lt"/>
                  </a:rPr>
                  <a:t> </a:t>
                </a:r>
                <a:r>
                  <a:rPr sz="1800" dirty="0" err="1">
                    <a:latin typeface="+mj-lt"/>
                    <a:ea typeface="+mj-lt"/>
                    <a:cs typeface="+mj-lt"/>
                  </a:rPr>
                  <a:t>chứa</a:t>
                </a:r>
                <a:r>
                  <a:rPr sz="1800" dirty="0">
                    <a:latin typeface="+mj-lt"/>
                    <a:ea typeface="+mj-lt"/>
                    <a:cs typeface="+mj-lt"/>
                  </a:rPr>
                  <a:t> </a:t>
                </a:r>
                <a:r>
                  <a:rPr sz="1800" dirty="0" err="1">
                    <a:latin typeface="+mj-lt"/>
                    <a:ea typeface="+mj-lt"/>
                    <a:cs typeface="+mj-lt"/>
                  </a:rPr>
                  <a:t>đúng</a:t>
                </a:r>
                <a:r>
                  <a:rPr sz="1800" dirty="0">
                    <a:latin typeface="+mj-lt"/>
                    <a:ea typeface="+mj-lt"/>
                    <a:cs typeface="+mj-lt"/>
                  </a:rPr>
                  <a:t> k </a:t>
                </a:r>
                <a:r>
                  <a:rPr sz="1800" dirty="0" err="1">
                    <a:latin typeface="+mj-lt"/>
                    <a:ea typeface="+mj-lt"/>
                    <a:cs typeface="+mj-lt"/>
                  </a:rPr>
                  <a:t>sự</a:t>
                </a:r>
                <a:r>
                  <a:rPr sz="1800" dirty="0">
                    <a:latin typeface="+mj-lt"/>
                    <a:ea typeface="+mj-lt"/>
                    <a:cs typeface="+mj-lt"/>
                  </a:rPr>
                  <a:t> </a:t>
                </a:r>
                <a:r>
                  <a:rPr sz="1800" dirty="0" err="1">
                    <a:latin typeface="+mj-lt"/>
                    <a:ea typeface="+mj-lt"/>
                    <a:cs typeface="+mj-lt"/>
                  </a:rPr>
                  <a:t>kiện</a:t>
                </a:r>
                <a:r>
                  <a:rPr sz="1800" dirty="0">
                    <a:latin typeface="+mj-lt"/>
                    <a:ea typeface="+mj-lt"/>
                    <a:cs typeface="+mj-lt"/>
                  </a:rPr>
                  <a:t> </a:t>
                </a:r>
                <a:r>
                  <a:rPr sz="1800" dirty="0" err="1">
                    <a:latin typeface="+mj-lt"/>
                    <a:ea typeface="+mj-lt"/>
                    <a:cs typeface="+mj-lt"/>
                  </a:rPr>
                  <a:t>được</a:t>
                </a:r>
                <a:r>
                  <a:rPr sz="1800" dirty="0">
                    <a:latin typeface="+mj-lt"/>
                    <a:ea typeface="+mj-lt"/>
                    <a:cs typeface="+mj-lt"/>
                  </a:rPr>
                  <a:t> </a:t>
                </a:r>
                <a:r>
                  <a:rPr sz="1800" dirty="0" err="1">
                    <a:latin typeface="+mj-lt"/>
                    <a:ea typeface="+mj-lt"/>
                    <a:cs typeface="+mj-lt"/>
                  </a:rPr>
                  <a:t>gọi</a:t>
                </a:r>
                <a:r>
                  <a:rPr sz="1800" dirty="0">
                    <a:latin typeface="+mj-lt"/>
                    <a:ea typeface="+mj-lt"/>
                    <a:cs typeface="+mj-lt"/>
                  </a:rPr>
                  <a:t> </a:t>
                </a:r>
                <a:r>
                  <a:rPr sz="1800" dirty="0" err="1">
                    <a:latin typeface="+mj-lt"/>
                    <a:ea typeface="+mj-lt"/>
                    <a:cs typeface="+mj-lt"/>
                  </a:rPr>
                  <a:t>là</a:t>
                </a:r>
                <a:r>
                  <a:rPr sz="1800" dirty="0">
                    <a:latin typeface="+mj-lt"/>
                    <a:ea typeface="+mj-lt"/>
                    <a:cs typeface="+mj-lt"/>
                  </a:rPr>
                  <a:t> </a:t>
                </a:r>
                <a:r>
                  <a:rPr sz="1800" dirty="0" err="1">
                    <a:latin typeface="+mj-lt"/>
                    <a:ea typeface="+mj-lt"/>
                    <a:cs typeface="+mj-lt"/>
                  </a:rPr>
                  <a:t>một</a:t>
                </a:r>
                <a:r>
                  <a:rPr sz="1800" dirty="0">
                    <a:latin typeface="+mj-lt"/>
                    <a:ea typeface="+mj-lt"/>
                    <a:cs typeface="+mj-lt"/>
                  </a:rPr>
                  <a:t> k-clickstream.</a:t>
                </a:r>
                <a:endParaRPr lang="vi-VN" sz="1800" dirty="0">
                  <a:latin typeface="+mj-lt"/>
                  <a:ea typeface="+mj-lt"/>
                  <a:cs typeface="+mj-lt"/>
                </a:endParaRPr>
              </a:p>
              <a:p>
                <a:pPr>
                  <a:spcBef>
                    <a:spcPts val="0"/>
                  </a:spcBef>
                  <a:spcAft>
                    <a:spcPts val="0"/>
                  </a:spcAft>
                  <a:buNone/>
                </a:pPr>
                <a:endParaRPr sz="1800" dirty="0">
                  <a:latin typeface="+mj-lt"/>
                  <a:ea typeface="+mj-lt"/>
                  <a:cs typeface="+mj-lt"/>
                </a:endParaRPr>
              </a:p>
              <a:p>
                <a:pPr>
                  <a:spcBef>
                    <a:spcPts val="0"/>
                  </a:spcBef>
                  <a:spcAft>
                    <a:spcPts val="0"/>
                  </a:spcAft>
                  <a:buNone/>
                </a:pPr>
                <a:r>
                  <a:rPr sz="1800" b="1" dirty="0">
                    <a:latin typeface="+mj-lt"/>
                    <a:ea typeface="+mj-lt"/>
                    <a:cs typeface="+mj-lt"/>
                  </a:rPr>
                  <a:t>	</a:t>
                </a:r>
                <a:r>
                  <a:rPr sz="1800" b="1" dirty="0" err="1">
                    <a:latin typeface="+mj-lt"/>
                    <a:ea typeface="+mj-lt"/>
                    <a:cs typeface="+mj-lt"/>
                  </a:rPr>
                  <a:t>Luồng</a:t>
                </a:r>
                <a:r>
                  <a:rPr sz="1800" b="1" dirty="0">
                    <a:latin typeface="+mj-lt"/>
                    <a:ea typeface="+mj-lt"/>
                    <a:cs typeface="+mj-lt"/>
                  </a:rPr>
                  <a:t> </a:t>
                </a:r>
                <a:r>
                  <a:rPr sz="1800" b="1" dirty="0" err="1">
                    <a:latin typeface="+mj-lt"/>
                    <a:ea typeface="+mj-lt"/>
                    <a:cs typeface="+mj-lt"/>
                  </a:rPr>
                  <a:t>nhấp</a:t>
                </a:r>
                <a:r>
                  <a:rPr sz="1800" b="1" dirty="0">
                    <a:latin typeface="+mj-lt"/>
                    <a:ea typeface="+mj-lt"/>
                    <a:cs typeface="+mj-lt"/>
                  </a:rPr>
                  <a:t> </a:t>
                </a:r>
                <a:r>
                  <a:rPr sz="1800" b="1" dirty="0" err="1">
                    <a:latin typeface="+mj-lt"/>
                    <a:ea typeface="+mj-lt"/>
                    <a:cs typeface="+mj-lt"/>
                  </a:rPr>
                  <a:t>chuột</a:t>
                </a:r>
                <a:r>
                  <a:rPr sz="1800" b="1" dirty="0">
                    <a:latin typeface="+mj-lt"/>
                    <a:ea typeface="+mj-lt"/>
                    <a:cs typeface="+mj-lt"/>
                  </a:rPr>
                  <a:t> </a:t>
                </a:r>
                <a:r>
                  <a:rPr sz="1800" b="1" dirty="0" err="1">
                    <a:latin typeface="+mj-lt"/>
                    <a:ea typeface="+mj-lt"/>
                    <a:cs typeface="+mj-lt"/>
                  </a:rPr>
                  <a:t>của</a:t>
                </a:r>
                <a:r>
                  <a:rPr sz="1800" b="1" dirty="0">
                    <a:latin typeface="+mj-lt"/>
                    <a:ea typeface="+mj-lt"/>
                    <a:cs typeface="+mj-lt"/>
                  </a:rPr>
                  <a:t> </a:t>
                </a:r>
                <a:r>
                  <a:rPr sz="1800" b="1" dirty="0" err="1">
                    <a:latin typeface="+mj-lt"/>
                    <a:ea typeface="+mj-lt"/>
                    <a:cs typeface="+mj-lt"/>
                  </a:rPr>
                  <a:t>người</a:t>
                </a:r>
                <a:r>
                  <a:rPr sz="1800" b="1" dirty="0">
                    <a:latin typeface="+mj-lt"/>
                    <a:ea typeface="+mj-lt"/>
                    <a:cs typeface="+mj-lt"/>
                  </a:rPr>
                  <a:t> </a:t>
                </a:r>
                <a:r>
                  <a:rPr sz="1800" b="1" dirty="0" err="1">
                    <a:latin typeface="+mj-lt"/>
                    <a:ea typeface="+mj-lt"/>
                    <a:cs typeface="+mj-lt"/>
                  </a:rPr>
                  <a:t>dùng</a:t>
                </a:r>
                <a:r>
                  <a:rPr sz="1800" b="1" dirty="0">
                    <a:latin typeface="+mj-lt"/>
                    <a:ea typeface="+mj-lt"/>
                    <a:cs typeface="+mj-lt"/>
                  </a:rPr>
                  <a:t> </a:t>
                </a:r>
                <a:r>
                  <a:rPr lang="vi-VN" sz="1800" b="1" dirty="0">
                    <a:latin typeface="+mj-lt"/>
                    <a:ea typeface="+mj-lt"/>
                    <a:cs typeface="+mj-lt"/>
                  </a:rPr>
                  <a:t>:</a:t>
                </a:r>
                <a:r>
                  <a:rPr sz="1800" dirty="0" err="1">
                    <a:latin typeface="+mj-lt"/>
                    <a:ea typeface="+mj-lt"/>
                    <a:cs typeface="+mj-lt"/>
                  </a:rPr>
                  <a:t>Đây</a:t>
                </a:r>
                <a:r>
                  <a:rPr sz="1800" dirty="0">
                    <a:latin typeface="+mj-lt"/>
                    <a:ea typeface="+mj-lt"/>
                    <a:cs typeface="+mj-lt"/>
                  </a:rPr>
                  <a:t> </a:t>
                </a:r>
                <a:r>
                  <a:rPr sz="1800" dirty="0" err="1">
                    <a:latin typeface="+mj-lt"/>
                    <a:ea typeface="+mj-lt"/>
                    <a:cs typeface="+mj-lt"/>
                  </a:rPr>
                  <a:t>là</a:t>
                </a:r>
                <a:r>
                  <a:rPr sz="1800" dirty="0">
                    <a:latin typeface="+mj-lt"/>
                    <a:ea typeface="+mj-lt"/>
                    <a:cs typeface="+mj-lt"/>
                  </a:rPr>
                  <a:t> </a:t>
                </a:r>
                <a:r>
                  <a:rPr sz="1800" dirty="0" err="1">
                    <a:latin typeface="+mj-lt"/>
                    <a:ea typeface="+mj-lt"/>
                    <a:cs typeface="+mj-lt"/>
                  </a:rPr>
                  <a:t>một</a:t>
                </a:r>
                <a:r>
                  <a:rPr sz="1800" dirty="0">
                    <a:latin typeface="+mj-lt"/>
                    <a:ea typeface="+mj-lt"/>
                    <a:cs typeface="+mj-lt"/>
                  </a:rPr>
                  <a:t> clickstream </a:t>
                </a:r>
                <a:r>
                  <a:rPr sz="1800" dirty="0" err="1">
                    <a:latin typeface="+mj-lt"/>
                    <a:ea typeface="+mj-lt"/>
                    <a:cs typeface="+mj-lt"/>
                  </a:rPr>
                  <a:t>được</a:t>
                </a:r>
                <a:r>
                  <a:rPr sz="1800" dirty="0">
                    <a:latin typeface="+mj-lt"/>
                    <a:ea typeface="+mj-lt"/>
                    <a:cs typeface="+mj-lt"/>
                  </a:rPr>
                  <a:t> </a:t>
                </a:r>
                <a:r>
                  <a:rPr sz="1800" dirty="0" err="1">
                    <a:latin typeface="+mj-lt"/>
                    <a:ea typeface="+mj-lt"/>
                    <a:cs typeface="+mj-lt"/>
                  </a:rPr>
                  <a:t>sinh</a:t>
                </a:r>
                <a:r>
                  <a:rPr sz="1800" dirty="0">
                    <a:latin typeface="+mj-lt"/>
                    <a:ea typeface="+mj-lt"/>
                    <a:cs typeface="+mj-lt"/>
                  </a:rPr>
                  <a:t> </a:t>
                </a:r>
                <a:r>
                  <a:rPr sz="1800" dirty="0" err="1">
                    <a:latin typeface="+mj-lt"/>
                    <a:ea typeface="+mj-lt"/>
                    <a:cs typeface="+mj-lt"/>
                  </a:rPr>
                  <a:t>ra</a:t>
                </a:r>
                <a:r>
                  <a:rPr sz="1800" dirty="0">
                    <a:latin typeface="+mj-lt"/>
                    <a:ea typeface="+mj-lt"/>
                    <a:cs typeface="+mj-lt"/>
                  </a:rPr>
                  <a:t> </a:t>
                </a:r>
                <a:r>
                  <a:rPr sz="1800" dirty="0" err="1">
                    <a:latin typeface="+mj-lt"/>
                    <a:ea typeface="+mj-lt"/>
                    <a:cs typeface="+mj-lt"/>
                  </a:rPr>
                  <a:t>bởi</a:t>
                </a:r>
                <a:r>
                  <a:rPr sz="1800" dirty="0">
                    <a:latin typeface="+mj-lt"/>
                    <a:ea typeface="+mj-lt"/>
                    <a:cs typeface="+mj-lt"/>
                  </a:rPr>
                  <a:t> </a:t>
                </a:r>
                <a:r>
                  <a:rPr sz="1800" dirty="0" err="1">
                    <a:latin typeface="+mj-lt"/>
                    <a:ea typeface="+mj-lt"/>
                    <a:cs typeface="+mj-lt"/>
                  </a:rPr>
                  <a:t>một</a:t>
                </a:r>
                <a:r>
                  <a:rPr sz="1800" dirty="0">
                    <a:latin typeface="+mj-lt"/>
                    <a:ea typeface="+mj-lt"/>
                    <a:cs typeface="+mj-lt"/>
                  </a:rPr>
                  <a:t> </a:t>
                </a:r>
                <a:r>
                  <a:rPr sz="1800" dirty="0" err="1">
                    <a:latin typeface="+mj-lt"/>
                    <a:ea typeface="+mj-lt"/>
                    <a:cs typeface="+mj-lt"/>
                  </a:rPr>
                  <a:t>người</a:t>
                </a:r>
                <a:r>
                  <a:rPr sz="1800" dirty="0">
                    <a:latin typeface="+mj-lt"/>
                    <a:ea typeface="+mj-lt"/>
                    <a:cs typeface="+mj-lt"/>
                  </a:rPr>
                  <a:t> </a:t>
                </a:r>
                <a:r>
                  <a:rPr sz="1800" dirty="0" err="1">
                    <a:latin typeface="+mj-lt"/>
                    <a:ea typeface="+mj-lt"/>
                    <a:cs typeface="+mj-lt"/>
                  </a:rPr>
                  <a:t>dùng</a:t>
                </a:r>
                <a:r>
                  <a:rPr sz="1800" dirty="0">
                    <a:latin typeface="+mj-lt"/>
                    <a:ea typeface="+mj-lt"/>
                    <a:cs typeface="+mj-lt"/>
                  </a:rPr>
                  <a:t> </a:t>
                </a:r>
                <a:r>
                  <a:rPr sz="1800" dirty="0" err="1">
                    <a:latin typeface="+mj-lt"/>
                    <a:ea typeface="+mj-lt"/>
                    <a:cs typeface="+mj-lt"/>
                  </a:rPr>
                  <a:t>thông</a:t>
                </a:r>
                <a:r>
                  <a:rPr sz="1800" dirty="0">
                    <a:latin typeface="+mj-lt"/>
                    <a:ea typeface="+mj-lt"/>
                    <a:cs typeface="+mj-lt"/>
                  </a:rPr>
                  <a:t> qua </a:t>
                </a:r>
                <a:r>
                  <a:rPr sz="1800" dirty="0" err="1">
                    <a:latin typeface="+mj-lt"/>
                    <a:ea typeface="+mj-lt"/>
                    <a:cs typeface="+mj-lt"/>
                  </a:rPr>
                  <a:t>các</a:t>
                </a:r>
                <a:r>
                  <a:rPr sz="1800" dirty="0">
                    <a:latin typeface="+mj-lt"/>
                    <a:ea typeface="+mj-lt"/>
                    <a:cs typeface="+mj-lt"/>
                  </a:rPr>
                  <a:t> </a:t>
                </a:r>
                <a:r>
                  <a:rPr sz="1800" dirty="0" err="1">
                    <a:latin typeface="+mj-lt"/>
                    <a:ea typeface="+mj-lt"/>
                    <a:cs typeface="+mj-lt"/>
                  </a:rPr>
                  <a:t>hành</a:t>
                </a:r>
                <a:r>
                  <a:rPr sz="1800" dirty="0">
                    <a:latin typeface="+mj-lt"/>
                    <a:ea typeface="+mj-lt"/>
                    <a:cs typeface="+mj-lt"/>
                  </a:rPr>
                  <a:t> </a:t>
                </a:r>
                <a:r>
                  <a:rPr sz="1800" dirty="0" err="1">
                    <a:latin typeface="+mj-lt"/>
                    <a:ea typeface="+mj-lt"/>
                    <a:cs typeface="+mj-lt"/>
                  </a:rPr>
                  <a:t>động</a:t>
                </a:r>
                <a:r>
                  <a:rPr sz="1800" dirty="0">
                    <a:latin typeface="+mj-lt"/>
                    <a:ea typeface="+mj-lt"/>
                    <a:cs typeface="+mj-lt"/>
                  </a:rPr>
                  <a:t> </a:t>
                </a:r>
                <a:r>
                  <a:rPr sz="1800" dirty="0" err="1">
                    <a:latin typeface="+mj-lt"/>
                    <a:ea typeface="+mj-lt"/>
                    <a:cs typeface="+mj-lt"/>
                  </a:rPr>
                  <a:t>cụ</a:t>
                </a:r>
                <a:r>
                  <a:rPr sz="1800" dirty="0">
                    <a:latin typeface="+mj-lt"/>
                    <a:ea typeface="+mj-lt"/>
                    <a:cs typeface="+mj-lt"/>
                  </a:rPr>
                  <a:t> </a:t>
                </a:r>
                <a:r>
                  <a:rPr sz="1800" dirty="0" err="1">
                    <a:latin typeface="+mj-lt"/>
                    <a:ea typeface="+mj-lt"/>
                    <a:cs typeface="+mj-lt"/>
                  </a:rPr>
                  <a:t>thể</a:t>
                </a:r>
                <a:r>
                  <a:rPr sz="1800" dirty="0">
                    <a:latin typeface="+mj-lt"/>
                    <a:ea typeface="+mj-lt"/>
                    <a:cs typeface="+mj-lt"/>
                  </a:rPr>
                  <a:t>, </a:t>
                </a:r>
                <a:r>
                  <a:rPr sz="1800" dirty="0" err="1">
                    <a:latin typeface="+mj-lt"/>
                    <a:ea typeface="+mj-lt"/>
                    <a:cs typeface="+mj-lt"/>
                  </a:rPr>
                  <a:t>chẳng</a:t>
                </a:r>
                <a:r>
                  <a:rPr sz="1800" dirty="0">
                    <a:latin typeface="+mj-lt"/>
                    <a:ea typeface="+mj-lt"/>
                    <a:cs typeface="+mj-lt"/>
                  </a:rPr>
                  <a:t> </a:t>
                </a:r>
                <a:r>
                  <a:rPr sz="1800" dirty="0" err="1">
                    <a:latin typeface="+mj-lt"/>
                    <a:ea typeface="+mj-lt"/>
                    <a:cs typeface="+mj-lt"/>
                  </a:rPr>
                  <a:t>hạn</a:t>
                </a:r>
                <a:r>
                  <a:rPr sz="1800" dirty="0">
                    <a:latin typeface="+mj-lt"/>
                    <a:ea typeface="+mj-lt"/>
                    <a:cs typeface="+mj-lt"/>
                  </a:rPr>
                  <a:t> </a:t>
                </a:r>
                <a:r>
                  <a:rPr sz="1800" dirty="0" err="1">
                    <a:latin typeface="+mj-lt"/>
                    <a:ea typeface="+mj-lt"/>
                    <a:cs typeface="+mj-lt"/>
                  </a:rPr>
                  <a:t>như</a:t>
                </a:r>
                <a:r>
                  <a:rPr sz="1800" dirty="0">
                    <a:latin typeface="+mj-lt"/>
                    <a:ea typeface="+mj-lt"/>
                    <a:cs typeface="+mj-lt"/>
                  </a:rPr>
                  <a:t> </a:t>
                </a:r>
                <a:r>
                  <a:rPr sz="1800" dirty="0" err="1">
                    <a:latin typeface="+mj-lt"/>
                    <a:ea typeface="+mj-lt"/>
                    <a:cs typeface="+mj-lt"/>
                  </a:rPr>
                  <a:t>duyệt</a:t>
                </a:r>
                <a:r>
                  <a:rPr sz="1800" dirty="0">
                    <a:latin typeface="+mj-lt"/>
                    <a:ea typeface="+mj-lt"/>
                    <a:cs typeface="+mj-lt"/>
                  </a:rPr>
                  <a:t> internet </a:t>
                </a:r>
                <a:r>
                  <a:rPr sz="1800" dirty="0" err="1">
                    <a:latin typeface="+mj-lt"/>
                    <a:ea typeface="+mj-lt"/>
                    <a:cs typeface="+mj-lt"/>
                  </a:rPr>
                  <a:t>hoặc</a:t>
                </a:r>
                <a:r>
                  <a:rPr sz="1800" dirty="0">
                    <a:latin typeface="+mj-lt"/>
                    <a:ea typeface="+mj-lt"/>
                    <a:cs typeface="+mj-lt"/>
                  </a:rPr>
                  <a:t> </a:t>
                </a:r>
                <a:r>
                  <a:rPr sz="1800" dirty="0" err="1">
                    <a:latin typeface="+mj-lt"/>
                    <a:ea typeface="+mj-lt"/>
                    <a:cs typeface="+mj-lt"/>
                  </a:rPr>
                  <a:t>điều</a:t>
                </a:r>
                <a:r>
                  <a:rPr sz="1800" dirty="0">
                    <a:latin typeface="+mj-lt"/>
                    <a:ea typeface="+mj-lt"/>
                    <a:cs typeface="+mj-lt"/>
                  </a:rPr>
                  <a:t> </a:t>
                </a:r>
                <a:r>
                  <a:rPr sz="1800" dirty="0" err="1">
                    <a:latin typeface="+mj-lt"/>
                    <a:ea typeface="+mj-lt"/>
                    <a:cs typeface="+mj-lt"/>
                  </a:rPr>
                  <a:t>hướng</a:t>
                </a:r>
                <a:r>
                  <a:rPr sz="1800" dirty="0">
                    <a:latin typeface="+mj-lt"/>
                    <a:ea typeface="+mj-lt"/>
                    <a:cs typeface="+mj-lt"/>
                  </a:rPr>
                  <a:t> </a:t>
                </a:r>
                <a:r>
                  <a:rPr sz="1800" dirty="0" err="1">
                    <a:latin typeface="+mj-lt"/>
                    <a:ea typeface="+mj-lt"/>
                    <a:cs typeface="+mj-lt"/>
                  </a:rPr>
                  <a:t>các</a:t>
                </a:r>
                <a:r>
                  <a:rPr sz="1800" dirty="0">
                    <a:latin typeface="+mj-lt"/>
                    <a:ea typeface="+mj-lt"/>
                    <a:cs typeface="+mj-lt"/>
                  </a:rPr>
                  <a:t> </a:t>
                </a:r>
                <a:r>
                  <a:rPr sz="1800" dirty="0" err="1">
                    <a:latin typeface="+mj-lt"/>
                    <a:ea typeface="+mj-lt"/>
                    <a:cs typeface="+mj-lt"/>
                  </a:rPr>
                  <a:t>thư</a:t>
                </a:r>
                <a:r>
                  <a:rPr sz="1800" dirty="0">
                    <a:latin typeface="+mj-lt"/>
                    <a:ea typeface="+mj-lt"/>
                    <a:cs typeface="+mj-lt"/>
                  </a:rPr>
                  <a:t> </a:t>
                </a:r>
                <a:r>
                  <a:rPr sz="1800" dirty="0" err="1">
                    <a:latin typeface="+mj-lt"/>
                    <a:ea typeface="+mj-lt"/>
                    <a:cs typeface="+mj-lt"/>
                  </a:rPr>
                  <a:t>mục</a:t>
                </a:r>
                <a:r>
                  <a:rPr sz="1800" dirty="0">
                    <a:latin typeface="+mj-lt"/>
                    <a:ea typeface="+mj-lt"/>
                    <a:cs typeface="+mj-lt"/>
                  </a:rPr>
                  <a:t> </a:t>
                </a:r>
                <a:r>
                  <a:rPr sz="1800" dirty="0" err="1">
                    <a:latin typeface="+mj-lt"/>
                    <a:ea typeface="+mj-lt"/>
                    <a:cs typeface="+mj-lt"/>
                  </a:rPr>
                  <a:t>trên</a:t>
                </a:r>
                <a:r>
                  <a:rPr sz="1800" dirty="0">
                    <a:latin typeface="+mj-lt"/>
                    <a:ea typeface="+mj-lt"/>
                    <a:cs typeface="+mj-lt"/>
                  </a:rPr>
                  <a:t> </a:t>
                </a:r>
                <a:r>
                  <a:rPr sz="1800" dirty="0" err="1">
                    <a:latin typeface="+mj-lt"/>
                    <a:ea typeface="+mj-lt"/>
                    <a:cs typeface="+mj-lt"/>
                  </a:rPr>
                  <a:t>máy</a:t>
                </a:r>
                <a:r>
                  <a:rPr sz="1800" dirty="0">
                    <a:latin typeface="+mj-lt"/>
                    <a:ea typeface="+mj-lt"/>
                    <a:cs typeface="+mj-lt"/>
                  </a:rPr>
                  <a:t> </a:t>
                </a:r>
                <a:r>
                  <a:rPr sz="1800" dirty="0" err="1">
                    <a:latin typeface="+mj-lt"/>
                    <a:ea typeface="+mj-lt"/>
                    <a:cs typeface="+mj-lt"/>
                  </a:rPr>
                  <a:t>tính</a:t>
                </a:r>
                <a:r>
                  <a:rPr sz="1800" dirty="0">
                    <a:latin typeface="+mj-lt"/>
                    <a:ea typeface="+mj-lt"/>
                    <a:cs typeface="+mj-lt"/>
                  </a:rPr>
                  <a:t>. </a:t>
                </a:r>
                <a:r>
                  <a:rPr sz="1800" dirty="0" err="1">
                    <a:latin typeface="+mj-lt"/>
                    <a:ea typeface="+mj-lt"/>
                    <a:cs typeface="+mj-lt"/>
                  </a:rPr>
                  <a:t>Mỗi</a:t>
                </a:r>
                <a:r>
                  <a:rPr sz="1800" dirty="0">
                    <a:latin typeface="+mj-lt"/>
                    <a:ea typeface="+mj-lt"/>
                    <a:cs typeface="+mj-lt"/>
                  </a:rPr>
                  <a:t> </a:t>
                </a:r>
                <a:r>
                  <a:rPr sz="1800" dirty="0" err="1">
                    <a:latin typeface="+mj-lt"/>
                    <a:ea typeface="+mj-lt"/>
                    <a:cs typeface="+mj-lt"/>
                  </a:rPr>
                  <a:t>một</a:t>
                </a:r>
                <a:r>
                  <a:rPr sz="1800" dirty="0">
                    <a:latin typeface="+mj-lt"/>
                    <a:ea typeface="+mj-lt"/>
                    <a:cs typeface="+mj-lt"/>
                  </a:rPr>
                  <a:t> user clickstream </a:t>
                </a:r>
                <a:r>
                  <a:rPr sz="1800" dirty="0" err="1">
                    <a:latin typeface="+mj-lt"/>
                    <a:ea typeface="+mj-lt"/>
                    <a:cs typeface="+mj-lt"/>
                  </a:rPr>
                  <a:t>này</a:t>
                </a:r>
                <a:r>
                  <a:rPr sz="1800" dirty="0">
                    <a:latin typeface="+mj-lt"/>
                    <a:ea typeface="+mj-lt"/>
                    <a:cs typeface="+mj-lt"/>
                  </a:rPr>
                  <a:t> </a:t>
                </a:r>
                <a:r>
                  <a:rPr sz="1800" dirty="0" err="1">
                    <a:latin typeface="+mj-lt"/>
                    <a:ea typeface="+mj-lt"/>
                    <a:cs typeface="+mj-lt"/>
                  </a:rPr>
                  <a:t>sẽ</a:t>
                </a:r>
                <a:r>
                  <a:rPr sz="1800" dirty="0">
                    <a:latin typeface="+mj-lt"/>
                    <a:ea typeface="+mj-lt"/>
                    <a:cs typeface="+mj-lt"/>
                  </a:rPr>
                  <a:t> </a:t>
                </a:r>
                <a:r>
                  <a:rPr sz="1800" dirty="0" err="1">
                    <a:latin typeface="+mj-lt"/>
                    <a:ea typeface="+mj-lt"/>
                    <a:cs typeface="+mj-lt"/>
                  </a:rPr>
                  <a:t>được</a:t>
                </a:r>
                <a:r>
                  <a:rPr sz="1800" dirty="0">
                    <a:latin typeface="+mj-lt"/>
                    <a:ea typeface="+mj-lt"/>
                    <a:cs typeface="+mj-lt"/>
                  </a:rPr>
                  <a:t> </a:t>
                </a:r>
                <a:r>
                  <a:rPr sz="1800" dirty="0" err="1">
                    <a:latin typeface="+mj-lt"/>
                    <a:ea typeface="+mj-lt"/>
                    <a:cs typeface="+mj-lt"/>
                  </a:rPr>
                  <a:t>gán</a:t>
                </a:r>
                <a:r>
                  <a:rPr sz="1800" dirty="0">
                    <a:latin typeface="+mj-lt"/>
                    <a:ea typeface="+mj-lt"/>
                    <a:cs typeface="+mj-lt"/>
                  </a:rPr>
                  <a:t> </a:t>
                </a:r>
                <a:r>
                  <a:rPr sz="1800" dirty="0" err="1">
                    <a:latin typeface="+mj-lt"/>
                    <a:ea typeface="+mj-lt"/>
                    <a:cs typeface="+mj-lt"/>
                  </a:rPr>
                  <a:t>cho</a:t>
                </a:r>
                <a:r>
                  <a:rPr sz="1800" dirty="0">
                    <a:latin typeface="+mj-lt"/>
                    <a:ea typeface="+mj-lt"/>
                    <a:cs typeface="+mj-lt"/>
                  </a:rPr>
                  <a:t> </a:t>
                </a:r>
                <a:r>
                  <a:rPr sz="1800" dirty="0" err="1">
                    <a:latin typeface="+mj-lt"/>
                    <a:ea typeface="+mj-lt"/>
                    <a:cs typeface="+mj-lt"/>
                  </a:rPr>
                  <a:t>một</a:t>
                </a:r>
                <a:r>
                  <a:rPr sz="1800" dirty="0">
                    <a:latin typeface="+mj-lt"/>
                    <a:ea typeface="+mj-lt"/>
                    <a:cs typeface="+mj-lt"/>
                  </a:rPr>
                  <a:t> </a:t>
                </a:r>
                <a:r>
                  <a:rPr sz="1800" dirty="0" err="1">
                    <a:latin typeface="+mj-lt"/>
                    <a:ea typeface="+mj-lt"/>
                    <a:cs typeface="+mj-lt"/>
                  </a:rPr>
                  <a:t>mã</a:t>
                </a:r>
                <a:r>
                  <a:rPr sz="1800" dirty="0">
                    <a:latin typeface="+mj-lt"/>
                    <a:ea typeface="+mj-lt"/>
                    <a:cs typeface="+mj-lt"/>
                  </a:rPr>
                  <a:t> </a:t>
                </a:r>
                <a:r>
                  <a:rPr sz="1800" dirty="0" err="1">
                    <a:latin typeface="+mj-lt"/>
                    <a:ea typeface="+mj-lt"/>
                    <a:cs typeface="+mj-lt"/>
                  </a:rPr>
                  <a:t>định</a:t>
                </a:r>
                <a:r>
                  <a:rPr sz="1800" dirty="0">
                    <a:latin typeface="+mj-lt"/>
                    <a:ea typeface="+mj-lt"/>
                    <a:cs typeface="+mj-lt"/>
                  </a:rPr>
                  <a:t> </a:t>
                </a:r>
                <a:r>
                  <a:rPr sz="1800" dirty="0" err="1">
                    <a:latin typeface="+mj-lt"/>
                    <a:ea typeface="+mj-lt"/>
                    <a:cs typeface="+mj-lt"/>
                  </a:rPr>
                  <a:t>danh</a:t>
                </a:r>
                <a:r>
                  <a:rPr sz="1800" dirty="0">
                    <a:latin typeface="+mj-lt"/>
                    <a:ea typeface="+mj-lt"/>
                    <a:cs typeface="+mj-lt"/>
                  </a:rPr>
                  <a:t> </a:t>
                </a:r>
                <a:r>
                  <a:rPr sz="1800" dirty="0" err="1">
                    <a:latin typeface="+mj-lt"/>
                    <a:ea typeface="+mj-lt"/>
                    <a:cs typeface="+mj-lt"/>
                  </a:rPr>
                  <a:t>duy</a:t>
                </a:r>
                <a:r>
                  <a:rPr sz="1800" dirty="0">
                    <a:latin typeface="+mj-lt"/>
                    <a:ea typeface="+mj-lt"/>
                    <a:cs typeface="+mj-lt"/>
                  </a:rPr>
                  <a:t> </a:t>
                </a:r>
                <a:r>
                  <a:rPr sz="1800" dirty="0" err="1">
                    <a:latin typeface="+mj-lt"/>
                    <a:ea typeface="+mj-lt"/>
                    <a:cs typeface="+mj-lt"/>
                  </a:rPr>
                  <a:t>nhất</a:t>
                </a:r>
                <a:r>
                  <a:rPr sz="1800" dirty="0">
                    <a:latin typeface="+mj-lt"/>
                    <a:ea typeface="+mj-lt"/>
                    <a:cs typeface="+mj-lt"/>
                  </a:rPr>
                  <a:t> </a:t>
                </a:r>
                <a:r>
                  <a:rPr sz="1800" dirty="0" err="1">
                    <a:latin typeface="+mj-lt"/>
                    <a:ea typeface="+mj-lt"/>
                    <a:cs typeface="+mj-lt"/>
                  </a:rPr>
                  <a:t>được</a:t>
                </a:r>
                <a:r>
                  <a:rPr sz="1800" dirty="0">
                    <a:latin typeface="+mj-lt"/>
                    <a:ea typeface="+mj-lt"/>
                    <a:cs typeface="+mj-lt"/>
                  </a:rPr>
                  <a:t> </a:t>
                </a:r>
                <a:r>
                  <a:rPr sz="1800" dirty="0" err="1">
                    <a:latin typeface="+mj-lt"/>
                    <a:ea typeface="+mj-lt"/>
                    <a:cs typeface="+mj-lt"/>
                  </a:rPr>
                  <a:t>gọi</a:t>
                </a:r>
                <a:r>
                  <a:rPr sz="1800" dirty="0">
                    <a:latin typeface="+mj-lt"/>
                    <a:ea typeface="+mj-lt"/>
                    <a:cs typeface="+mj-lt"/>
                  </a:rPr>
                  <a:t> </a:t>
                </a:r>
                <a:r>
                  <a:rPr sz="1800" dirty="0" err="1">
                    <a:latin typeface="+mj-lt"/>
                    <a:ea typeface="+mj-lt"/>
                    <a:cs typeface="+mj-lt"/>
                  </a:rPr>
                  <a:t>là</a:t>
                </a:r>
                <a:r>
                  <a:rPr sz="1800" dirty="0">
                    <a:latin typeface="+mj-lt"/>
                    <a:ea typeface="+mj-lt"/>
                    <a:cs typeface="+mj-lt"/>
                  </a:rPr>
                  <a:t> UCID</a:t>
                </a:r>
              </a:p>
              <a:p>
                <a:pPr>
                  <a:spcBef>
                    <a:spcPts val="0"/>
                  </a:spcBef>
                  <a:spcAft>
                    <a:spcPts val="0"/>
                  </a:spcAft>
                  <a:buNone/>
                </a:pPr>
                <a:r>
                  <a:rPr sz="1800" dirty="0">
                    <a:latin typeface="+mj-lt"/>
                    <a:ea typeface="+mj-lt"/>
                    <a:cs typeface="+mj-lt"/>
                  </a:rPr>
                  <a:t>.</a:t>
                </a:r>
              </a:p>
            </p:txBody>
          </p:sp>
        </mc:Choice>
        <mc:Fallback>
          <p:sp>
            <p:nvSpPr>
              <p:cNvPr id="13" name="TextBox 14">
                <a:extLst>
                  <a:ext uri="{FF2B5EF4-FFF2-40B4-BE49-F238E27FC236}">
                    <a16:creationId xmlns:a16="http://schemas.microsoft.com/office/drawing/2014/main" id="{E9D83D89-DD9C-4DFB-44CC-B28F3E83F820}"/>
                  </a:ext>
                </a:extLst>
              </p:cNvPr>
              <p:cNvSpPr>
                <a:spLocks noGrp="1" noRot="1" noChangeAspect="1" noMove="1" noResize="1" noEditPoints="1" noAdjustHandles="1" noChangeArrowheads="1" noChangeShapeType="1" noTextEdit="1"/>
              </p:cNvSpPr>
              <p:nvPr/>
            </p:nvSpPr>
            <p:spPr>
              <a:xfrm>
                <a:off x="344476" y="668800"/>
                <a:ext cx="8432712" cy="4681025"/>
              </a:xfrm>
              <a:prstGeom prst="rect">
                <a:avLst/>
              </a:prstGeom>
              <a:blipFill>
                <a:blip r:embed="rId3"/>
                <a:stretch>
                  <a:fillRect l="-2242" t="-2083" r="-2097" b="-2083"/>
                </a:stretch>
              </a:blipFill>
            </p:spPr>
            <p:txBody>
              <a:bodyPr/>
              <a:lstStyle/>
              <a:p>
                <a:r>
                  <a:rPr lang="vi-VN">
                    <a:noFill/>
                  </a:rPr>
                  <a:t> </a:t>
                </a:r>
              </a:p>
            </p:txBody>
          </p:sp>
        </mc:Fallback>
      </mc:AlternateContent>
      <p:grpSp>
        <p:nvGrpSpPr>
          <p:cNvPr id="2" name="Group 3">
            <a:extLst>
              <a:ext uri="{FF2B5EF4-FFF2-40B4-BE49-F238E27FC236}">
                <a16:creationId xmlns:a16="http://schemas.microsoft.com/office/drawing/2014/main" id="{367BB032-14E6-1EE7-FEAB-C56ECEE936A0}"/>
              </a:ext>
            </a:extLst>
          </p:cNvPr>
          <p:cNvGrpSpPr/>
          <p:nvPr/>
        </p:nvGrpSpPr>
        <p:grpSpPr>
          <a:xfrm>
            <a:off x="0" y="-19526"/>
            <a:ext cx="9144000" cy="535020"/>
            <a:chOff x="0" y="0"/>
            <a:chExt cx="24384000" cy="1426718"/>
          </a:xfrm>
        </p:grpSpPr>
        <p:sp>
          <p:nvSpPr>
            <p:cNvPr id="3" name="Freeform 4">
              <a:extLst>
                <a:ext uri="{FF2B5EF4-FFF2-40B4-BE49-F238E27FC236}">
                  <a16:creationId xmlns:a16="http://schemas.microsoft.com/office/drawing/2014/main" id="{5E48507B-1FAC-91FA-4BC3-BF0FEFA59775}"/>
                </a:ext>
              </a:extLst>
            </p:cNvPr>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E95856"/>
            </a:solidFill>
            <a:ln w="12700">
              <a:solidFill>
                <a:srgbClr val="000000"/>
              </a:solidFill>
            </a:ln>
          </p:spPr>
        </p:sp>
      </p:grpSp>
      <p:grpSp>
        <p:nvGrpSpPr>
          <p:cNvPr id="6" name="Group 7">
            <a:extLst>
              <a:ext uri="{FF2B5EF4-FFF2-40B4-BE49-F238E27FC236}">
                <a16:creationId xmlns:a16="http://schemas.microsoft.com/office/drawing/2014/main" id="{2CBDBF5B-8DC7-F882-3966-5C53B9B013E0}"/>
              </a:ext>
            </a:extLst>
          </p:cNvPr>
          <p:cNvGrpSpPr/>
          <p:nvPr/>
        </p:nvGrpSpPr>
        <p:grpSpPr>
          <a:xfrm>
            <a:off x="514350" y="4969883"/>
            <a:ext cx="7833601" cy="76945"/>
            <a:chOff x="0" y="0"/>
            <a:chExt cx="20889601" cy="205185"/>
          </a:xfrm>
        </p:grpSpPr>
        <p:sp>
          <p:nvSpPr>
            <p:cNvPr id="7" name="Freeform 8">
              <a:extLst>
                <a:ext uri="{FF2B5EF4-FFF2-40B4-BE49-F238E27FC236}">
                  <a16:creationId xmlns:a16="http://schemas.microsoft.com/office/drawing/2014/main" id="{E96E9652-DC2D-D40F-6D00-E64B9CA8CF7F}"/>
                </a:ext>
              </a:extLst>
            </p:cNvPr>
            <p:cNvSpPr/>
            <p:nvPr/>
          </p:nvSpPr>
          <p:spPr>
            <a:xfrm>
              <a:off x="0" y="0"/>
              <a:ext cx="20889595" cy="205232"/>
            </a:xfrm>
            <a:custGeom>
              <a:avLst/>
              <a:gdLst/>
              <a:ahLst/>
              <a:cxnLst/>
              <a:rect l="l" t="t" r="r" b="b"/>
              <a:pathLst>
                <a:path w="20889595" h="205232">
                  <a:moveTo>
                    <a:pt x="0" y="0"/>
                  </a:moveTo>
                  <a:lnTo>
                    <a:pt x="20889595" y="0"/>
                  </a:lnTo>
                  <a:lnTo>
                    <a:pt x="20889595" y="205232"/>
                  </a:lnTo>
                  <a:lnTo>
                    <a:pt x="0" y="205232"/>
                  </a:lnTo>
                  <a:lnTo>
                    <a:pt x="0" y="0"/>
                  </a:lnTo>
                  <a:close/>
                </a:path>
              </a:pathLst>
            </a:custGeom>
            <a:blipFill>
              <a:blip r:embed="rId4"/>
              <a:stretch>
                <a:fillRect t="-17868" b="-17845"/>
              </a:stretch>
            </a:blipFill>
          </p:spPr>
        </p:sp>
      </p:grpSp>
      <p:grpSp>
        <p:nvGrpSpPr>
          <p:cNvPr id="8" name="Group 9">
            <a:extLst>
              <a:ext uri="{FF2B5EF4-FFF2-40B4-BE49-F238E27FC236}">
                <a16:creationId xmlns:a16="http://schemas.microsoft.com/office/drawing/2014/main" id="{5E4795C7-FC0E-8136-A28C-081FD6868BB0}"/>
              </a:ext>
            </a:extLst>
          </p:cNvPr>
          <p:cNvGrpSpPr/>
          <p:nvPr/>
        </p:nvGrpSpPr>
        <p:grpSpPr>
          <a:xfrm>
            <a:off x="238964" y="1668"/>
            <a:ext cx="2467785" cy="513826"/>
            <a:chOff x="0" y="0"/>
            <a:chExt cx="6580759" cy="1370203"/>
          </a:xfrm>
        </p:grpSpPr>
        <p:sp>
          <p:nvSpPr>
            <p:cNvPr id="9" name="Freeform 10" descr="A black background with white text  Description automatically generated">
              <a:extLst>
                <a:ext uri="{FF2B5EF4-FFF2-40B4-BE49-F238E27FC236}">
                  <a16:creationId xmlns:a16="http://schemas.microsoft.com/office/drawing/2014/main" id="{BEF4229D-56DC-491F-11BC-66EA52E4E918}"/>
                </a:ext>
              </a:extLst>
            </p:cNvPr>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5"/>
              <a:stretch>
                <a:fillRect l="-194" r="-194"/>
              </a:stretch>
            </a:blipFill>
          </p:spPr>
        </p:sp>
      </p:grpSp>
    </p:spTree>
    <p:extLst>
      <p:ext uri="{BB962C8B-B14F-4D97-AF65-F5344CB8AC3E}">
        <p14:creationId xmlns:p14="http://schemas.microsoft.com/office/powerpoint/2010/main" val="3026227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5">
            <a:extLst>
              <a:ext uri="{FF2B5EF4-FFF2-40B4-BE49-F238E27FC236}">
                <a16:creationId xmlns:a16="http://schemas.microsoft.com/office/drawing/2014/main" id="{74F63A51-B0B0-EA30-8376-232AEE2D211C}"/>
              </a:ext>
            </a:extLst>
          </p:cNvPr>
          <p:cNvGrpSpPr/>
          <p:nvPr/>
        </p:nvGrpSpPr>
        <p:grpSpPr>
          <a:xfrm>
            <a:off x="-160282" y="4969883"/>
            <a:ext cx="9304283" cy="284619"/>
            <a:chOff x="0" y="0"/>
            <a:chExt cx="24811420" cy="758984"/>
          </a:xfrm>
        </p:grpSpPr>
        <p:sp>
          <p:nvSpPr>
            <p:cNvPr id="5" name="Freeform 6">
              <a:extLst>
                <a:ext uri="{FF2B5EF4-FFF2-40B4-BE49-F238E27FC236}">
                  <a16:creationId xmlns:a16="http://schemas.microsoft.com/office/drawing/2014/main" id="{87ADE6AD-EC95-CF63-4DA6-A2194EC40233}"/>
                </a:ext>
              </a:extLst>
            </p:cNvPr>
            <p:cNvSpPr/>
            <p:nvPr/>
          </p:nvSpPr>
          <p:spPr>
            <a:xfrm>
              <a:off x="0" y="0"/>
              <a:ext cx="24811482" cy="758952"/>
            </a:xfrm>
            <a:custGeom>
              <a:avLst/>
              <a:gdLst/>
              <a:ahLst/>
              <a:cxnLst/>
              <a:rect l="l" t="t" r="r" b="b"/>
              <a:pathLst>
                <a:path w="24811482" h="758952">
                  <a:moveTo>
                    <a:pt x="285242" y="0"/>
                  </a:moveTo>
                  <a:lnTo>
                    <a:pt x="24811482" y="0"/>
                  </a:lnTo>
                  <a:lnTo>
                    <a:pt x="24811482" y="740410"/>
                  </a:lnTo>
                  <a:lnTo>
                    <a:pt x="0" y="758952"/>
                  </a:lnTo>
                  <a:lnTo>
                    <a:pt x="285242" y="0"/>
                  </a:lnTo>
                  <a:close/>
                </a:path>
              </a:pathLst>
            </a:custGeom>
            <a:solidFill>
              <a:srgbClr val="E95856"/>
            </a:solidFill>
            <a:ln w="12700">
              <a:solidFill>
                <a:srgbClr val="000000"/>
              </a:solidFill>
            </a:ln>
          </p:spPr>
        </p:sp>
      </p:grpSp>
      <p:sp>
        <p:nvSpPr>
          <p:cNvPr id="16" name="Slide Number Placeholder 14">
            <a:extLst>
              <a:ext uri="{FF2B5EF4-FFF2-40B4-BE49-F238E27FC236}">
                <a16:creationId xmlns:a16="http://schemas.microsoft.com/office/drawing/2014/main" id="{38D1A3DD-08AD-F6E6-0302-907FCA42F967}"/>
              </a:ext>
            </a:extLst>
          </p:cNvPr>
          <p:cNvSpPr>
            <a:spLocks noGrp="1"/>
          </p:cNvSpPr>
          <p:nvPr/>
        </p:nvSpPr>
        <p:spPr>
          <a:xfrm>
            <a:off x="8347710" y="4970145"/>
            <a:ext cx="795655" cy="259715"/>
          </a:xfrm>
        </p:spPr>
        <p:txBody>
          <a:bodyPr/>
          <a:lst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a:lstStyle>
          <a:p>
            <a:pPr algn="ctr">
              <a:buNone/>
            </a:pPr>
            <a:fld id="{B6F15528-21DE-4FAA-801E-634DDDAF4B2B}" type="slidenum">
              <a:rPr>
                <a:latin typeface="Times New Roman"/>
                <a:ea typeface="Times New Roman"/>
                <a:cs typeface="Times New Roman"/>
              </a:rPr>
              <a:t>7</a:t>
            </a:fld>
            <a:endParaRPr>
              <a:latin typeface="Times New Roman"/>
              <a:ea typeface="Times New Roman"/>
              <a:cs typeface="Times New Roman"/>
            </a:endParaRPr>
          </a:p>
        </p:txBody>
      </p:sp>
      <p:sp>
        <p:nvSpPr>
          <p:cNvPr id="13" name="TextBox 14">
            <a:extLst>
              <a:ext uri="{FF2B5EF4-FFF2-40B4-BE49-F238E27FC236}">
                <a16:creationId xmlns:a16="http://schemas.microsoft.com/office/drawing/2014/main" id="{F9B821EA-E5A5-5753-A0AB-D839BAA67253}"/>
              </a:ext>
            </a:extLst>
          </p:cNvPr>
          <p:cNvSpPr>
            <a:spLocks noGrp="1"/>
          </p:cNvSpPr>
          <p:nvPr/>
        </p:nvSpPr>
        <p:spPr>
          <a:xfrm>
            <a:off x="344476" y="668800"/>
            <a:ext cx="8432712" cy="4001095"/>
          </a:xfrm>
          <a:prstGeom prst="rect">
            <a:avLst/>
          </a:prstGeom>
        </p:spPr>
        <p:txBody>
          <a:bodyPr lIns="0" tIns="0" rIns="0" bIns="0" anchor="t">
            <a:spAutoFit/>
          </a:bodyPr>
          <a:lstStyle/>
          <a:p>
            <a:r>
              <a:rPr sz="2400" b="1" dirty="0">
                <a:latin typeface="Times New Roman"/>
                <a:ea typeface="Times New Roman"/>
                <a:cs typeface="Times New Roman"/>
              </a:rPr>
              <a:t>1. GIỚI THIỆU CHUNG</a:t>
            </a:r>
          </a:p>
          <a:p>
            <a:r>
              <a:rPr sz="2000" b="1" dirty="0">
                <a:latin typeface="Times New Roman"/>
                <a:ea typeface="Times New Roman"/>
                <a:cs typeface="Times New Roman"/>
              </a:rPr>
              <a:t> 1.3. </a:t>
            </a:r>
            <a:r>
              <a:rPr sz="1800" b="1" dirty="0">
                <a:latin typeface="+mj-lt"/>
                <a:ea typeface="+mj-lt"/>
                <a:cs typeface="+mj-lt"/>
              </a:rPr>
              <a:t>Kiến </a:t>
            </a:r>
            <a:r>
              <a:rPr sz="1800" b="1" dirty="0" err="1">
                <a:latin typeface="+mj-lt"/>
                <a:ea typeface="+mj-lt"/>
                <a:cs typeface="+mj-lt"/>
              </a:rPr>
              <a:t>trúc</a:t>
            </a:r>
            <a:r>
              <a:rPr sz="1800" b="1" dirty="0">
                <a:latin typeface="+mj-lt"/>
                <a:ea typeface="+mj-lt"/>
                <a:cs typeface="+mj-lt"/>
              </a:rPr>
              <a:t> </a:t>
            </a:r>
            <a:r>
              <a:rPr sz="1800" b="1" dirty="0" err="1">
                <a:latin typeface="+mj-lt"/>
                <a:ea typeface="+mj-lt"/>
                <a:cs typeface="+mj-lt"/>
              </a:rPr>
              <a:t>pesudo</a:t>
            </a:r>
            <a:r>
              <a:rPr sz="2000" b="1" dirty="0">
                <a:latin typeface="Times New Roman"/>
                <a:ea typeface="Times New Roman"/>
                <a:cs typeface="Times New Roman"/>
              </a:rPr>
              <a:t>	</a:t>
            </a:r>
          </a:p>
          <a:p>
            <a:pPr>
              <a:spcBef>
                <a:spcPts val="0"/>
              </a:spcBef>
              <a:spcAft>
                <a:spcPts val="0"/>
              </a:spcAft>
              <a:buNone/>
            </a:pPr>
            <a:r>
              <a:rPr sz="1800" dirty="0">
                <a:latin typeface="+mj-lt"/>
                <a:ea typeface="+mj-lt"/>
                <a:cs typeface="+mj-lt"/>
              </a:rPr>
              <a:t>​	</a:t>
            </a:r>
            <a:r>
              <a:rPr sz="1800" b="1" dirty="0">
                <a:latin typeface="+mj-lt"/>
                <a:ea typeface="+mj-lt"/>
                <a:cs typeface="+mj-lt"/>
              </a:rPr>
              <a:t>Kiến </a:t>
            </a:r>
            <a:r>
              <a:rPr sz="1800" b="1" dirty="0" err="1">
                <a:latin typeface="+mj-lt"/>
                <a:ea typeface="+mj-lt"/>
                <a:cs typeface="+mj-lt"/>
              </a:rPr>
              <a:t>trúc</a:t>
            </a:r>
            <a:r>
              <a:rPr sz="1800" b="1" dirty="0">
                <a:latin typeface="+mj-lt"/>
                <a:ea typeface="+mj-lt"/>
                <a:cs typeface="+mj-lt"/>
              </a:rPr>
              <a:t> </a:t>
            </a:r>
            <a:r>
              <a:rPr sz="1800" b="1" dirty="0" err="1">
                <a:latin typeface="+mj-lt"/>
                <a:ea typeface="+mj-lt"/>
                <a:cs typeface="+mj-lt"/>
              </a:rPr>
              <a:t>của</a:t>
            </a:r>
            <a:r>
              <a:rPr sz="1800" b="1" dirty="0">
                <a:latin typeface="+mj-lt"/>
                <a:ea typeface="+mj-lt"/>
                <a:cs typeface="+mj-lt"/>
              </a:rPr>
              <a:t> Pseudo-</a:t>
            </a:r>
            <a:r>
              <a:rPr sz="1800" b="1" dirty="0" err="1">
                <a:latin typeface="+mj-lt"/>
                <a:ea typeface="+mj-lt"/>
                <a:cs typeface="+mj-lt"/>
              </a:rPr>
              <a:t>IDList</a:t>
            </a:r>
            <a:r>
              <a:rPr sz="1800" b="1" dirty="0">
                <a:latin typeface="+mj-lt"/>
                <a:ea typeface="+mj-lt"/>
                <a:cs typeface="+mj-lt"/>
              </a:rPr>
              <a:t>:</a:t>
            </a:r>
            <a:r>
              <a:rPr sz="1800" dirty="0">
                <a:latin typeface="+mj-lt"/>
                <a:ea typeface="+mj-lt"/>
                <a:cs typeface="+mj-lt"/>
              </a:rPr>
              <a:t> </a:t>
            </a:r>
            <a:r>
              <a:rPr sz="1800" dirty="0" err="1">
                <a:latin typeface="+mj-lt"/>
                <a:ea typeface="+mj-lt"/>
                <a:cs typeface="+mj-lt"/>
              </a:rPr>
              <a:t>được</a:t>
            </a:r>
            <a:r>
              <a:rPr sz="1800" dirty="0">
                <a:latin typeface="+mj-lt"/>
                <a:ea typeface="+mj-lt"/>
                <a:cs typeface="+mj-lt"/>
              </a:rPr>
              <a:t> </a:t>
            </a:r>
            <a:r>
              <a:rPr sz="1800" dirty="0" err="1">
                <a:latin typeface="+mj-lt"/>
                <a:ea typeface="+mj-lt"/>
                <a:cs typeface="+mj-lt"/>
              </a:rPr>
              <a:t>thiết</a:t>
            </a:r>
            <a:r>
              <a:rPr sz="1800" dirty="0">
                <a:latin typeface="+mj-lt"/>
                <a:ea typeface="+mj-lt"/>
                <a:cs typeface="+mj-lt"/>
              </a:rPr>
              <a:t> </a:t>
            </a:r>
            <a:r>
              <a:rPr sz="1800" dirty="0" err="1">
                <a:latin typeface="+mj-lt"/>
                <a:ea typeface="+mj-lt"/>
                <a:cs typeface="+mj-lt"/>
              </a:rPr>
              <a:t>kế</a:t>
            </a:r>
            <a:r>
              <a:rPr sz="1800" dirty="0">
                <a:latin typeface="+mj-lt"/>
                <a:ea typeface="+mj-lt"/>
                <a:cs typeface="+mj-lt"/>
              </a:rPr>
              <a:t> </a:t>
            </a:r>
            <a:r>
              <a:rPr sz="1800" dirty="0" err="1">
                <a:latin typeface="+mj-lt"/>
                <a:ea typeface="+mj-lt"/>
                <a:cs typeface="+mj-lt"/>
              </a:rPr>
              <a:t>như</a:t>
            </a:r>
            <a:r>
              <a:rPr sz="1800" dirty="0">
                <a:latin typeface="+mj-lt"/>
                <a:ea typeface="+mj-lt"/>
                <a:cs typeface="+mj-lt"/>
              </a:rPr>
              <a:t> </a:t>
            </a:r>
            <a:r>
              <a:rPr sz="1800" dirty="0" err="1">
                <a:latin typeface="+mj-lt"/>
                <a:ea typeface="+mj-lt"/>
                <a:cs typeface="+mj-lt"/>
              </a:rPr>
              <a:t>một</a:t>
            </a:r>
            <a:r>
              <a:rPr sz="1800" dirty="0">
                <a:latin typeface="+mj-lt"/>
                <a:ea typeface="+mj-lt"/>
                <a:cs typeface="+mj-lt"/>
              </a:rPr>
              <a:t> </a:t>
            </a:r>
            <a:r>
              <a:rPr sz="1800" dirty="0" err="1">
                <a:latin typeface="+mj-lt"/>
                <a:ea typeface="+mj-lt"/>
                <a:cs typeface="+mj-lt"/>
              </a:rPr>
              <a:t>cấu</a:t>
            </a:r>
            <a:r>
              <a:rPr sz="1800" dirty="0">
                <a:latin typeface="+mj-lt"/>
                <a:ea typeface="+mj-lt"/>
                <a:cs typeface="+mj-lt"/>
              </a:rPr>
              <a:t> </a:t>
            </a:r>
            <a:r>
              <a:rPr sz="1800" dirty="0" err="1">
                <a:latin typeface="+mj-lt"/>
                <a:ea typeface="+mj-lt"/>
                <a:cs typeface="+mj-lt"/>
              </a:rPr>
              <a:t>trúc</a:t>
            </a:r>
            <a:r>
              <a:rPr sz="1800" dirty="0">
                <a:latin typeface="+mj-lt"/>
                <a:ea typeface="+mj-lt"/>
                <a:cs typeface="+mj-lt"/>
              </a:rPr>
              <a:t> </a:t>
            </a:r>
            <a:r>
              <a:rPr sz="1800" dirty="0" err="1">
                <a:latin typeface="+mj-lt"/>
                <a:ea typeface="+mj-lt"/>
                <a:cs typeface="+mj-lt"/>
              </a:rPr>
              <a:t>dữ</a:t>
            </a:r>
            <a:r>
              <a:rPr sz="1800" dirty="0">
                <a:latin typeface="+mj-lt"/>
                <a:ea typeface="+mj-lt"/>
                <a:cs typeface="+mj-lt"/>
              </a:rPr>
              <a:t> </a:t>
            </a:r>
            <a:r>
              <a:rPr sz="1800" dirty="0" err="1">
                <a:latin typeface="+mj-lt"/>
                <a:ea typeface="+mj-lt"/>
                <a:cs typeface="+mj-lt"/>
              </a:rPr>
              <a:t>liệu</a:t>
            </a:r>
            <a:r>
              <a:rPr sz="1800" dirty="0">
                <a:latin typeface="+mj-lt"/>
                <a:ea typeface="+mj-lt"/>
                <a:cs typeface="+mj-lt"/>
              </a:rPr>
              <a:t> </a:t>
            </a:r>
            <a:r>
              <a:rPr sz="1800" dirty="0" err="1">
                <a:latin typeface="+mj-lt"/>
                <a:ea typeface="+mj-lt"/>
                <a:cs typeface="+mj-lt"/>
              </a:rPr>
              <a:t>cốt</a:t>
            </a:r>
            <a:r>
              <a:rPr sz="1800" dirty="0">
                <a:latin typeface="+mj-lt"/>
                <a:ea typeface="+mj-lt"/>
                <a:cs typeface="+mj-lt"/>
              </a:rPr>
              <a:t> </a:t>
            </a:r>
            <a:r>
              <a:rPr sz="1800" dirty="0" err="1">
                <a:latin typeface="+mj-lt"/>
                <a:ea typeface="+mj-lt"/>
                <a:cs typeface="+mj-lt"/>
              </a:rPr>
              <a:t>lõi</a:t>
            </a:r>
            <a:r>
              <a:rPr sz="1800" dirty="0">
                <a:latin typeface="+mj-lt"/>
                <a:ea typeface="+mj-lt"/>
                <a:cs typeface="+mj-lt"/>
              </a:rPr>
              <a:t> </a:t>
            </a:r>
            <a:r>
              <a:rPr sz="1800" dirty="0" err="1">
                <a:latin typeface="+mj-lt"/>
                <a:ea typeface="+mj-lt"/>
                <a:cs typeface="+mj-lt"/>
              </a:rPr>
              <a:t>nhằm</a:t>
            </a:r>
            <a:r>
              <a:rPr sz="1800" dirty="0">
                <a:latin typeface="+mj-lt"/>
                <a:ea typeface="+mj-lt"/>
                <a:cs typeface="+mj-lt"/>
              </a:rPr>
              <a:t> </a:t>
            </a:r>
            <a:r>
              <a:rPr sz="1800" dirty="0" err="1">
                <a:latin typeface="+mj-lt"/>
                <a:ea typeface="+mj-lt"/>
                <a:cs typeface="+mj-lt"/>
              </a:rPr>
              <a:t>tối</a:t>
            </a:r>
            <a:r>
              <a:rPr sz="1800" dirty="0">
                <a:latin typeface="+mj-lt"/>
                <a:ea typeface="+mj-lt"/>
                <a:cs typeface="+mj-lt"/>
              </a:rPr>
              <a:t> </a:t>
            </a:r>
            <a:r>
              <a:rPr sz="1800" dirty="0" err="1">
                <a:latin typeface="+mj-lt"/>
                <a:ea typeface="+mj-lt"/>
                <a:cs typeface="+mj-lt"/>
              </a:rPr>
              <a:t>ưu</a:t>
            </a:r>
            <a:r>
              <a:rPr sz="1800" dirty="0">
                <a:latin typeface="+mj-lt"/>
                <a:ea typeface="+mj-lt"/>
                <a:cs typeface="+mj-lt"/>
              </a:rPr>
              <a:t> </a:t>
            </a:r>
            <a:r>
              <a:rPr sz="1800" dirty="0" err="1">
                <a:latin typeface="+mj-lt"/>
                <a:ea typeface="+mj-lt"/>
                <a:cs typeface="+mj-lt"/>
              </a:rPr>
              <a:t>hóa</a:t>
            </a:r>
            <a:r>
              <a:rPr sz="1800" dirty="0">
                <a:latin typeface="+mj-lt"/>
                <a:ea typeface="+mj-lt"/>
                <a:cs typeface="+mj-lt"/>
              </a:rPr>
              <a:t> </a:t>
            </a:r>
            <a:r>
              <a:rPr sz="1800" dirty="0" err="1">
                <a:latin typeface="+mj-lt"/>
                <a:ea typeface="+mj-lt"/>
                <a:cs typeface="+mj-lt"/>
              </a:rPr>
              <a:t>bộ</a:t>
            </a:r>
            <a:r>
              <a:rPr sz="1800" dirty="0">
                <a:latin typeface="+mj-lt"/>
                <a:ea typeface="+mj-lt"/>
                <a:cs typeface="+mj-lt"/>
              </a:rPr>
              <a:t> </a:t>
            </a:r>
            <a:r>
              <a:rPr sz="1800" dirty="0" err="1">
                <a:latin typeface="+mj-lt"/>
                <a:ea typeface="+mj-lt"/>
                <a:cs typeface="+mj-lt"/>
              </a:rPr>
              <a:t>nhớ</a:t>
            </a:r>
            <a:r>
              <a:rPr sz="1800" dirty="0">
                <a:latin typeface="+mj-lt"/>
                <a:ea typeface="+mj-lt"/>
                <a:cs typeface="+mj-lt"/>
              </a:rPr>
              <a:t> </a:t>
            </a:r>
            <a:r>
              <a:rPr sz="1800" dirty="0" err="1">
                <a:latin typeface="+mj-lt"/>
                <a:ea typeface="+mj-lt"/>
                <a:cs typeface="+mj-lt"/>
              </a:rPr>
              <a:t>và</a:t>
            </a:r>
            <a:r>
              <a:rPr sz="1800" dirty="0">
                <a:latin typeface="+mj-lt"/>
                <a:ea typeface="+mj-lt"/>
                <a:cs typeface="+mj-lt"/>
              </a:rPr>
              <a:t> </a:t>
            </a:r>
            <a:r>
              <a:rPr sz="1800" dirty="0" err="1">
                <a:latin typeface="+mj-lt"/>
                <a:ea typeface="+mj-lt"/>
                <a:cs typeface="+mj-lt"/>
              </a:rPr>
              <a:t>thời</a:t>
            </a:r>
            <a:r>
              <a:rPr sz="1800" dirty="0">
                <a:latin typeface="+mj-lt"/>
                <a:ea typeface="+mj-lt"/>
                <a:cs typeface="+mj-lt"/>
              </a:rPr>
              <a:t> </a:t>
            </a:r>
            <a:r>
              <a:rPr sz="1800" dirty="0" err="1">
                <a:latin typeface="+mj-lt"/>
                <a:ea typeface="+mj-lt"/>
                <a:cs typeface="+mj-lt"/>
              </a:rPr>
              <a:t>gian</a:t>
            </a:r>
            <a:r>
              <a:rPr sz="1800" dirty="0">
                <a:latin typeface="+mj-lt"/>
                <a:ea typeface="+mj-lt"/>
                <a:cs typeface="+mj-lt"/>
              </a:rPr>
              <a:t> </a:t>
            </a:r>
            <a:r>
              <a:rPr sz="1800" dirty="0" err="1">
                <a:latin typeface="+mj-lt"/>
                <a:ea typeface="+mj-lt"/>
                <a:cs typeface="+mj-lt"/>
              </a:rPr>
              <a:t>chạy</a:t>
            </a:r>
            <a:r>
              <a:rPr sz="1800" dirty="0">
                <a:latin typeface="+mj-lt"/>
                <a:ea typeface="+mj-lt"/>
                <a:cs typeface="+mj-lt"/>
              </a:rPr>
              <a:t>. </a:t>
            </a:r>
            <a:r>
              <a:rPr sz="1800" dirty="0" err="1">
                <a:latin typeface="+mj-lt"/>
                <a:ea typeface="+mj-lt"/>
                <a:cs typeface="+mj-lt"/>
              </a:rPr>
              <a:t>Khác</a:t>
            </a:r>
            <a:r>
              <a:rPr sz="1800" dirty="0">
                <a:latin typeface="+mj-lt"/>
                <a:ea typeface="+mj-lt"/>
                <a:cs typeface="+mj-lt"/>
              </a:rPr>
              <a:t> </a:t>
            </a:r>
            <a:r>
              <a:rPr sz="1800" dirty="0" err="1">
                <a:latin typeface="+mj-lt"/>
                <a:ea typeface="+mj-lt"/>
                <a:cs typeface="+mj-lt"/>
              </a:rPr>
              <a:t>với</a:t>
            </a:r>
            <a:r>
              <a:rPr sz="1800" dirty="0">
                <a:latin typeface="+mj-lt"/>
                <a:ea typeface="+mj-lt"/>
                <a:cs typeface="+mj-lt"/>
              </a:rPr>
              <a:t> </a:t>
            </a:r>
            <a:r>
              <a:rPr sz="1800" dirty="0" err="1">
                <a:latin typeface="+mj-lt"/>
                <a:ea typeface="+mj-lt"/>
                <a:cs typeface="+mj-lt"/>
              </a:rPr>
              <a:t>các</a:t>
            </a:r>
            <a:r>
              <a:rPr sz="1800" dirty="0">
                <a:latin typeface="+mj-lt"/>
                <a:ea typeface="+mj-lt"/>
                <a:cs typeface="+mj-lt"/>
              </a:rPr>
              <a:t> </a:t>
            </a:r>
            <a:r>
              <a:rPr sz="1800" dirty="0" err="1">
                <a:latin typeface="+mj-lt"/>
                <a:ea typeface="+mj-lt"/>
                <a:cs typeface="+mj-lt"/>
              </a:rPr>
              <a:t>cấu</a:t>
            </a:r>
            <a:r>
              <a:rPr sz="1800" dirty="0">
                <a:latin typeface="+mj-lt"/>
                <a:ea typeface="+mj-lt"/>
                <a:cs typeface="+mj-lt"/>
              </a:rPr>
              <a:t> </a:t>
            </a:r>
            <a:r>
              <a:rPr sz="1800" dirty="0" err="1">
                <a:latin typeface="+mj-lt"/>
                <a:ea typeface="+mj-lt"/>
                <a:cs typeface="+mj-lt"/>
              </a:rPr>
              <a:t>trúc</a:t>
            </a:r>
            <a:r>
              <a:rPr sz="1800" dirty="0">
                <a:latin typeface="+mj-lt"/>
                <a:ea typeface="+mj-lt"/>
                <a:cs typeface="+mj-lt"/>
              </a:rPr>
              <a:t> </a:t>
            </a:r>
            <a:r>
              <a:rPr sz="1800" dirty="0" err="1">
                <a:latin typeface="+mj-lt"/>
                <a:ea typeface="+mj-lt"/>
                <a:cs typeface="+mj-lt"/>
              </a:rPr>
              <a:t>định</a:t>
            </a:r>
            <a:r>
              <a:rPr sz="1800" dirty="0">
                <a:latin typeface="+mj-lt"/>
                <a:ea typeface="+mj-lt"/>
                <a:cs typeface="+mj-lt"/>
              </a:rPr>
              <a:t> </a:t>
            </a:r>
            <a:r>
              <a:rPr sz="1800" dirty="0" err="1">
                <a:latin typeface="+mj-lt"/>
                <a:ea typeface="+mj-lt"/>
                <a:cs typeface="+mj-lt"/>
              </a:rPr>
              <a:t>dạng</a:t>
            </a:r>
            <a:r>
              <a:rPr sz="1800" dirty="0">
                <a:latin typeface="+mj-lt"/>
                <a:ea typeface="+mj-lt"/>
                <a:cs typeface="+mj-lt"/>
              </a:rPr>
              <a:t> </a:t>
            </a:r>
            <a:r>
              <a:rPr sz="1800" dirty="0" err="1">
                <a:latin typeface="+mj-lt"/>
                <a:ea typeface="+mj-lt"/>
                <a:cs typeface="+mj-lt"/>
              </a:rPr>
              <a:t>dọc</a:t>
            </a:r>
            <a:r>
              <a:rPr sz="1800" dirty="0">
                <a:latin typeface="+mj-lt"/>
                <a:ea typeface="+mj-lt"/>
                <a:cs typeface="+mj-lt"/>
              </a:rPr>
              <a:t> </a:t>
            </a:r>
            <a:r>
              <a:rPr sz="1800" dirty="0" err="1">
                <a:latin typeface="+mj-lt"/>
                <a:ea typeface="+mj-lt"/>
                <a:cs typeface="+mj-lt"/>
              </a:rPr>
              <a:t>truyền</a:t>
            </a:r>
            <a:r>
              <a:rPr sz="1800" dirty="0">
                <a:latin typeface="+mj-lt"/>
                <a:ea typeface="+mj-lt"/>
                <a:cs typeface="+mj-lt"/>
              </a:rPr>
              <a:t> </a:t>
            </a:r>
            <a:r>
              <a:rPr sz="1800" dirty="0" err="1">
                <a:latin typeface="+mj-lt"/>
                <a:ea typeface="+mj-lt"/>
                <a:cs typeface="+mj-lt"/>
              </a:rPr>
              <a:t>thống</a:t>
            </a:r>
            <a:r>
              <a:rPr sz="1800" dirty="0">
                <a:latin typeface="+mj-lt"/>
                <a:ea typeface="+mj-lt"/>
                <a:cs typeface="+mj-lt"/>
              </a:rPr>
              <a:t> </a:t>
            </a:r>
            <a:r>
              <a:rPr sz="1800" dirty="0" err="1">
                <a:latin typeface="+mj-lt"/>
                <a:ea typeface="+mj-lt"/>
                <a:cs typeface="+mj-lt"/>
              </a:rPr>
              <a:t>phải</a:t>
            </a:r>
            <a:r>
              <a:rPr sz="1800" dirty="0">
                <a:latin typeface="+mj-lt"/>
                <a:ea typeface="+mj-lt"/>
                <a:cs typeface="+mj-lt"/>
              </a:rPr>
              <a:t> </a:t>
            </a:r>
            <a:r>
              <a:rPr sz="1800" dirty="0" err="1">
                <a:latin typeface="+mj-lt"/>
                <a:ea typeface="+mj-lt"/>
                <a:cs typeface="+mj-lt"/>
              </a:rPr>
              <a:t>sao</a:t>
            </a:r>
            <a:r>
              <a:rPr sz="1800" dirty="0">
                <a:latin typeface="+mj-lt"/>
                <a:ea typeface="+mj-lt"/>
                <a:cs typeface="+mj-lt"/>
              </a:rPr>
              <a:t> </a:t>
            </a:r>
            <a:r>
              <a:rPr sz="1800" dirty="0" err="1">
                <a:latin typeface="+mj-lt"/>
                <a:ea typeface="+mj-lt"/>
                <a:cs typeface="+mj-lt"/>
              </a:rPr>
              <a:t>chép</a:t>
            </a:r>
            <a:r>
              <a:rPr sz="1800" dirty="0">
                <a:latin typeface="+mj-lt"/>
                <a:ea typeface="+mj-lt"/>
                <a:cs typeface="+mj-lt"/>
              </a:rPr>
              <a:t> </a:t>
            </a:r>
            <a:r>
              <a:rPr sz="1800" dirty="0" err="1">
                <a:latin typeface="+mj-lt"/>
                <a:ea typeface="+mj-lt"/>
                <a:cs typeface="+mj-lt"/>
              </a:rPr>
              <a:t>liên</a:t>
            </a:r>
            <a:r>
              <a:rPr sz="1800" dirty="0">
                <a:latin typeface="+mj-lt"/>
                <a:ea typeface="+mj-lt"/>
                <a:cs typeface="+mj-lt"/>
              </a:rPr>
              <a:t> </a:t>
            </a:r>
            <a:r>
              <a:rPr sz="1800" dirty="0" err="1">
                <a:latin typeface="+mj-lt"/>
                <a:ea typeface="+mj-lt"/>
                <a:cs typeface="+mj-lt"/>
              </a:rPr>
              <a:t>tục</a:t>
            </a:r>
            <a:r>
              <a:rPr sz="1800" dirty="0">
                <a:latin typeface="+mj-lt"/>
                <a:ea typeface="+mj-lt"/>
                <a:cs typeface="+mj-lt"/>
              </a:rPr>
              <a:t> </a:t>
            </a:r>
            <a:r>
              <a:rPr sz="1800" dirty="0" err="1">
                <a:latin typeface="+mj-lt"/>
                <a:ea typeface="+mj-lt"/>
                <a:cs typeface="+mj-lt"/>
              </a:rPr>
              <a:t>các</a:t>
            </a:r>
            <a:r>
              <a:rPr sz="1800" dirty="0">
                <a:latin typeface="+mj-lt"/>
                <a:ea typeface="+mj-lt"/>
                <a:cs typeface="+mj-lt"/>
              </a:rPr>
              <a:t> </a:t>
            </a:r>
            <a:r>
              <a:rPr sz="1800" dirty="0" err="1">
                <a:latin typeface="+mj-lt"/>
                <a:ea typeface="+mj-lt"/>
                <a:cs typeface="+mj-lt"/>
              </a:rPr>
              <a:t>mảng</a:t>
            </a:r>
            <a:r>
              <a:rPr sz="1800" dirty="0">
                <a:latin typeface="+mj-lt"/>
                <a:ea typeface="+mj-lt"/>
                <a:cs typeface="+mj-lt"/>
              </a:rPr>
              <a:t> </a:t>
            </a:r>
            <a:r>
              <a:rPr sz="1800" dirty="0" err="1">
                <a:latin typeface="+mj-lt"/>
                <a:ea typeface="+mj-lt"/>
                <a:cs typeface="+mj-lt"/>
              </a:rPr>
              <a:t>vị</a:t>
            </a:r>
            <a:r>
              <a:rPr sz="1800" dirty="0">
                <a:latin typeface="+mj-lt"/>
                <a:ea typeface="+mj-lt"/>
                <a:cs typeface="+mj-lt"/>
              </a:rPr>
              <a:t> </a:t>
            </a:r>
            <a:r>
              <a:rPr sz="1800" dirty="0" err="1">
                <a:latin typeface="+mj-lt"/>
                <a:ea typeface="+mj-lt"/>
                <a:cs typeface="+mj-lt"/>
              </a:rPr>
              <a:t>trí</a:t>
            </a:r>
            <a:r>
              <a:rPr sz="1800" dirty="0">
                <a:latin typeface="+mj-lt"/>
                <a:ea typeface="+mj-lt"/>
                <a:cs typeface="+mj-lt"/>
              </a:rPr>
              <a:t> </a:t>
            </a:r>
            <a:r>
              <a:rPr sz="1800" dirty="0" err="1">
                <a:latin typeface="+mj-lt"/>
                <a:ea typeface="+mj-lt"/>
                <a:cs typeface="+mj-lt"/>
              </a:rPr>
              <a:t>thực</a:t>
            </a:r>
            <a:r>
              <a:rPr sz="1800" dirty="0">
                <a:latin typeface="+mj-lt"/>
                <a:ea typeface="+mj-lt"/>
                <a:cs typeface="+mj-lt"/>
              </a:rPr>
              <a:t> </a:t>
            </a:r>
            <a:r>
              <a:rPr sz="1800" dirty="0" err="1">
                <a:latin typeface="+mj-lt"/>
                <a:ea typeface="+mj-lt"/>
                <a:cs typeface="+mj-lt"/>
              </a:rPr>
              <a:t>tế</a:t>
            </a:r>
            <a:r>
              <a:rPr sz="1800" dirty="0">
                <a:latin typeface="+mj-lt"/>
                <a:ea typeface="+mj-lt"/>
                <a:cs typeface="+mj-lt"/>
              </a:rPr>
              <a:t> (</a:t>
            </a:r>
            <a:r>
              <a:rPr sz="1800" dirty="0" err="1">
                <a:latin typeface="+mj-lt"/>
                <a:ea typeface="+mj-lt"/>
                <a:cs typeface="+mj-lt"/>
              </a:rPr>
              <a:t>gây</a:t>
            </a:r>
            <a:r>
              <a:rPr sz="1800" dirty="0">
                <a:latin typeface="+mj-lt"/>
                <a:ea typeface="+mj-lt"/>
                <a:cs typeface="+mj-lt"/>
              </a:rPr>
              <a:t> </a:t>
            </a:r>
            <a:r>
              <a:rPr sz="1800" dirty="0" err="1">
                <a:latin typeface="+mj-lt"/>
                <a:ea typeface="+mj-lt"/>
                <a:cs typeface="+mj-lt"/>
              </a:rPr>
              <a:t>tràn</a:t>
            </a:r>
            <a:r>
              <a:rPr sz="1800" dirty="0">
                <a:latin typeface="+mj-lt"/>
                <a:ea typeface="+mj-lt"/>
                <a:cs typeface="+mj-lt"/>
              </a:rPr>
              <a:t> RAM), Pseudo-</a:t>
            </a:r>
            <a:r>
              <a:rPr sz="1800" dirty="0" err="1">
                <a:latin typeface="+mj-lt"/>
                <a:ea typeface="+mj-lt"/>
                <a:cs typeface="+mj-lt"/>
              </a:rPr>
              <a:t>IDList</a:t>
            </a:r>
            <a:r>
              <a:rPr sz="1800" dirty="0">
                <a:latin typeface="+mj-lt"/>
                <a:ea typeface="+mj-lt"/>
                <a:cs typeface="+mj-lt"/>
              </a:rPr>
              <a:t> </a:t>
            </a:r>
            <a:r>
              <a:rPr sz="1800" dirty="0" err="1">
                <a:latin typeface="+mj-lt"/>
                <a:ea typeface="+mj-lt"/>
                <a:cs typeface="+mj-lt"/>
              </a:rPr>
              <a:t>lưu</a:t>
            </a:r>
            <a:r>
              <a:rPr sz="1800" dirty="0">
                <a:latin typeface="+mj-lt"/>
                <a:ea typeface="+mj-lt"/>
                <a:cs typeface="+mj-lt"/>
              </a:rPr>
              <a:t> </a:t>
            </a:r>
            <a:r>
              <a:rPr sz="1800" dirty="0" err="1">
                <a:latin typeface="+mj-lt"/>
                <a:ea typeface="+mj-lt"/>
                <a:cs typeface="+mj-lt"/>
              </a:rPr>
              <a:t>trữ</a:t>
            </a:r>
            <a:r>
              <a:rPr sz="1800" dirty="0">
                <a:latin typeface="+mj-lt"/>
                <a:ea typeface="+mj-lt"/>
                <a:cs typeface="+mj-lt"/>
              </a:rPr>
              <a:t> </a:t>
            </a:r>
            <a:r>
              <a:rPr sz="1800" dirty="0" err="1">
                <a:latin typeface="+mj-lt"/>
                <a:ea typeface="+mj-lt"/>
                <a:cs typeface="+mj-lt"/>
              </a:rPr>
              <a:t>gián</a:t>
            </a:r>
            <a:r>
              <a:rPr sz="1800" dirty="0">
                <a:latin typeface="+mj-lt"/>
                <a:ea typeface="+mj-lt"/>
                <a:cs typeface="+mj-lt"/>
              </a:rPr>
              <a:t> </a:t>
            </a:r>
            <a:r>
              <a:rPr sz="1800" dirty="0" err="1">
                <a:latin typeface="+mj-lt"/>
                <a:ea typeface="+mj-lt"/>
                <a:cs typeface="+mj-lt"/>
              </a:rPr>
              <a:t>tiếp</a:t>
            </a:r>
            <a:r>
              <a:rPr sz="1800" dirty="0">
                <a:latin typeface="+mj-lt"/>
                <a:ea typeface="+mj-lt"/>
                <a:cs typeface="+mj-lt"/>
              </a:rPr>
              <a:t> </a:t>
            </a:r>
            <a:r>
              <a:rPr sz="1800" dirty="0" err="1">
                <a:latin typeface="+mj-lt"/>
                <a:ea typeface="+mj-lt"/>
                <a:cs typeface="+mj-lt"/>
              </a:rPr>
              <a:t>thông</a:t>
            </a:r>
            <a:r>
              <a:rPr sz="1800" dirty="0">
                <a:latin typeface="+mj-lt"/>
                <a:ea typeface="+mj-lt"/>
                <a:cs typeface="+mj-lt"/>
              </a:rPr>
              <a:t> qua </a:t>
            </a:r>
            <a:r>
              <a:rPr sz="1800" dirty="0" err="1">
                <a:latin typeface="+mj-lt"/>
                <a:ea typeface="+mj-lt"/>
                <a:cs typeface="+mj-lt"/>
              </a:rPr>
              <a:t>các</a:t>
            </a:r>
            <a:r>
              <a:rPr sz="1800" dirty="0">
                <a:latin typeface="+mj-lt"/>
                <a:ea typeface="+mj-lt"/>
                <a:cs typeface="+mj-lt"/>
              </a:rPr>
              <a:t> </a:t>
            </a:r>
            <a:r>
              <a:rPr sz="1800" dirty="0" err="1">
                <a:latin typeface="+mj-lt"/>
                <a:ea typeface="+mj-lt"/>
                <a:cs typeface="+mj-lt"/>
              </a:rPr>
              <a:t>chỉ</a:t>
            </a:r>
            <a:r>
              <a:rPr sz="1800" dirty="0">
                <a:latin typeface="+mj-lt"/>
                <a:ea typeface="+mj-lt"/>
                <a:cs typeface="+mj-lt"/>
              </a:rPr>
              <a:t> </a:t>
            </a:r>
            <a:r>
              <a:rPr sz="1800" dirty="0" err="1">
                <a:latin typeface="+mj-lt"/>
                <a:ea typeface="+mj-lt"/>
                <a:cs typeface="+mj-lt"/>
              </a:rPr>
              <a:t>mục</a:t>
            </a:r>
            <a:r>
              <a:rPr sz="1800" dirty="0">
                <a:latin typeface="+mj-lt"/>
                <a:ea typeface="+mj-lt"/>
                <a:cs typeface="+mj-lt"/>
              </a:rPr>
              <a:t>.</a:t>
            </a:r>
          </a:p>
          <a:p>
            <a:pPr>
              <a:spcBef>
                <a:spcPts val="0"/>
              </a:spcBef>
              <a:spcAft>
                <a:spcPts val="0"/>
              </a:spcAft>
              <a:buNone/>
            </a:pPr>
            <a:endParaRPr sz="1800" dirty="0">
              <a:latin typeface="+mj-lt"/>
              <a:ea typeface="+mj-lt"/>
              <a:cs typeface="+mj-lt"/>
            </a:endParaRPr>
          </a:p>
          <a:p>
            <a:pPr>
              <a:spcBef>
                <a:spcPts val="0"/>
              </a:spcBef>
              <a:spcAft>
                <a:spcPts val="0"/>
              </a:spcAft>
              <a:buNone/>
            </a:pPr>
            <a:r>
              <a:rPr sz="1800" b="1" dirty="0">
                <a:latin typeface="+mj-lt"/>
                <a:ea typeface="+mj-lt"/>
                <a:cs typeface="+mj-lt"/>
              </a:rPr>
              <a:t>	P (</a:t>
            </a:r>
            <a:r>
              <a:rPr lang="vi-VN" sz="1800" b="1" dirty="0" err="1">
                <a:latin typeface="+mj-lt"/>
                <a:ea typeface="+mj-lt"/>
                <a:cs typeface="+mj-lt"/>
              </a:rPr>
              <a:t>Pattern</a:t>
            </a:r>
            <a:r>
              <a:rPr lang="vi-VN" sz="1800" b="1" dirty="0">
                <a:latin typeface="+mj-lt"/>
                <a:ea typeface="+mj-lt"/>
                <a:cs typeface="+mj-lt"/>
              </a:rPr>
              <a:t>)</a:t>
            </a:r>
            <a:r>
              <a:rPr sz="1800" b="1" dirty="0">
                <a:latin typeface="+mj-lt"/>
                <a:ea typeface="+mj-lt"/>
                <a:cs typeface="+mj-lt"/>
              </a:rPr>
              <a:t>: </a:t>
            </a:r>
            <a:r>
              <a:rPr sz="1800" dirty="0" err="1">
                <a:latin typeface="+mj-lt"/>
                <a:ea typeface="+mj-lt"/>
                <a:cs typeface="+mj-lt"/>
              </a:rPr>
              <a:t>Mẫu</a:t>
            </a:r>
            <a:r>
              <a:rPr sz="1800" dirty="0">
                <a:latin typeface="+mj-lt"/>
                <a:ea typeface="+mj-lt"/>
                <a:cs typeface="+mj-lt"/>
              </a:rPr>
              <a:t> </a:t>
            </a:r>
            <a:r>
              <a:rPr sz="1800" dirty="0" err="1">
                <a:latin typeface="+mj-lt"/>
                <a:ea typeface="+mj-lt"/>
                <a:cs typeface="+mj-lt"/>
              </a:rPr>
              <a:t>chuỗi</a:t>
            </a:r>
            <a:r>
              <a:rPr sz="1800" dirty="0">
                <a:latin typeface="+mj-lt"/>
                <a:ea typeface="+mj-lt"/>
                <a:cs typeface="+mj-lt"/>
              </a:rPr>
              <a:t> </a:t>
            </a:r>
            <a:r>
              <a:rPr sz="1800" dirty="0" err="1">
                <a:latin typeface="+mj-lt"/>
                <a:ea typeface="+mj-lt"/>
                <a:cs typeface="+mj-lt"/>
              </a:rPr>
              <a:t>mà</a:t>
            </a:r>
            <a:r>
              <a:rPr sz="1800" dirty="0">
                <a:latin typeface="+mj-lt"/>
                <a:ea typeface="+mj-lt"/>
                <a:cs typeface="+mj-lt"/>
              </a:rPr>
              <a:t> pseudo-</a:t>
            </a:r>
            <a:r>
              <a:rPr sz="1800" dirty="0" err="1">
                <a:latin typeface="+mj-lt"/>
                <a:ea typeface="+mj-lt"/>
                <a:cs typeface="+mj-lt"/>
              </a:rPr>
              <a:t>IDList</a:t>
            </a:r>
            <a:r>
              <a:rPr sz="1800" dirty="0">
                <a:latin typeface="+mj-lt"/>
                <a:ea typeface="+mj-lt"/>
                <a:cs typeface="+mj-lt"/>
              </a:rPr>
              <a:t> </a:t>
            </a:r>
            <a:r>
              <a:rPr sz="1800" dirty="0" err="1">
                <a:latin typeface="+mj-lt"/>
                <a:ea typeface="+mj-lt"/>
                <a:cs typeface="+mj-lt"/>
              </a:rPr>
              <a:t>hiện</a:t>
            </a:r>
            <a:r>
              <a:rPr sz="1800" dirty="0">
                <a:latin typeface="+mj-lt"/>
                <a:ea typeface="+mj-lt"/>
                <a:cs typeface="+mj-lt"/>
              </a:rPr>
              <a:t> </a:t>
            </a:r>
            <a:r>
              <a:rPr sz="1800" dirty="0" err="1">
                <a:latin typeface="+mj-lt"/>
                <a:ea typeface="+mj-lt"/>
                <a:cs typeface="+mj-lt"/>
              </a:rPr>
              <a:t>tại</a:t>
            </a:r>
            <a:r>
              <a:rPr sz="1800" dirty="0">
                <a:latin typeface="+mj-lt"/>
                <a:ea typeface="+mj-lt"/>
                <a:cs typeface="+mj-lt"/>
              </a:rPr>
              <a:t> </a:t>
            </a:r>
            <a:r>
              <a:rPr sz="1800" dirty="0" err="1">
                <a:latin typeface="+mj-lt"/>
                <a:ea typeface="+mj-lt"/>
                <a:cs typeface="+mj-lt"/>
              </a:rPr>
              <a:t>đang</a:t>
            </a:r>
            <a:r>
              <a:rPr sz="1800" dirty="0">
                <a:latin typeface="+mj-lt"/>
                <a:ea typeface="+mj-lt"/>
                <a:cs typeface="+mj-lt"/>
              </a:rPr>
              <a:t> </a:t>
            </a:r>
            <a:r>
              <a:rPr sz="1800" dirty="0" err="1">
                <a:latin typeface="+mj-lt"/>
                <a:ea typeface="+mj-lt"/>
                <a:cs typeface="+mj-lt"/>
              </a:rPr>
              <a:t>ghi</a:t>
            </a:r>
            <a:r>
              <a:rPr sz="1800" dirty="0">
                <a:latin typeface="+mj-lt"/>
                <a:ea typeface="+mj-lt"/>
                <a:cs typeface="+mj-lt"/>
              </a:rPr>
              <a:t> </a:t>
            </a:r>
            <a:r>
              <a:rPr sz="1800" dirty="0" err="1">
                <a:latin typeface="+mj-lt"/>
                <a:ea typeface="+mj-lt"/>
                <a:cs typeface="+mj-lt"/>
              </a:rPr>
              <a:t>lại</a:t>
            </a:r>
            <a:r>
              <a:rPr sz="1800" dirty="0">
                <a:latin typeface="+mj-lt"/>
                <a:ea typeface="+mj-lt"/>
                <a:cs typeface="+mj-lt"/>
              </a:rPr>
              <a:t> </a:t>
            </a:r>
            <a:r>
              <a:rPr sz="1800" dirty="0" err="1">
                <a:latin typeface="+mj-lt"/>
                <a:ea typeface="+mj-lt"/>
                <a:cs typeface="+mj-lt"/>
              </a:rPr>
              <a:t>thông</a:t>
            </a:r>
            <a:r>
              <a:rPr sz="1800" dirty="0">
                <a:latin typeface="+mj-lt"/>
                <a:ea typeface="+mj-lt"/>
                <a:cs typeface="+mj-lt"/>
              </a:rPr>
              <a:t> tin </a:t>
            </a:r>
            <a:r>
              <a:rPr sz="1800" dirty="0" err="1">
                <a:latin typeface="+mj-lt"/>
                <a:ea typeface="+mj-lt"/>
                <a:cs typeface="+mj-lt"/>
              </a:rPr>
              <a:t>vị</a:t>
            </a:r>
            <a:r>
              <a:rPr sz="1800" dirty="0">
                <a:latin typeface="+mj-lt"/>
                <a:ea typeface="+mj-lt"/>
                <a:cs typeface="+mj-lt"/>
              </a:rPr>
              <a:t> </a:t>
            </a:r>
            <a:r>
              <a:rPr sz="1800" dirty="0" err="1">
                <a:latin typeface="+mj-lt"/>
                <a:ea typeface="+mj-lt"/>
                <a:cs typeface="+mj-lt"/>
              </a:rPr>
              <a:t>trí</a:t>
            </a:r>
            <a:r>
              <a:rPr sz="1800" dirty="0">
                <a:latin typeface="+mj-lt"/>
                <a:ea typeface="+mj-lt"/>
                <a:cs typeface="+mj-lt"/>
              </a:rPr>
              <a:t> </a:t>
            </a:r>
            <a:r>
              <a:rPr sz="1800" dirty="0" err="1">
                <a:latin typeface="+mj-lt"/>
                <a:ea typeface="+mj-lt"/>
                <a:cs typeface="+mj-lt"/>
              </a:rPr>
              <a:t>trong</a:t>
            </a:r>
            <a:r>
              <a:rPr sz="1800" dirty="0">
                <a:latin typeface="+mj-lt"/>
                <a:ea typeface="+mj-lt"/>
                <a:cs typeface="+mj-lt"/>
              </a:rPr>
              <a:t> </a:t>
            </a:r>
            <a:r>
              <a:rPr sz="1800" dirty="0" err="1">
                <a:latin typeface="+mj-lt"/>
                <a:ea typeface="+mj-lt"/>
                <a:cs typeface="+mj-lt"/>
              </a:rPr>
              <a:t>cơ</a:t>
            </a:r>
            <a:r>
              <a:rPr sz="1800" dirty="0">
                <a:latin typeface="+mj-lt"/>
                <a:ea typeface="+mj-lt"/>
                <a:cs typeface="+mj-lt"/>
              </a:rPr>
              <a:t> </a:t>
            </a:r>
            <a:r>
              <a:rPr sz="1800" dirty="0" err="1">
                <a:latin typeface="+mj-lt"/>
                <a:ea typeface="+mj-lt"/>
                <a:cs typeface="+mj-lt"/>
              </a:rPr>
              <a:t>sở</a:t>
            </a:r>
            <a:r>
              <a:rPr sz="1800" dirty="0">
                <a:latin typeface="+mj-lt"/>
                <a:ea typeface="+mj-lt"/>
                <a:cs typeface="+mj-lt"/>
              </a:rPr>
              <a:t> </a:t>
            </a:r>
            <a:r>
              <a:rPr sz="1800" dirty="0" err="1">
                <a:latin typeface="+mj-lt"/>
                <a:ea typeface="+mj-lt"/>
                <a:cs typeface="+mj-lt"/>
              </a:rPr>
              <a:t>dữ</a:t>
            </a:r>
            <a:r>
              <a:rPr sz="1800" dirty="0">
                <a:latin typeface="+mj-lt"/>
                <a:ea typeface="+mj-lt"/>
                <a:cs typeface="+mj-lt"/>
              </a:rPr>
              <a:t> </a:t>
            </a:r>
            <a:r>
              <a:rPr sz="1800" dirty="0" err="1">
                <a:latin typeface="+mj-lt"/>
                <a:ea typeface="+mj-lt"/>
                <a:cs typeface="+mj-lt"/>
              </a:rPr>
              <a:t>liệu</a:t>
            </a:r>
            <a:endParaRPr sz="1800" dirty="0">
              <a:latin typeface="+mj-lt"/>
              <a:ea typeface="+mj-lt"/>
              <a:cs typeface="+mj-lt"/>
            </a:endParaRPr>
          </a:p>
          <a:p>
            <a:pPr>
              <a:spcBef>
                <a:spcPts val="0"/>
              </a:spcBef>
              <a:spcAft>
                <a:spcPts val="0"/>
              </a:spcAft>
              <a:buNone/>
            </a:pPr>
            <a:endParaRPr sz="1800" dirty="0">
              <a:latin typeface="+mj-lt"/>
              <a:ea typeface="+mj-lt"/>
              <a:cs typeface="+mj-lt"/>
            </a:endParaRPr>
          </a:p>
          <a:p>
            <a:pPr>
              <a:spcBef>
                <a:spcPts val="0"/>
              </a:spcBef>
              <a:spcAft>
                <a:spcPts val="0"/>
              </a:spcAft>
              <a:buNone/>
            </a:pPr>
            <a:r>
              <a:rPr sz="1800" b="1" dirty="0">
                <a:latin typeface="+mj-lt"/>
                <a:ea typeface="+mj-lt"/>
                <a:cs typeface="+mj-lt"/>
              </a:rPr>
              <a:t>	DIP (Data </a:t>
            </a:r>
            <a:r>
              <a:rPr sz="1800" b="1" dirty="0" err="1">
                <a:latin typeface="+mj-lt"/>
                <a:ea typeface="+mj-lt"/>
                <a:cs typeface="+mj-lt"/>
              </a:rPr>
              <a:t>IDList</a:t>
            </a:r>
            <a:r>
              <a:rPr sz="1800" b="1" dirty="0">
                <a:latin typeface="+mj-lt"/>
                <a:ea typeface="+mj-lt"/>
                <a:cs typeface="+mj-lt"/>
              </a:rPr>
              <a:t> </a:t>
            </a:r>
            <a:r>
              <a:rPr lang="vi-VN" sz="1800" b="1" dirty="0" err="1">
                <a:latin typeface="+mj-lt"/>
                <a:ea typeface="+mj-lt"/>
                <a:cs typeface="+mj-lt"/>
              </a:rPr>
              <a:t>pointer</a:t>
            </a:r>
            <a:r>
              <a:rPr lang="vi-VN" sz="1800" b="1" dirty="0">
                <a:latin typeface="+mj-lt"/>
                <a:ea typeface="+mj-lt"/>
                <a:cs typeface="+mj-lt"/>
              </a:rPr>
              <a:t> ): </a:t>
            </a:r>
            <a:r>
              <a:rPr sz="1800" dirty="0" err="1">
                <a:latin typeface="+mj-lt"/>
                <a:ea typeface="+mj-lt"/>
                <a:cs typeface="+mj-lt"/>
              </a:rPr>
              <a:t>Đây</a:t>
            </a:r>
            <a:r>
              <a:rPr sz="1800" dirty="0">
                <a:latin typeface="+mj-lt"/>
                <a:ea typeface="+mj-lt"/>
                <a:cs typeface="+mj-lt"/>
              </a:rPr>
              <a:t> </a:t>
            </a:r>
            <a:r>
              <a:rPr sz="1800" dirty="0" err="1">
                <a:latin typeface="+mj-lt"/>
                <a:ea typeface="+mj-lt"/>
                <a:cs typeface="+mj-lt"/>
              </a:rPr>
              <a:t>là</a:t>
            </a:r>
            <a:r>
              <a:rPr sz="1800" dirty="0">
                <a:latin typeface="+mj-lt"/>
                <a:ea typeface="+mj-lt"/>
                <a:cs typeface="+mj-lt"/>
              </a:rPr>
              <a:t> </a:t>
            </a:r>
            <a:r>
              <a:rPr sz="1800" dirty="0" err="1">
                <a:latin typeface="+mj-lt"/>
                <a:ea typeface="+mj-lt"/>
                <a:cs typeface="+mj-lt"/>
              </a:rPr>
              <a:t>một</a:t>
            </a:r>
            <a:r>
              <a:rPr sz="1800" dirty="0">
                <a:latin typeface="+mj-lt"/>
                <a:ea typeface="+mj-lt"/>
                <a:cs typeface="+mj-lt"/>
              </a:rPr>
              <a:t> con </a:t>
            </a:r>
            <a:r>
              <a:rPr sz="1800" dirty="0" err="1">
                <a:latin typeface="+mj-lt"/>
                <a:ea typeface="+mj-lt"/>
                <a:cs typeface="+mj-lt"/>
              </a:rPr>
              <a:t>trỏ</a:t>
            </a:r>
            <a:r>
              <a:rPr sz="1800" dirty="0">
                <a:latin typeface="+mj-lt"/>
                <a:ea typeface="+mj-lt"/>
                <a:cs typeface="+mj-lt"/>
              </a:rPr>
              <a:t> </a:t>
            </a:r>
            <a:r>
              <a:rPr sz="1800" dirty="0" err="1">
                <a:latin typeface="+mj-lt"/>
                <a:ea typeface="+mj-lt"/>
                <a:cs typeface="+mj-lt"/>
              </a:rPr>
              <a:t>có</a:t>
            </a:r>
            <a:r>
              <a:rPr sz="1800" dirty="0">
                <a:latin typeface="+mj-lt"/>
                <a:ea typeface="+mj-lt"/>
                <a:cs typeface="+mj-lt"/>
              </a:rPr>
              <a:t> </a:t>
            </a:r>
            <a:r>
              <a:rPr sz="1800" dirty="0" err="1">
                <a:latin typeface="+mj-lt"/>
                <a:ea typeface="+mj-lt"/>
                <a:cs typeface="+mj-lt"/>
              </a:rPr>
              <a:t>nhiệm</a:t>
            </a:r>
            <a:r>
              <a:rPr sz="1800" dirty="0">
                <a:latin typeface="+mj-lt"/>
                <a:ea typeface="+mj-lt"/>
                <a:cs typeface="+mj-lt"/>
              </a:rPr>
              <a:t> </a:t>
            </a:r>
            <a:r>
              <a:rPr sz="1800" dirty="0" err="1">
                <a:latin typeface="+mj-lt"/>
                <a:ea typeface="+mj-lt"/>
                <a:cs typeface="+mj-lt"/>
              </a:rPr>
              <a:t>vụ</a:t>
            </a:r>
            <a:r>
              <a:rPr sz="1800" dirty="0">
                <a:latin typeface="+mj-lt"/>
                <a:ea typeface="+mj-lt"/>
                <a:cs typeface="+mj-lt"/>
              </a:rPr>
              <a:t> </a:t>
            </a:r>
            <a:r>
              <a:rPr sz="1800" dirty="0" err="1">
                <a:latin typeface="+mj-lt"/>
                <a:ea typeface="+mj-lt"/>
                <a:cs typeface="+mj-lt"/>
              </a:rPr>
              <a:t>trỏ</a:t>
            </a:r>
            <a:r>
              <a:rPr sz="1800" dirty="0">
                <a:latin typeface="+mj-lt"/>
                <a:ea typeface="+mj-lt"/>
                <a:cs typeface="+mj-lt"/>
              </a:rPr>
              <a:t> </a:t>
            </a:r>
            <a:r>
              <a:rPr sz="1800" dirty="0" err="1">
                <a:latin typeface="+mj-lt"/>
                <a:ea typeface="+mj-lt"/>
                <a:cs typeface="+mj-lt"/>
              </a:rPr>
              <a:t>về</a:t>
            </a:r>
            <a:r>
              <a:rPr sz="1800" dirty="0">
                <a:latin typeface="+mj-lt"/>
                <a:ea typeface="+mj-lt"/>
                <a:cs typeface="+mj-lt"/>
              </a:rPr>
              <a:t> </a:t>
            </a:r>
            <a:r>
              <a:rPr sz="1800" dirty="0" err="1">
                <a:latin typeface="+mj-lt"/>
                <a:ea typeface="+mj-lt"/>
                <a:cs typeface="+mj-lt"/>
              </a:rPr>
              <a:t>một</a:t>
            </a:r>
            <a:r>
              <a:rPr sz="1800" dirty="0">
                <a:latin typeface="+mj-lt"/>
                <a:ea typeface="+mj-lt"/>
                <a:cs typeface="+mj-lt"/>
              </a:rPr>
              <a:t> Data </a:t>
            </a:r>
            <a:r>
              <a:rPr sz="1800" dirty="0" err="1">
                <a:latin typeface="+mj-lt"/>
                <a:ea typeface="+mj-lt"/>
                <a:cs typeface="+mj-lt"/>
              </a:rPr>
              <a:t>IDList</a:t>
            </a:r>
            <a:r>
              <a:rPr sz="1800" dirty="0">
                <a:latin typeface="+mj-lt"/>
                <a:ea typeface="+mj-lt"/>
                <a:cs typeface="+mj-lt"/>
              </a:rPr>
              <a:t> </a:t>
            </a:r>
            <a:r>
              <a:rPr sz="1800" dirty="0" err="1">
                <a:latin typeface="+mj-lt"/>
                <a:ea typeface="+mj-lt"/>
                <a:cs typeface="+mj-lt"/>
              </a:rPr>
              <a:t>gốc</a:t>
            </a:r>
            <a:r>
              <a:rPr sz="1800" dirty="0">
                <a:latin typeface="+mj-lt"/>
                <a:ea typeface="+mj-lt"/>
                <a:cs typeface="+mj-lt"/>
              </a:rPr>
              <a:t> (</a:t>
            </a:r>
            <a:r>
              <a:rPr sz="1800" dirty="0" err="1">
                <a:latin typeface="+mj-lt"/>
                <a:ea typeface="+mj-lt"/>
                <a:cs typeface="+mj-lt"/>
              </a:rPr>
              <a:t>nơi</a:t>
            </a:r>
            <a:r>
              <a:rPr sz="1800" dirty="0">
                <a:latin typeface="+mj-lt"/>
                <a:ea typeface="+mj-lt"/>
                <a:cs typeface="+mj-lt"/>
              </a:rPr>
              <a:t> </a:t>
            </a:r>
            <a:r>
              <a:rPr sz="1800" dirty="0" err="1">
                <a:latin typeface="+mj-lt"/>
                <a:ea typeface="+mj-lt"/>
                <a:cs typeface="+mj-lt"/>
              </a:rPr>
              <a:t>thực</a:t>
            </a:r>
            <a:r>
              <a:rPr sz="1800" dirty="0">
                <a:latin typeface="+mj-lt"/>
                <a:ea typeface="+mj-lt"/>
                <a:cs typeface="+mj-lt"/>
              </a:rPr>
              <a:t> </a:t>
            </a:r>
            <a:r>
              <a:rPr sz="1800" dirty="0" err="1">
                <a:latin typeface="+mj-lt"/>
                <a:ea typeface="+mj-lt"/>
                <a:cs typeface="+mj-lt"/>
              </a:rPr>
              <a:t>sự</a:t>
            </a:r>
            <a:r>
              <a:rPr sz="1800" dirty="0">
                <a:latin typeface="+mj-lt"/>
                <a:ea typeface="+mj-lt"/>
                <a:cs typeface="+mj-lt"/>
              </a:rPr>
              <a:t> </a:t>
            </a:r>
            <a:r>
              <a:rPr sz="1800" dirty="0" err="1">
                <a:latin typeface="+mj-lt"/>
                <a:ea typeface="+mj-lt"/>
                <a:cs typeface="+mj-lt"/>
              </a:rPr>
              <a:t>chứa</a:t>
            </a:r>
            <a:r>
              <a:rPr sz="1800" dirty="0">
                <a:latin typeface="+mj-lt"/>
                <a:ea typeface="+mj-lt"/>
                <a:cs typeface="+mj-lt"/>
              </a:rPr>
              <a:t> </a:t>
            </a:r>
            <a:r>
              <a:rPr sz="1800" dirty="0" err="1">
                <a:latin typeface="+mj-lt"/>
                <a:ea typeface="+mj-lt"/>
                <a:cs typeface="+mj-lt"/>
              </a:rPr>
              <a:t>các</a:t>
            </a:r>
            <a:r>
              <a:rPr sz="1800" dirty="0">
                <a:latin typeface="+mj-lt"/>
                <a:ea typeface="+mj-lt"/>
                <a:cs typeface="+mj-lt"/>
              </a:rPr>
              <a:t> </a:t>
            </a:r>
            <a:r>
              <a:rPr sz="1800" dirty="0" err="1">
                <a:latin typeface="+mj-lt"/>
                <a:ea typeface="+mj-lt"/>
                <a:cs typeface="+mj-lt"/>
              </a:rPr>
              <a:t>mảng</a:t>
            </a:r>
            <a:r>
              <a:rPr sz="1800" dirty="0">
                <a:latin typeface="+mj-lt"/>
                <a:ea typeface="+mj-lt"/>
                <a:cs typeface="+mj-lt"/>
              </a:rPr>
              <a:t> </a:t>
            </a:r>
            <a:r>
              <a:rPr sz="1800" dirty="0" err="1">
                <a:latin typeface="+mj-lt"/>
                <a:ea typeface="+mj-lt"/>
                <a:cs typeface="+mj-lt"/>
              </a:rPr>
              <a:t>vị</a:t>
            </a:r>
            <a:r>
              <a:rPr sz="1800" dirty="0">
                <a:latin typeface="+mj-lt"/>
                <a:ea typeface="+mj-lt"/>
                <a:cs typeface="+mj-lt"/>
              </a:rPr>
              <a:t> </a:t>
            </a:r>
            <a:r>
              <a:rPr sz="1800" dirty="0" err="1">
                <a:latin typeface="+mj-lt"/>
                <a:ea typeface="+mj-lt"/>
                <a:cs typeface="+mj-lt"/>
              </a:rPr>
              <a:t>trí</a:t>
            </a:r>
            <a:r>
              <a:rPr sz="1800" dirty="0">
                <a:latin typeface="+mj-lt"/>
                <a:ea typeface="+mj-lt"/>
                <a:cs typeface="+mj-lt"/>
              </a:rPr>
              <a:t>) </a:t>
            </a:r>
            <a:r>
              <a:rPr sz="1800" dirty="0" err="1">
                <a:latin typeface="+mj-lt"/>
                <a:ea typeface="+mj-lt"/>
                <a:cs typeface="+mj-lt"/>
              </a:rPr>
              <a:t>để</a:t>
            </a:r>
            <a:r>
              <a:rPr sz="1800" dirty="0">
                <a:latin typeface="+mj-lt"/>
                <a:ea typeface="+mj-lt"/>
                <a:cs typeface="+mj-lt"/>
              </a:rPr>
              <a:t> </a:t>
            </a:r>
            <a:r>
              <a:rPr sz="1800" dirty="0" err="1">
                <a:latin typeface="+mj-lt"/>
                <a:ea typeface="+mj-lt"/>
                <a:cs typeface="+mj-lt"/>
              </a:rPr>
              <a:t>truy</a:t>
            </a:r>
            <a:r>
              <a:rPr sz="1800" dirty="0">
                <a:latin typeface="+mj-lt"/>
                <a:ea typeface="+mj-lt"/>
                <a:cs typeface="+mj-lt"/>
              </a:rPr>
              <a:t> </a:t>
            </a:r>
            <a:r>
              <a:rPr sz="1800" dirty="0" err="1">
                <a:latin typeface="+mj-lt"/>
                <a:ea typeface="+mj-lt"/>
                <a:cs typeface="+mj-lt"/>
              </a:rPr>
              <a:t>hồi</a:t>
            </a:r>
            <a:r>
              <a:rPr sz="1800" dirty="0">
                <a:latin typeface="+mj-lt"/>
                <a:ea typeface="+mj-lt"/>
                <a:cs typeface="+mj-lt"/>
              </a:rPr>
              <a:t> </a:t>
            </a:r>
            <a:r>
              <a:rPr sz="1800" dirty="0" err="1">
                <a:latin typeface="+mj-lt"/>
                <a:ea typeface="+mj-lt"/>
                <a:cs typeface="+mj-lt"/>
              </a:rPr>
              <a:t>dữ</a:t>
            </a:r>
            <a:r>
              <a:rPr sz="1800" dirty="0">
                <a:latin typeface="+mj-lt"/>
                <a:ea typeface="+mj-lt"/>
                <a:cs typeface="+mj-lt"/>
              </a:rPr>
              <a:t> </a:t>
            </a:r>
            <a:r>
              <a:rPr sz="1800" dirty="0" err="1">
                <a:latin typeface="+mj-lt"/>
                <a:ea typeface="+mj-lt"/>
                <a:cs typeface="+mj-lt"/>
              </a:rPr>
              <a:t>liệu</a:t>
            </a:r>
            <a:r>
              <a:rPr sz="1800" dirty="0">
                <a:latin typeface="+mj-lt"/>
                <a:ea typeface="+mj-lt"/>
                <a:cs typeface="+mj-lt"/>
              </a:rPr>
              <a:t>. Theo </a:t>
            </a:r>
            <a:r>
              <a:rPr sz="1800" dirty="0" err="1">
                <a:latin typeface="+mj-lt"/>
                <a:ea typeface="+mj-lt"/>
                <a:cs typeface="+mj-lt"/>
              </a:rPr>
              <a:t>kiến</a:t>
            </a:r>
            <a:r>
              <a:rPr sz="1800" dirty="0">
                <a:latin typeface="+mj-lt"/>
                <a:ea typeface="+mj-lt"/>
                <a:cs typeface="+mj-lt"/>
              </a:rPr>
              <a:t> </a:t>
            </a:r>
            <a:r>
              <a:rPr sz="1800" dirty="0" err="1">
                <a:latin typeface="+mj-lt"/>
                <a:ea typeface="+mj-lt"/>
                <a:cs typeface="+mj-lt"/>
              </a:rPr>
              <a:t>trúc</a:t>
            </a:r>
            <a:r>
              <a:rPr sz="1800" dirty="0">
                <a:latin typeface="+mj-lt"/>
                <a:ea typeface="+mj-lt"/>
                <a:cs typeface="+mj-lt"/>
              </a:rPr>
              <a:t> </a:t>
            </a:r>
            <a:r>
              <a:rPr sz="1800" dirty="0" err="1">
                <a:latin typeface="+mj-lt"/>
                <a:ea typeface="+mj-lt"/>
                <a:cs typeface="+mj-lt"/>
              </a:rPr>
              <a:t>này</a:t>
            </a:r>
            <a:r>
              <a:rPr sz="1800" dirty="0">
                <a:latin typeface="+mj-lt"/>
                <a:ea typeface="+mj-lt"/>
                <a:cs typeface="+mj-lt"/>
              </a:rPr>
              <a:t>, DIP </a:t>
            </a:r>
            <a:r>
              <a:rPr sz="1800" dirty="0" err="1">
                <a:latin typeface="+mj-lt"/>
                <a:ea typeface="+mj-lt"/>
                <a:cs typeface="+mj-lt"/>
              </a:rPr>
              <a:t>luôn</a:t>
            </a:r>
            <a:r>
              <a:rPr sz="1800" dirty="0">
                <a:latin typeface="+mj-lt"/>
                <a:ea typeface="+mj-lt"/>
                <a:cs typeface="+mj-lt"/>
              </a:rPr>
              <a:t> </a:t>
            </a:r>
            <a:r>
              <a:rPr sz="1800" dirty="0" err="1">
                <a:latin typeface="+mj-lt"/>
                <a:ea typeface="+mj-lt"/>
                <a:cs typeface="+mj-lt"/>
              </a:rPr>
              <a:t>trỏ</a:t>
            </a:r>
            <a:r>
              <a:rPr sz="1800" dirty="0">
                <a:latin typeface="+mj-lt"/>
                <a:ea typeface="+mj-lt"/>
                <a:cs typeface="+mj-lt"/>
              </a:rPr>
              <a:t> </a:t>
            </a:r>
            <a:r>
              <a:rPr sz="1800" dirty="0" err="1">
                <a:latin typeface="+mj-lt"/>
                <a:ea typeface="+mj-lt"/>
                <a:cs typeface="+mj-lt"/>
              </a:rPr>
              <a:t>đến</a:t>
            </a:r>
            <a:r>
              <a:rPr sz="1800" dirty="0">
                <a:latin typeface="+mj-lt"/>
                <a:ea typeface="+mj-lt"/>
                <a:cs typeface="+mj-lt"/>
              </a:rPr>
              <a:t> Data </a:t>
            </a:r>
            <a:r>
              <a:rPr sz="1800" dirty="0" err="1">
                <a:latin typeface="+mj-lt"/>
                <a:ea typeface="+mj-lt"/>
                <a:cs typeface="+mj-lt"/>
              </a:rPr>
              <a:t>IDList</a:t>
            </a:r>
            <a:r>
              <a:rPr sz="1800" dirty="0">
                <a:latin typeface="+mj-lt"/>
                <a:ea typeface="+mj-lt"/>
                <a:cs typeface="+mj-lt"/>
              </a:rPr>
              <a:t> </a:t>
            </a:r>
            <a:r>
              <a:rPr sz="1800" dirty="0" err="1">
                <a:latin typeface="+mj-lt"/>
                <a:ea typeface="+mj-lt"/>
                <a:cs typeface="+mj-lt"/>
              </a:rPr>
              <a:t>của</a:t>
            </a:r>
            <a:r>
              <a:rPr sz="1800" dirty="0">
                <a:latin typeface="+mj-lt"/>
                <a:ea typeface="+mj-lt"/>
                <a:cs typeface="+mj-lt"/>
              </a:rPr>
              <a:t> </a:t>
            </a:r>
            <a:r>
              <a:rPr sz="1800" dirty="0" err="1">
                <a:latin typeface="+mj-lt"/>
                <a:ea typeface="+mj-lt"/>
                <a:cs typeface="+mj-lt"/>
              </a:rPr>
              <a:t>mẫu</a:t>
            </a:r>
            <a:r>
              <a:rPr sz="1800" dirty="0">
                <a:latin typeface="+mj-lt"/>
                <a:ea typeface="+mj-lt"/>
                <a:cs typeface="+mj-lt"/>
              </a:rPr>
              <a:t> </a:t>
            </a:r>
            <a:r>
              <a:rPr sz="1800" dirty="0" err="1">
                <a:latin typeface="+mj-lt"/>
                <a:ea typeface="+mj-lt"/>
                <a:cs typeface="+mj-lt"/>
              </a:rPr>
              <a:t>có</a:t>
            </a:r>
            <a:r>
              <a:rPr sz="1800" dirty="0">
                <a:latin typeface="+mj-lt"/>
                <a:ea typeface="+mj-lt"/>
                <a:cs typeface="+mj-lt"/>
              </a:rPr>
              <a:t> </a:t>
            </a:r>
            <a:r>
              <a:rPr sz="1800" dirty="0" err="1">
                <a:latin typeface="+mj-lt"/>
                <a:ea typeface="+mj-lt"/>
                <a:cs typeface="+mj-lt"/>
              </a:rPr>
              <a:t>độ</a:t>
            </a:r>
            <a:r>
              <a:rPr sz="1800" dirty="0">
                <a:latin typeface="+mj-lt"/>
                <a:ea typeface="+mj-lt"/>
                <a:cs typeface="+mj-lt"/>
              </a:rPr>
              <a:t> </a:t>
            </a:r>
            <a:r>
              <a:rPr sz="1800" dirty="0" err="1">
                <a:latin typeface="+mj-lt"/>
                <a:ea typeface="+mj-lt"/>
                <a:cs typeface="+mj-lt"/>
              </a:rPr>
              <a:t>dài</a:t>
            </a:r>
            <a:r>
              <a:rPr sz="1800" dirty="0">
                <a:latin typeface="+mj-lt"/>
                <a:ea typeface="+mj-lt"/>
                <a:cs typeface="+mj-lt"/>
              </a:rPr>
              <a:t> 1 </a:t>
            </a:r>
            <a:r>
              <a:rPr sz="1800" dirty="0" err="1">
                <a:latin typeface="+mj-lt"/>
                <a:ea typeface="+mj-lt"/>
                <a:cs typeface="+mj-lt"/>
              </a:rPr>
              <a:t>có</a:t>
            </a:r>
            <a:r>
              <a:rPr sz="1800" dirty="0">
                <a:latin typeface="+mj-lt"/>
                <a:ea typeface="+mj-lt"/>
                <a:cs typeface="+mj-lt"/>
              </a:rPr>
              <a:t> </a:t>
            </a:r>
            <a:r>
              <a:rPr sz="1800" dirty="0" err="1">
                <a:latin typeface="+mj-lt"/>
                <a:ea typeface="+mj-lt"/>
                <a:cs typeface="+mj-lt"/>
              </a:rPr>
              <a:t>giá</a:t>
            </a:r>
            <a:r>
              <a:rPr sz="1800" dirty="0">
                <a:latin typeface="+mj-lt"/>
                <a:ea typeface="+mj-lt"/>
                <a:cs typeface="+mj-lt"/>
              </a:rPr>
              <a:t> </a:t>
            </a:r>
            <a:r>
              <a:rPr sz="1800" dirty="0" err="1">
                <a:latin typeface="+mj-lt"/>
                <a:ea typeface="+mj-lt"/>
                <a:cs typeface="+mj-lt"/>
              </a:rPr>
              <a:t>trị</a:t>
            </a:r>
            <a:r>
              <a:rPr sz="1800" dirty="0">
                <a:latin typeface="+mj-lt"/>
                <a:ea typeface="+mj-lt"/>
                <a:cs typeface="+mj-lt"/>
              </a:rPr>
              <a:t> </a:t>
            </a:r>
            <a:r>
              <a:rPr sz="1800" dirty="0" err="1">
                <a:latin typeface="+mj-lt"/>
                <a:ea typeface="+mj-lt"/>
                <a:cs typeface="+mj-lt"/>
              </a:rPr>
              <a:t>khớp</a:t>
            </a:r>
            <a:r>
              <a:rPr sz="1800" dirty="0">
                <a:latin typeface="+mj-lt"/>
                <a:ea typeface="+mj-lt"/>
                <a:cs typeface="+mj-lt"/>
              </a:rPr>
              <a:t> </a:t>
            </a:r>
            <a:r>
              <a:rPr sz="1800" dirty="0" err="1">
                <a:latin typeface="+mj-lt"/>
                <a:ea typeface="+mj-lt"/>
                <a:cs typeface="+mj-lt"/>
              </a:rPr>
              <a:t>với</a:t>
            </a:r>
            <a:r>
              <a:rPr sz="1800" dirty="0">
                <a:latin typeface="+mj-lt"/>
                <a:ea typeface="+mj-lt"/>
                <a:cs typeface="+mj-lt"/>
              </a:rPr>
              <a:t> </a:t>
            </a:r>
            <a:r>
              <a:rPr sz="1800" dirty="0" err="1">
                <a:latin typeface="+mj-lt"/>
                <a:ea typeface="+mj-lt"/>
                <a:cs typeface="+mj-lt"/>
              </a:rPr>
              <a:t>sự</a:t>
            </a:r>
            <a:r>
              <a:rPr sz="1800" dirty="0">
                <a:latin typeface="+mj-lt"/>
                <a:ea typeface="+mj-lt"/>
                <a:cs typeface="+mj-lt"/>
              </a:rPr>
              <a:t> </a:t>
            </a:r>
            <a:r>
              <a:rPr sz="1800" dirty="0" err="1">
                <a:latin typeface="+mj-lt"/>
                <a:ea typeface="+mj-lt"/>
                <a:cs typeface="+mj-lt"/>
              </a:rPr>
              <a:t>kiện</a:t>
            </a:r>
            <a:r>
              <a:rPr sz="1800" dirty="0">
                <a:latin typeface="+mj-lt"/>
                <a:ea typeface="+mj-lt"/>
                <a:cs typeface="+mj-lt"/>
              </a:rPr>
              <a:t> </a:t>
            </a:r>
            <a:r>
              <a:rPr sz="1800" dirty="0" err="1">
                <a:latin typeface="+mj-lt"/>
                <a:ea typeface="+mj-lt"/>
                <a:cs typeface="+mj-lt"/>
              </a:rPr>
              <a:t>cuối</a:t>
            </a:r>
            <a:r>
              <a:rPr sz="1800" dirty="0">
                <a:latin typeface="+mj-lt"/>
                <a:ea typeface="+mj-lt"/>
                <a:cs typeface="+mj-lt"/>
              </a:rPr>
              <a:t> </a:t>
            </a:r>
            <a:r>
              <a:rPr sz="1800" dirty="0" err="1">
                <a:latin typeface="+mj-lt"/>
                <a:ea typeface="+mj-lt"/>
                <a:cs typeface="+mj-lt"/>
              </a:rPr>
              <a:t>cùng</a:t>
            </a:r>
            <a:r>
              <a:rPr sz="1800" dirty="0">
                <a:latin typeface="+mj-lt"/>
                <a:ea typeface="+mj-lt"/>
                <a:cs typeface="+mj-lt"/>
              </a:rPr>
              <a:t> </a:t>
            </a:r>
            <a:r>
              <a:rPr sz="1800" dirty="0" err="1">
                <a:latin typeface="+mj-lt"/>
                <a:ea typeface="+mj-lt"/>
                <a:cs typeface="+mj-lt"/>
              </a:rPr>
              <a:t>của</a:t>
            </a:r>
            <a:r>
              <a:rPr sz="1800" dirty="0">
                <a:latin typeface="+mj-lt"/>
                <a:ea typeface="+mj-lt"/>
                <a:cs typeface="+mj-lt"/>
              </a:rPr>
              <a:t> </a:t>
            </a:r>
            <a:r>
              <a:rPr sz="1800" dirty="0" err="1">
                <a:latin typeface="+mj-lt"/>
                <a:ea typeface="+mj-lt"/>
                <a:cs typeface="+mj-lt"/>
              </a:rPr>
              <a:t>mẫu</a:t>
            </a:r>
            <a:r>
              <a:rPr sz="1800" dirty="0">
                <a:latin typeface="+mj-lt"/>
                <a:ea typeface="+mj-lt"/>
                <a:cs typeface="+mj-lt"/>
              </a:rPr>
              <a:t> P</a:t>
            </a:r>
          </a:p>
        </p:txBody>
      </p:sp>
      <p:grpSp>
        <p:nvGrpSpPr>
          <p:cNvPr id="2" name="Group 3">
            <a:extLst>
              <a:ext uri="{FF2B5EF4-FFF2-40B4-BE49-F238E27FC236}">
                <a16:creationId xmlns:a16="http://schemas.microsoft.com/office/drawing/2014/main" id="{2263D456-1306-42AC-D3EE-C0CDB184F5BD}"/>
              </a:ext>
            </a:extLst>
          </p:cNvPr>
          <p:cNvGrpSpPr/>
          <p:nvPr/>
        </p:nvGrpSpPr>
        <p:grpSpPr>
          <a:xfrm>
            <a:off x="0" y="-19526"/>
            <a:ext cx="9144000" cy="535020"/>
            <a:chOff x="0" y="0"/>
            <a:chExt cx="24384000" cy="1426718"/>
          </a:xfrm>
        </p:grpSpPr>
        <p:sp>
          <p:nvSpPr>
            <p:cNvPr id="3" name="Freeform 4">
              <a:extLst>
                <a:ext uri="{FF2B5EF4-FFF2-40B4-BE49-F238E27FC236}">
                  <a16:creationId xmlns:a16="http://schemas.microsoft.com/office/drawing/2014/main" id="{1C7CA9CD-6404-60CD-0C41-CBF099C89602}"/>
                </a:ext>
              </a:extLst>
            </p:cNvPr>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E95856"/>
            </a:solidFill>
            <a:ln w="12700">
              <a:solidFill>
                <a:srgbClr val="000000"/>
              </a:solidFill>
            </a:ln>
          </p:spPr>
        </p:sp>
      </p:grpSp>
      <p:grpSp>
        <p:nvGrpSpPr>
          <p:cNvPr id="6" name="Group 7">
            <a:extLst>
              <a:ext uri="{FF2B5EF4-FFF2-40B4-BE49-F238E27FC236}">
                <a16:creationId xmlns:a16="http://schemas.microsoft.com/office/drawing/2014/main" id="{1C4F772A-21F9-1224-5588-444A6DE89B42}"/>
              </a:ext>
            </a:extLst>
          </p:cNvPr>
          <p:cNvGrpSpPr/>
          <p:nvPr/>
        </p:nvGrpSpPr>
        <p:grpSpPr>
          <a:xfrm>
            <a:off x="514350" y="4969883"/>
            <a:ext cx="7833601" cy="76945"/>
            <a:chOff x="0" y="0"/>
            <a:chExt cx="20889601" cy="205185"/>
          </a:xfrm>
        </p:grpSpPr>
        <p:sp>
          <p:nvSpPr>
            <p:cNvPr id="7" name="Freeform 8">
              <a:extLst>
                <a:ext uri="{FF2B5EF4-FFF2-40B4-BE49-F238E27FC236}">
                  <a16:creationId xmlns:a16="http://schemas.microsoft.com/office/drawing/2014/main" id="{14B1489C-26A9-22FA-943E-A2E33B1AC1EF}"/>
                </a:ext>
              </a:extLst>
            </p:cNvPr>
            <p:cNvSpPr/>
            <p:nvPr/>
          </p:nvSpPr>
          <p:spPr>
            <a:xfrm>
              <a:off x="0" y="0"/>
              <a:ext cx="20889595" cy="205232"/>
            </a:xfrm>
            <a:custGeom>
              <a:avLst/>
              <a:gdLst/>
              <a:ahLst/>
              <a:cxnLst/>
              <a:rect l="l" t="t" r="r" b="b"/>
              <a:pathLst>
                <a:path w="20889595" h="205232">
                  <a:moveTo>
                    <a:pt x="0" y="0"/>
                  </a:moveTo>
                  <a:lnTo>
                    <a:pt x="20889595" y="0"/>
                  </a:lnTo>
                  <a:lnTo>
                    <a:pt x="20889595" y="205232"/>
                  </a:lnTo>
                  <a:lnTo>
                    <a:pt x="0" y="205232"/>
                  </a:lnTo>
                  <a:lnTo>
                    <a:pt x="0" y="0"/>
                  </a:lnTo>
                  <a:close/>
                </a:path>
              </a:pathLst>
            </a:custGeom>
            <a:blipFill>
              <a:blip r:embed="rId3"/>
              <a:stretch>
                <a:fillRect t="-17868" b="-17845"/>
              </a:stretch>
            </a:blipFill>
          </p:spPr>
        </p:sp>
      </p:grpSp>
      <p:grpSp>
        <p:nvGrpSpPr>
          <p:cNvPr id="8" name="Group 9">
            <a:extLst>
              <a:ext uri="{FF2B5EF4-FFF2-40B4-BE49-F238E27FC236}">
                <a16:creationId xmlns:a16="http://schemas.microsoft.com/office/drawing/2014/main" id="{DFD37543-AA87-6E69-6176-2F689E5A37AB}"/>
              </a:ext>
            </a:extLst>
          </p:cNvPr>
          <p:cNvGrpSpPr/>
          <p:nvPr/>
        </p:nvGrpSpPr>
        <p:grpSpPr>
          <a:xfrm>
            <a:off x="238964" y="1668"/>
            <a:ext cx="2467785" cy="513826"/>
            <a:chOff x="0" y="0"/>
            <a:chExt cx="6580759" cy="1370203"/>
          </a:xfrm>
        </p:grpSpPr>
        <p:sp>
          <p:nvSpPr>
            <p:cNvPr id="9" name="Freeform 10" descr="A black background with white text  Description automatically generated">
              <a:extLst>
                <a:ext uri="{FF2B5EF4-FFF2-40B4-BE49-F238E27FC236}">
                  <a16:creationId xmlns:a16="http://schemas.microsoft.com/office/drawing/2014/main" id="{C851C7E4-147F-9FC1-8291-23A48CC984E5}"/>
                </a:ext>
              </a:extLst>
            </p:cNvPr>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4"/>
              <a:stretch>
                <a:fillRect l="-194" r="-194"/>
              </a:stretch>
            </a:blipFill>
          </p:spPr>
        </p:sp>
      </p:grpSp>
    </p:spTree>
    <p:extLst>
      <p:ext uri="{BB962C8B-B14F-4D97-AF65-F5344CB8AC3E}">
        <p14:creationId xmlns:p14="http://schemas.microsoft.com/office/powerpoint/2010/main" val="3852326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5">
            <a:extLst>
              <a:ext uri="{FF2B5EF4-FFF2-40B4-BE49-F238E27FC236}">
                <a16:creationId xmlns:a16="http://schemas.microsoft.com/office/drawing/2014/main" id="{D89F9FA4-5F4E-4FF4-C193-8C0EB6E8897F}"/>
              </a:ext>
            </a:extLst>
          </p:cNvPr>
          <p:cNvGrpSpPr/>
          <p:nvPr/>
        </p:nvGrpSpPr>
        <p:grpSpPr>
          <a:xfrm>
            <a:off x="-160282" y="4969883"/>
            <a:ext cx="9304283" cy="284619"/>
            <a:chOff x="0" y="0"/>
            <a:chExt cx="24811420" cy="758984"/>
          </a:xfrm>
        </p:grpSpPr>
        <p:sp>
          <p:nvSpPr>
            <p:cNvPr id="5" name="Freeform 6">
              <a:extLst>
                <a:ext uri="{FF2B5EF4-FFF2-40B4-BE49-F238E27FC236}">
                  <a16:creationId xmlns:a16="http://schemas.microsoft.com/office/drawing/2014/main" id="{F5187064-3E43-9C4A-B8FB-FF739CABA76A}"/>
                </a:ext>
              </a:extLst>
            </p:cNvPr>
            <p:cNvSpPr/>
            <p:nvPr/>
          </p:nvSpPr>
          <p:spPr>
            <a:xfrm>
              <a:off x="0" y="0"/>
              <a:ext cx="24811482" cy="758952"/>
            </a:xfrm>
            <a:custGeom>
              <a:avLst/>
              <a:gdLst/>
              <a:ahLst/>
              <a:cxnLst/>
              <a:rect l="l" t="t" r="r" b="b"/>
              <a:pathLst>
                <a:path w="24811482" h="758952">
                  <a:moveTo>
                    <a:pt x="285242" y="0"/>
                  </a:moveTo>
                  <a:lnTo>
                    <a:pt x="24811482" y="0"/>
                  </a:lnTo>
                  <a:lnTo>
                    <a:pt x="24811482" y="740410"/>
                  </a:lnTo>
                  <a:lnTo>
                    <a:pt x="0" y="758952"/>
                  </a:lnTo>
                  <a:lnTo>
                    <a:pt x="285242" y="0"/>
                  </a:lnTo>
                  <a:close/>
                </a:path>
              </a:pathLst>
            </a:custGeom>
            <a:solidFill>
              <a:srgbClr val="E95856"/>
            </a:solidFill>
            <a:ln w="12700">
              <a:solidFill>
                <a:srgbClr val="000000"/>
              </a:solidFill>
            </a:ln>
          </p:spPr>
        </p:sp>
      </p:grpSp>
      <p:sp>
        <p:nvSpPr>
          <p:cNvPr id="16" name="Slide Number Placeholder 14">
            <a:extLst>
              <a:ext uri="{FF2B5EF4-FFF2-40B4-BE49-F238E27FC236}">
                <a16:creationId xmlns:a16="http://schemas.microsoft.com/office/drawing/2014/main" id="{E6CC26F9-C1C5-43BE-8115-AE1C66E1B76D}"/>
              </a:ext>
            </a:extLst>
          </p:cNvPr>
          <p:cNvSpPr>
            <a:spLocks noGrp="1"/>
          </p:cNvSpPr>
          <p:nvPr/>
        </p:nvSpPr>
        <p:spPr>
          <a:xfrm>
            <a:off x="8347710" y="4970145"/>
            <a:ext cx="795655" cy="259715"/>
          </a:xfrm>
        </p:spPr>
        <p:txBody>
          <a:bodyPr/>
          <a:lst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a:lstStyle>
          <a:p>
            <a:pPr algn="ctr">
              <a:buNone/>
            </a:pPr>
            <a:fld id="{B6F15528-21DE-4FAA-801E-634DDDAF4B2B}" type="slidenum">
              <a:rPr>
                <a:latin typeface="Times New Roman"/>
                <a:ea typeface="Times New Roman"/>
                <a:cs typeface="Times New Roman"/>
              </a:rPr>
              <a:t>8</a:t>
            </a:fld>
            <a:endParaRPr>
              <a:latin typeface="Times New Roman"/>
              <a:ea typeface="Times New Roman"/>
              <a:cs typeface="Times New Roman"/>
            </a:endParaRPr>
          </a:p>
        </p:txBody>
      </p:sp>
      <p:sp>
        <p:nvSpPr>
          <p:cNvPr id="12" name="TextBox 14">
            <a:extLst>
              <a:ext uri="{FF2B5EF4-FFF2-40B4-BE49-F238E27FC236}">
                <a16:creationId xmlns:a16="http://schemas.microsoft.com/office/drawing/2014/main" id="{E73E94D4-66B5-4C36-B82C-879D63C3D354}"/>
              </a:ext>
            </a:extLst>
          </p:cNvPr>
          <p:cNvSpPr>
            <a:spLocks noGrp="1"/>
          </p:cNvSpPr>
          <p:nvPr/>
        </p:nvSpPr>
        <p:spPr>
          <a:xfrm>
            <a:off x="344476" y="668800"/>
            <a:ext cx="8432712" cy="4524315"/>
          </a:xfrm>
          <a:prstGeom prst="rect">
            <a:avLst/>
          </a:prstGeom>
        </p:spPr>
        <p:txBody>
          <a:bodyPr lIns="0" tIns="0" rIns="0" bIns="0" anchor="t">
            <a:spAutoFit/>
          </a:bodyPr>
          <a:lstStyle/>
          <a:p>
            <a:r>
              <a:rPr sz="2400" b="1">
                <a:latin typeface="Times New Roman"/>
                <a:ea typeface="Times New Roman"/>
                <a:cs typeface="Times New Roman"/>
              </a:rPr>
              <a:t>1. GIỚI THIỆU CHUNG</a:t>
            </a:r>
          </a:p>
          <a:p>
            <a:r>
              <a:rPr sz="1800" b="1">
                <a:latin typeface="Times New Roman"/>
                <a:ea typeface="Times New Roman"/>
                <a:cs typeface="Times New Roman"/>
              </a:rPr>
              <a:t> 1.3. Kiến trúc pesudo	</a:t>
            </a:r>
          </a:p>
          <a:p>
            <a:pPr>
              <a:spcBef>
                <a:spcPts val="600"/>
              </a:spcBef>
              <a:spcAft>
                <a:spcPts val="600"/>
              </a:spcAft>
              <a:buNone/>
            </a:pPr>
            <a:r>
              <a:rPr sz="2000" b="1">
                <a:latin typeface="Times New Roman"/>
                <a:ea typeface="Times New Roman"/>
                <a:cs typeface="Times New Roman"/>
              </a:rPr>
              <a:t>	M (Index Matrix - Ma trận chỉ mục): </a:t>
            </a:r>
            <a:r>
              <a:rPr sz="2000">
                <a:latin typeface="Times New Roman"/>
                <a:ea typeface="Times New Roman"/>
                <a:cs typeface="Times New Roman"/>
              </a:rPr>
              <a:t>Thay vì chứa mảng vị trí thực tế, ma trận M chỉ chứa ma trận chỉ mục gồm 3 cột:</a:t>
            </a:r>
          </a:p>
          <a:p>
            <a:pPr>
              <a:spcBef>
                <a:spcPts val="600"/>
              </a:spcBef>
              <a:spcAft>
                <a:spcPts val="600"/>
              </a:spcAft>
              <a:buNone/>
            </a:pPr>
            <a:endParaRPr sz="2000">
              <a:latin typeface="Times New Roman"/>
              <a:ea typeface="Times New Roman"/>
              <a:cs typeface="Times New Roman"/>
            </a:endParaRPr>
          </a:p>
          <a:p>
            <a:pPr marL="285750" indent="-285750">
              <a:buChar char="§"/>
            </a:pPr>
            <a:r>
              <a:rPr sz="1800" b="1">
                <a:latin typeface="Times New Roman"/>
                <a:ea typeface="Times New Roman"/>
                <a:cs typeface="Times New Roman"/>
              </a:rPr>
              <a:t>	Data id: </a:t>
            </a:r>
            <a:r>
              <a:rPr sz="1800">
                <a:latin typeface="Times New Roman"/>
                <a:ea typeface="Times New Roman"/>
                <a:cs typeface="Times New Roman"/>
              </a:rPr>
              <a:t>Một giá trị đối chiếu (khớp với Data id nằm trong Data IDList mà DIP trỏ tới) để thuật toán biết cần trích xuất thông tin từ hàng nào trong dữ liệu gốc.</a:t>
            </a:r>
          </a:p>
          <a:p>
            <a:pPr marL="285750" indent="-285750">
              <a:buChar char="§"/>
            </a:pPr>
            <a:endParaRPr sz="1800">
              <a:latin typeface="Times New Roman"/>
              <a:ea typeface="Times New Roman"/>
              <a:cs typeface="Times New Roman"/>
            </a:endParaRPr>
          </a:p>
          <a:p>
            <a:pPr marL="285750" indent="-285750">
              <a:buChar char="§"/>
            </a:pPr>
            <a:r>
              <a:rPr sz="1800" b="1">
                <a:latin typeface="Times New Roman"/>
                <a:ea typeface="Times New Roman"/>
                <a:cs typeface="Times New Roman"/>
              </a:rPr>
              <a:t>	Start index (Chỉ mục bắt đầu): </a:t>
            </a:r>
            <a:r>
              <a:rPr sz="1800">
                <a:latin typeface="Times New Roman"/>
                <a:ea typeface="Times New Roman"/>
                <a:cs typeface="Times New Roman"/>
              </a:rPr>
              <a:t>Là một con số nguyên chỉ ra vị trí bắt đầu bên trong mảng vị trí gốc. Dữ liệu vị trí thực tế của mẫu P sẽ chính là một danh sách con, cắt từ vị trí Start index cho đến cuối mảng vị trí gốc đó.</a:t>
            </a:r>
          </a:p>
          <a:p>
            <a:pPr marL="285750" indent="-285750">
              <a:buChar char="§"/>
            </a:pPr>
            <a:endParaRPr sz="1800">
              <a:latin typeface="Times New Roman"/>
              <a:ea typeface="Times New Roman"/>
              <a:cs typeface="Times New Roman"/>
            </a:endParaRPr>
          </a:p>
          <a:p>
            <a:pPr marL="285750" indent="-285750">
              <a:buChar char="§"/>
            </a:pPr>
            <a:r>
              <a:rPr sz="1800" b="1">
                <a:latin typeface="Times New Roman"/>
                <a:ea typeface="Times New Roman"/>
                <a:cs typeface="Times New Roman"/>
              </a:rPr>
              <a:t>	Support (Độ hỗ trợ): </a:t>
            </a:r>
            <a:r>
              <a:rPr sz="1800">
                <a:latin typeface="Times New Roman"/>
                <a:ea typeface="Times New Roman"/>
                <a:cs typeface="Times New Roman"/>
              </a:rPr>
              <a:t>Chính là số lượng các hàng hiện có bên trong ma trận M. Giá trị này đại diện cho supcount(P).</a:t>
            </a:r>
          </a:p>
        </p:txBody>
      </p:sp>
      <p:grpSp>
        <p:nvGrpSpPr>
          <p:cNvPr id="2" name="Group 3">
            <a:extLst>
              <a:ext uri="{FF2B5EF4-FFF2-40B4-BE49-F238E27FC236}">
                <a16:creationId xmlns:a16="http://schemas.microsoft.com/office/drawing/2014/main" id="{DC25F382-74DF-1D1C-9F55-DFBE2FCD42DC}"/>
              </a:ext>
            </a:extLst>
          </p:cNvPr>
          <p:cNvGrpSpPr/>
          <p:nvPr/>
        </p:nvGrpSpPr>
        <p:grpSpPr>
          <a:xfrm>
            <a:off x="0" y="-19526"/>
            <a:ext cx="9144000" cy="535020"/>
            <a:chOff x="0" y="0"/>
            <a:chExt cx="24384000" cy="1426718"/>
          </a:xfrm>
        </p:grpSpPr>
        <p:sp>
          <p:nvSpPr>
            <p:cNvPr id="3" name="Freeform 4">
              <a:extLst>
                <a:ext uri="{FF2B5EF4-FFF2-40B4-BE49-F238E27FC236}">
                  <a16:creationId xmlns:a16="http://schemas.microsoft.com/office/drawing/2014/main" id="{E74842B8-7B3E-2724-E07D-3C75035D4788}"/>
                </a:ext>
              </a:extLst>
            </p:cNvPr>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E95856"/>
            </a:solidFill>
            <a:ln w="12700">
              <a:solidFill>
                <a:srgbClr val="000000"/>
              </a:solidFill>
            </a:ln>
          </p:spPr>
        </p:sp>
      </p:grpSp>
      <p:grpSp>
        <p:nvGrpSpPr>
          <p:cNvPr id="6" name="Group 7">
            <a:extLst>
              <a:ext uri="{FF2B5EF4-FFF2-40B4-BE49-F238E27FC236}">
                <a16:creationId xmlns:a16="http://schemas.microsoft.com/office/drawing/2014/main" id="{C6D9724E-EBA2-1770-7344-FA548EA51B0A}"/>
              </a:ext>
            </a:extLst>
          </p:cNvPr>
          <p:cNvGrpSpPr/>
          <p:nvPr/>
        </p:nvGrpSpPr>
        <p:grpSpPr>
          <a:xfrm>
            <a:off x="514350" y="4969883"/>
            <a:ext cx="7833601" cy="76945"/>
            <a:chOff x="0" y="0"/>
            <a:chExt cx="20889601" cy="205185"/>
          </a:xfrm>
        </p:grpSpPr>
        <p:sp>
          <p:nvSpPr>
            <p:cNvPr id="7" name="Freeform 8">
              <a:extLst>
                <a:ext uri="{FF2B5EF4-FFF2-40B4-BE49-F238E27FC236}">
                  <a16:creationId xmlns:a16="http://schemas.microsoft.com/office/drawing/2014/main" id="{E1EC0BFB-8C61-B76A-520C-DE548E2B98D6}"/>
                </a:ext>
              </a:extLst>
            </p:cNvPr>
            <p:cNvSpPr/>
            <p:nvPr/>
          </p:nvSpPr>
          <p:spPr>
            <a:xfrm>
              <a:off x="0" y="0"/>
              <a:ext cx="20889595" cy="205232"/>
            </a:xfrm>
            <a:custGeom>
              <a:avLst/>
              <a:gdLst/>
              <a:ahLst/>
              <a:cxnLst/>
              <a:rect l="l" t="t" r="r" b="b"/>
              <a:pathLst>
                <a:path w="20889595" h="205232">
                  <a:moveTo>
                    <a:pt x="0" y="0"/>
                  </a:moveTo>
                  <a:lnTo>
                    <a:pt x="20889595" y="0"/>
                  </a:lnTo>
                  <a:lnTo>
                    <a:pt x="20889595" y="205232"/>
                  </a:lnTo>
                  <a:lnTo>
                    <a:pt x="0" y="205232"/>
                  </a:lnTo>
                  <a:lnTo>
                    <a:pt x="0" y="0"/>
                  </a:lnTo>
                  <a:close/>
                </a:path>
              </a:pathLst>
            </a:custGeom>
            <a:blipFill>
              <a:blip r:embed="rId3"/>
              <a:stretch>
                <a:fillRect t="-17868" b="-17845"/>
              </a:stretch>
            </a:blipFill>
          </p:spPr>
        </p:sp>
      </p:grpSp>
      <p:grpSp>
        <p:nvGrpSpPr>
          <p:cNvPr id="8" name="Group 9">
            <a:extLst>
              <a:ext uri="{FF2B5EF4-FFF2-40B4-BE49-F238E27FC236}">
                <a16:creationId xmlns:a16="http://schemas.microsoft.com/office/drawing/2014/main" id="{E63836A9-D984-3C6A-4786-35F4F39C4BE2}"/>
              </a:ext>
            </a:extLst>
          </p:cNvPr>
          <p:cNvGrpSpPr/>
          <p:nvPr/>
        </p:nvGrpSpPr>
        <p:grpSpPr>
          <a:xfrm>
            <a:off x="238964" y="1668"/>
            <a:ext cx="2467785" cy="513826"/>
            <a:chOff x="0" y="0"/>
            <a:chExt cx="6580759" cy="1370203"/>
          </a:xfrm>
        </p:grpSpPr>
        <p:sp>
          <p:nvSpPr>
            <p:cNvPr id="9" name="Freeform 10" descr="A black background with white text  Description automatically generated">
              <a:extLst>
                <a:ext uri="{FF2B5EF4-FFF2-40B4-BE49-F238E27FC236}">
                  <a16:creationId xmlns:a16="http://schemas.microsoft.com/office/drawing/2014/main" id="{A8C7C20A-60AF-C308-98B7-57E4709DB55D}"/>
                </a:ext>
              </a:extLst>
            </p:cNvPr>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4"/>
              <a:stretch>
                <a:fillRect l="-194" r="-194"/>
              </a:stretch>
            </a:blipFill>
          </p:spPr>
        </p:sp>
      </p:grpSp>
    </p:spTree>
    <p:extLst>
      <p:ext uri="{BB962C8B-B14F-4D97-AF65-F5344CB8AC3E}">
        <p14:creationId xmlns:p14="http://schemas.microsoft.com/office/powerpoint/2010/main" val="455060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5">
            <a:extLst>
              <a:ext uri="{FF2B5EF4-FFF2-40B4-BE49-F238E27FC236}">
                <a16:creationId xmlns:a16="http://schemas.microsoft.com/office/drawing/2014/main" id="{3A5326C2-175E-5B6F-638A-41ADF5DACB42}"/>
              </a:ext>
            </a:extLst>
          </p:cNvPr>
          <p:cNvGrpSpPr/>
          <p:nvPr/>
        </p:nvGrpSpPr>
        <p:grpSpPr>
          <a:xfrm>
            <a:off x="-160282" y="4969883"/>
            <a:ext cx="9304283" cy="284619"/>
            <a:chOff x="0" y="0"/>
            <a:chExt cx="24811420" cy="758984"/>
          </a:xfrm>
        </p:grpSpPr>
        <p:sp>
          <p:nvSpPr>
            <p:cNvPr id="5" name="Freeform 6">
              <a:extLst>
                <a:ext uri="{FF2B5EF4-FFF2-40B4-BE49-F238E27FC236}">
                  <a16:creationId xmlns:a16="http://schemas.microsoft.com/office/drawing/2014/main" id="{D5CDA729-F1E6-8CEB-28E3-0259AEE2F670}"/>
                </a:ext>
              </a:extLst>
            </p:cNvPr>
            <p:cNvSpPr/>
            <p:nvPr/>
          </p:nvSpPr>
          <p:spPr>
            <a:xfrm>
              <a:off x="0" y="0"/>
              <a:ext cx="24811482" cy="758952"/>
            </a:xfrm>
            <a:custGeom>
              <a:avLst/>
              <a:gdLst/>
              <a:ahLst/>
              <a:cxnLst/>
              <a:rect l="l" t="t" r="r" b="b"/>
              <a:pathLst>
                <a:path w="24811482" h="758952">
                  <a:moveTo>
                    <a:pt x="285242" y="0"/>
                  </a:moveTo>
                  <a:lnTo>
                    <a:pt x="24811482" y="0"/>
                  </a:lnTo>
                  <a:lnTo>
                    <a:pt x="24811482" y="740410"/>
                  </a:lnTo>
                  <a:lnTo>
                    <a:pt x="0" y="758952"/>
                  </a:lnTo>
                  <a:lnTo>
                    <a:pt x="285242" y="0"/>
                  </a:lnTo>
                  <a:close/>
                </a:path>
              </a:pathLst>
            </a:custGeom>
            <a:solidFill>
              <a:srgbClr val="E95856"/>
            </a:solidFill>
            <a:ln w="12700">
              <a:solidFill>
                <a:srgbClr val="000000"/>
              </a:solidFill>
            </a:ln>
          </p:spPr>
        </p:sp>
      </p:grpSp>
      <p:sp>
        <p:nvSpPr>
          <p:cNvPr id="16" name="Slide Number Placeholder 14">
            <a:extLst>
              <a:ext uri="{FF2B5EF4-FFF2-40B4-BE49-F238E27FC236}">
                <a16:creationId xmlns:a16="http://schemas.microsoft.com/office/drawing/2014/main" id="{373469CE-207F-59CA-0104-F2854B0CA7B5}"/>
              </a:ext>
            </a:extLst>
          </p:cNvPr>
          <p:cNvSpPr>
            <a:spLocks noGrp="1"/>
          </p:cNvSpPr>
          <p:nvPr/>
        </p:nvSpPr>
        <p:spPr>
          <a:xfrm>
            <a:off x="8347710" y="4970145"/>
            <a:ext cx="795655" cy="259715"/>
          </a:xfrm>
        </p:spPr>
        <p:txBody>
          <a:bodyPr/>
          <a:lst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a:lstStyle>
          <a:p>
            <a:pPr algn="ctr">
              <a:buNone/>
            </a:pPr>
            <a:fld id="{B6F15528-21DE-4FAA-801E-634DDDAF4B2B}" type="slidenum">
              <a:rPr>
                <a:latin typeface="Times New Roman"/>
                <a:ea typeface="Times New Roman"/>
                <a:cs typeface="Times New Roman"/>
              </a:rPr>
              <a:t>9</a:t>
            </a:fld>
            <a:endParaRPr>
              <a:latin typeface="Times New Roman"/>
              <a:ea typeface="Times New Roman"/>
              <a:cs typeface="Times New Roman"/>
            </a:endParaRPr>
          </a:p>
        </p:txBody>
      </p:sp>
      <p:sp>
        <p:nvSpPr>
          <p:cNvPr id="12" name="TextBox 14">
            <a:extLst>
              <a:ext uri="{FF2B5EF4-FFF2-40B4-BE49-F238E27FC236}">
                <a16:creationId xmlns:a16="http://schemas.microsoft.com/office/drawing/2014/main" id="{E559FF95-7AE3-BA10-AADA-6BC751EE691B}"/>
              </a:ext>
            </a:extLst>
          </p:cNvPr>
          <p:cNvSpPr>
            <a:spLocks noGrp="1"/>
          </p:cNvSpPr>
          <p:nvPr/>
        </p:nvSpPr>
        <p:spPr>
          <a:xfrm>
            <a:off x="344476" y="668800"/>
            <a:ext cx="8432712" cy="646331"/>
          </a:xfrm>
          <a:prstGeom prst="rect">
            <a:avLst/>
          </a:prstGeom>
        </p:spPr>
        <p:txBody>
          <a:bodyPr lIns="0" tIns="0" rIns="0" bIns="0" anchor="t">
            <a:spAutoFit/>
          </a:bodyPr>
          <a:lstStyle/>
          <a:p>
            <a:r>
              <a:rPr sz="2400" b="1">
                <a:latin typeface="Times New Roman"/>
                <a:ea typeface="Times New Roman"/>
                <a:cs typeface="Times New Roman"/>
              </a:rPr>
              <a:t>1. GIỚI THIỆU CHUNG</a:t>
            </a:r>
          </a:p>
          <a:p>
            <a:r>
              <a:rPr sz="1800" b="1">
                <a:latin typeface="Times New Roman"/>
                <a:ea typeface="Times New Roman"/>
                <a:cs typeface="Times New Roman"/>
              </a:rPr>
              <a:t> </a:t>
            </a:r>
          </a:p>
        </p:txBody>
      </p:sp>
      <p:graphicFrame>
        <p:nvGraphicFramePr>
          <p:cNvPr id="20" name="Bảng 1"/>
          <p:cNvGraphicFramePr/>
          <p:nvPr/>
        </p:nvGraphicFramePr>
        <p:xfrm>
          <a:off x="1164538" y="1213941"/>
          <a:ext cx="6654666" cy="3416297"/>
        </p:xfrm>
        <a:graphic>
          <a:graphicData uri="http://schemas.openxmlformats.org/drawingml/2006/table">
            <a:tbl>
              <a:tblPr/>
              <a:tblGrid>
                <a:gridCol w="2218222">
                  <a:extLst>
                    <a:ext uri="{9D8B030D-6E8A-4147-A177-3AD203B41FA5}">
                      <a16:colId xmlns:a16="http://schemas.microsoft.com/office/drawing/2014/main" val="20000"/>
                    </a:ext>
                  </a:extLst>
                </a:gridCol>
                <a:gridCol w="2218222">
                  <a:extLst>
                    <a:ext uri="{9D8B030D-6E8A-4147-A177-3AD203B41FA5}">
                      <a16:colId xmlns:a16="http://schemas.microsoft.com/office/drawing/2014/main" val="20001"/>
                    </a:ext>
                  </a:extLst>
                </a:gridCol>
                <a:gridCol w="2218222">
                  <a:extLst>
                    <a:ext uri="{9D8B030D-6E8A-4147-A177-3AD203B41FA5}">
                      <a16:colId xmlns:a16="http://schemas.microsoft.com/office/drawing/2014/main" val="20002"/>
                    </a:ext>
                  </a:extLst>
                </a:gridCol>
              </a:tblGrid>
              <a:tr h="262792">
                <a:tc>
                  <a:txBody>
                    <a:bodyPr/>
                    <a:lstStyle/>
                    <a:p>
                      <a:pPr algn="l">
                        <a:buNone/>
                      </a:pPr>
                      <a:r>
                        <a:rPr sz="1200"/>
                        <a:t>Tiêu chí</a:t>
                      </a:r>
                    </a:p>
                  </a:txBody>
                  <a:tcPr marL="78838" marR="78838" marT="39419" marB="39419">
                    <a:lnL>
                      <a:noFill/>
                    </a:lnL>
                    <a:lnR>
                      <a:noFill/>
                    </a:lnR>
                    <a:lnT>
                      <a:noFill/>
                    </a:lnT>
                    <a:lnB w="9525" cmpd="sng">
                      <a:solidFill>
                        <a:srgbClr val="919191"/>
                      </a:solidFill>
                      <a:prstDash val="solid"/>
                    </a:lnB>
                    <a:solidFill>
                      <a:srgbClr val="FFFFFF"/>
                    </a:solidFill>
                  </a:tcPr>
                </a:tc>
                <a:tc>
                  <a:txBody>
                    <a:bodyPr/>
                    <a:lstStyle/>
                    <a:p>
                      <a:pPr algn="l">
                        <a:buNone/>
                      </a:pPr>
                      <a:r>
                        <a:rPr sz="1200"/>
                        <a:t>Data IDList</a:t>
                      </a:r>
                    </a:p>
                  </a:txBody>
                  <a:tcPr marL="78838" marR="78838" marT="39419" marB="39419">
                    <a:lnL>
                      <a:noFill/>
                    </a:lnL>
                    <a:lnR>
                      <a:noFill/>
                    </a:lnR>
                    <a:lnT>
                      <a:noFill/>
                    </a:lnT>
                    <a:lnB w="9525" cmpd="sng">
                      <a:solidFill>
                        <a:srgbClr val="919191"/>
                      </a:solidFill>
                      <a:prstDash val="solid"/>
                    </a:lnB>
                    <a:solidFill>
                      <a:srgbClr val="FFFFFF"/>
                    </a:solidFill>
                  </a:tcPr>
                </a:tc>
                <a:tc>
                  <a:txBody>
                    <a:bodyPr/>
                    <a:lstStyle/>
                    <a:p>
                      <a:pPr algn="l">
                        <a:buNone/>
                      </a:pPr>
                      <a:r>
                        <a:rPr sz="1200"/>
                        <a:t>Pseudo-IDList</a:t>
                      </a:r>
                    </a:p>
                  </a:txBody>
                  <a:tcPr marL="78838" marR="78838" marT="39419" marB="39419">
                    <a:lnL>
                      <a:noFill/>
                    </a:lnL>
                    <a:lnR>
                      <a:noFill/>
                    </a:lnR>
                    <a:lnT>
                      <a:noFill/>
                    </a:lnT>
                    <a:lnB w="9525" cmpd="sng">
                      <a:solidFill>
                        <a:srgbClr val="919191"/>
                      </a:solidFill>
                      <a:prstDash val="solid"/>
                    </a:lnB>
                    <a:solidFill>
                      <a:srgbClr val="FFFFFF"/>
                    </a:solidFill>
                  </a:tcPr>
                </a:tc>
                <a:extLst>
                  <a:ext uri="{0D108BD9-81ED-4DB2-BD59-A6C34878D82A}">
                    <a16:rowId xmlns:a16="http://schemas.microsoft.com/office/drawing/2014/main" val="10000"/>
                  </a:ext>
                </a:extLst>
              </a:tr>
              <a:tr h="630701">
                <a:tc>
                  <a:txBody>
                    <a:bodyPr/>
                    <a:lstStyle/>
                    <a:p>
                      <a:pPr algn="l">
                        <a:buNone/>
                      </a:pPr>
                      <a:r>
                        <a:rPr sz="1200" b="1"/>
                        <a:t>Cấu trúc lưu trữ</a:t>
                      </a:r>
                    </a:p>
                  </a:txBody>
                  <a:tcPr marL="78838" marR="78838" marT="39419" marB="39419">
                    <a:lnL>
                      <a:noFill/>
                    </a:lnL>
                    <a:lnR>
                      <a:noFill/>
                    </a:lnR>
                    <a:lnT w="9525" cmpd="sng">
                      <a:solidFill>
                        <a:srgbClr val="919191"/>
                      </a:solidFill>
                      <a:prstDash val="solid"/>
                    </a:lnT>
                    <a:lnB w="9525" cmpd="sng">
                      <a:solidFill>
                        <a:srgbClr val="DDE1EB"/>
                      </a:solidFill>
                      <a:prstDash val="solid"/>
                    </a:lnB>
                    <a:solidFill>
                      <a:srgbClr val="FFFFFF"/>
                    </a:solidFill>
                  </a:tcPr>
                </a:tc>
                <a:tc>
                  <a:txBody>
                    <a:bodyPr/>
                    <a:lstStyle/>
                    <a:p>
                      <a:pPr algn="l">
                        <a:buNone/>
                      </a:pPr>
                      <a:r>
                        <a:rPr sz="1200"/>
                        <a:t>Chứa trực tiếp mảng vị trí thực tế (</a:t>
                      </a:r>
                      <a:r>
                        <a:rPr sz="1200" b="0">
                          <a:solidFill>
                            <a:srgbClr val="303030"/>
                          </a:solidFill>
                          <a:latin typeface="Google Sans Code"/>
                          <a:ea typeface="Google Sans Code"/>
                          <a:cs typeface="Google Sans Code"/>
                        </a:rPr>
                        <a:t>UCID</a:t>
                      </a:r>
                      <a:r>
                        <a:rPr sz="1200"/>
                        <a:t>, mảng </a:t>
                      </a:r>
                      <a:r>
                        <a:rPr sz="1200" b="0">
                          <a:solidFill>
                            <a:srgbClr val="303030"/>
                          </a:solidFill>
                          <a:latin typeface="Google Sans Code"/>
                          <a:ea typeface="Google Sans Code"/>
                          <a:cs typeface="Google Sans Code"/>
                        </a:rPr>
                        <a:t>Position list</a:t>
                      </a:r>
                      <a:r>
                        <a:rPr sz="1200"/>
                        <a:t>).</a:t>
                      </a:r>
                    </a:p>
                  </a:txBody>
                  <a:tcPr marL="78838" marR="78838" marT="39419" marB="39419">
                    <a:lnL>
                      <a:noFill/>
                    </a:lnL>
                    <a:lnR>
                      <a:noFill/>
                    </a:lnR>
                    <a:lnT w="9525" cmpd="sng">
                      <a:solidFill>
                        <a:srgbClr val="919191"/>
                      </a:solidFill>
                      <a:prstDash val="solid"/>
                    </a:lnT>
                    <a:lnB w="9525" cmpd="sng">
                      <a:solidFill>
                        <a:srgbClr val="DDE1EB"/>
                      </a:solidFill>
                      <a:prstDash val="solid"/>
                    </a:lnB>
                    <a:solidFill>
                      <a:srgbClr val="FFFFFF"/>
                    </a:solidFill>
                  </a:tcPr>
                </a:tc>
                <a:tc>
                  <a:txBody>
                    <a:bodyPr/>
                    <a:lstStyle/>
                    <a:p>
                      <a:pPr algn="l">
                        <a:buNone/>
                      </a:pPr>
                      <a:r>
                        <a:rPr sz="1200"/>
                        <a:t>Ma trận chỉ mục (</a:t>
                      </a:r>
                      <a:r>
                        <a:rPr sz="1200" b="0">
                          <a:solidFill>
                            <a:srgbClr val="303030"/>
                          </a:solidFill>
                          <a:latin typeface="Google Sans Code"/>
                          <a:ea typeface="Google Sans Code"/>
                          <a:cs typeface="Google Sans Code"/>
                        </a:rPr>
                        <a:t>Local id</a:t>
                      </a:r>
                      <a:r>
                        <a:rPr sz="1200"/>
                        <a:t>, </a:t>
                      </a:r>
                      <a:r>
                        <a:rPr sz="1200" b="0">
                          <a:solidFill>
                            <a:srgbClr val="303030"/>
                          </a:solidFill>
                          <a:latin typeface="Google Sans Code"/>
                          <a:ea typeface="Google Sans Code"/>
                          <a:cs typeface="Google Sans Code"/>
                        </a:rPr>
                        <a:t>Data id</a:t>
                      </a:r>
                      <a:r>
                        <a:rPr sz="1200"/>
                        <a:t>, </a:t>
                      </a:r>
                      <a:r>
                        <a:rPr sz="1200" b="0">
                          <a:solidFill>
                            <a:srgbClr val="303030"/>
                          </a:solidFill>
                          <a:latin typeface="Google Sans Code"/>
                          <a:ea typeface="Google Sans Code"/>
                          <a:cs typeface="Google Sans Code"/>
                        </a:rPr>
                        <a:t>Start index</a:t>
                      </a:r>
                      <a:r>
                        <a:rPr sz="1200"/>
                        <a:t>) và Con trỏ truy hồi (</a:t>
                      </a:r>
                      <a:r>
                        <a:rPr sz="1200" b="0">
                          <a:solidFill>
                            <a:srgbClr val="303030"/>
                          </a:solidFill>
                          <a:latin typeface="Google Sans Code"/>
                          <a:ea typeface="Google Sans Code"/>
                          <a:cs typeface="Google Sans Code"/>
                        </a:rPr>
                        <a:t>DIP</a:t>
                      </a:r>
                      <a:r>
                        <a:rPr sz="1200"/>
                        <a:t>).</a:t>
                      </a:r>
                    </a:p>
                  </a:txBody>
                  <a:tcPr marL="78838" marR="78838" marT="39419" marB="39419">
                    <a:lnL>
                      <a:noFill/>
                    </a:lnL>
                    <a:lnR>
                      <a:noFill/>
                    </a:lnR>
                    <a:lnT w="9525" cmpd="sng">
                      <a:solidFill>
                        <a:srgbClr val="919191"/>
                      </a:solidFill>
                      <a:prstDash val="solid"/>
                    </a:lnT>
                    <a:lnB w="9525" cmpd="sng">
                      <a:solidFill>
                        <a:srgbClr val="DDE1EB"/>
                      </a:solidFill>
                      <a:prstDash val="solid"/>
                    </a:lnB>
                    <a:solidFill>
                      <a:srgbClr val="FFFFFF"/>
                    </a:solidFill>
                  </a:tcPr>
                </a:tc>
                <a:extLst>
                  <a:ext uri="{0D108BD9-81ED-4DB2-BD59-A6C34878D82A}">
                    <a16:rowId xmlns:a16="http://schemas.microsoft.com/office/drawing/2014/main" val="10001"/>
                  </a:ext>
                </a:extLst>
              </a:tr>
              <a:tr h="630701">
                <a:tc>
                  <a:txBody>
                    <a:bodyPr/>
                    <a:lstStyle/>
                    <a:p>
                      <a:pPr algn="l">
                        <a:buNone/>
                      </a:pPr>
                      <a:r>
                        <a:rPr sz="1200" b="1"/>
                        <a:t>Sao chép dữ liệu</a:t>
                      </a:r>
                    </a:p>
                  </a:txBody>
                  <a:tcPr marL="78838" marR="78838" marT="39419" marB="39419">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1200"/>
                        <a:t>Có. Thường xuyên phải copy lại toàn bộ mảng vị trí từ mẫu cha sang mẫu con.</a:t>
                      </a:r>
                    </a:p>
                  </a:txBody>
                  <a:tcPr marL="78838" marR="78838" marT="39419" marB="39419">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1200" b="1"/>
                        <a:t>Không.</a:t>
                      </a:r>
                      <a:r>
                        <a:rPr sz="1200"/>
                        <a:t> Chỉ truy hồi gián tiếp qua chỉ mục, tránh hoàn toàn sao chép dư thừa.</a:t>
                      </a:r>
                    </a:p>
                  </a:txBody>
                  <a:tcPr marL="78838" marR="78838" marT="39419" marB="39419">
                    <a:lnL>
                      <a:noFill/>
                    </a:lnL>
                    <a:lnR>
                      <a:noFill/>
                    </a:lnR>
                    <a:lnT w="9525" cmpd="sng">
                      <a:solidFill>
                        <a:srgbClr val="DDE1EB"/>
                      </a:solidFill>
                      <a:prstDash val="solid"/>
                    </a:lnT>
                    <a:lnB w="9525" cmpd="sng">
                      <a:solidFill>
                        <a:srgbClr val="DDE1EB"/>
                      </a:solidFill>
                      <a:prstDash val="solid"/>
                    </a:lnB>
                    <a:solidFill>
                      <a:srgbClr val="FFFFFF"/>
                    </a:solidFill>
                  </a:tcPr>
                </a:tc>
                <a:extLst>
                  <a:ext uri="{0D108BD9-81ED-4DB2-BD59-A6C34878D82A}">
                    <a16:rowId xmlns:a16="http://schemas.microsoft.com/office/drawing/2014/main" val="10002"/>
                  </a:ext>
                </a:extLst>
              </a:tr>
              <a:tr h="630701">
                <a:tc>
                  <a:txBody>
                    <a:bodyPr/>
                    <a:lstStyle/>
                    <a:p>
                      <a:pPr algn="l">
                        <a:buNone/>
                      </a:pPr>
                      <a:r>
                        <a:rPr sz="1200" b="1"/>
                        <a:t>Tiêu thụ bộ nhớ</a:t>
                      </a:r>
                    </a:p>
                  </a:txBody>
                  <a:tcPr marL="78838" marR="78838" marT="39419" marB="39419">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1200"/>
                        <a:t>Lớn. Phải cấp phát dung lượng tỷ lệ thuận với chiều dài mảng vị trí.</a:t>
                      </a:r>
                    </a:p>
                  </a:txBody>
                  <a:tcPr marL="78838" marR="78838" marT="39419" marB="39419">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1200"/>
                        <a:t>Rất nhỏ. Cố định ở mức hằng số (</a:t>
                      </a:r>
                      <a:r>
                        <a:rPr sz="1200">
                          <a:latin typeface="KaTeX_Main"/>
                          <a:ea typeface="KaTeX_Main"/>
                          <a:cs typeface="KaTeX_Main"/>
                        </a:rPr>
                        <a:t>2×</a:t>
                      </a:r>
                      <a:r>
                        <a:rPr sz="1200" i="1">
                          <a:latin typeface="KaTeX_Math"/>
                          <a:ea typeface="KaTeX_Math"/>
                          <a:cs typeface="KaTeX_Math"/>
                        </a:rPr>
                        <a:t>k</a:t>
                      </a:r>
                      <a:r>
                        <a:rPr sz="1200"/>
                        <a:t> khối nhớ cho mỗi mảng) nhờ chỉ lưu </a:t>
                      </a:r>
                      <a:r>
                        <a:rPr sz="1200" b="0">
                          <a:solidFill>
                            <a:srgbClr val="303030"/>
                          </a:solidFill>
                          <a:latin typeface="Google Sans Code"/>
                          <a:ea typeface="Google Sans Code"/>
                          <a:cs typeface="Google Sans Code"/>
                        </a:rPr>
                        <a:t>Start index</a:t>
                      </a:r>
                      <a:r>
                        <a:rPr sz="1200"/>
                        <a:t>.</a:t>
                      </a:r>
                    </a:p>
                  </a:txBody>
                  <a:tcPr marL="78838" marR="78838" marT="39419" marB="39419">
                    <a:lnL>
                      <a:noFill/>
                    </a:lnL>
                    <a:lnR>
                      <a:noFill/>
                    </a:lnR>
                    <a:lnT w="9525" cmpd="sng">
                      <a:solidFill>
                        <a:srgbClr val="DDE1EB"/>
                      </a:solidFill>
                      <a:prstDash val="solid"/>
                    </a:lnT>
                    <a:lnB w="9525" cmpd="sng">
                      <a:solidFill>
                        <a:srgbClr val="DDE1EB"/>
                      </a:solidFill>
                      <a:prstDash val="solid"/>
                    </a:lnB>
                    <a:solidFill>
                      <a:srgbClr val="FFFFFF"/>
                    </a:solidFill>
                  </a:tcPr>
                </a:tc>
                <a:extLst>
                  <a:ext uri="{0D108BD9-81ED-4DB2-BD59-A6C34878D82A}">
                    <a16:rowId xmlns:a16="http://schemas.microsoft.com/office/drawing/2014/main" val="10003"/>
                  </a:ext>
                </a:extLst>
              </a:tr>
              <a:tr h="630701">
                <a:tc>
                  <a:txBody>
                    <a:bodyPr/>
                    <a:lstStyle/>
                    <a:p>
                      <a:pPr algn="l">
                        <a:buNone/>
                      </a:pPr>
                      <a:r>
                        <a:rPr sz="1200" b="1"/>
                        <a:t>Tốc độ khởi tạo</a:t>
                      </a:r>
                    </a:p>
                  </a:txBody>
                  <a:tcPr marL="78838" marR="78838" marT="39419" marB="39419">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1200"/>
                        <a:t>Chậm hơn do chi phí cấp phát vùng nhớ và sao chép mảng dữ liệu.</a:t>
                      </a:r>
                    </a:p>
                  </a:txBody>
                  <a:tcPr marL="78838" marR="78838" marT="39419" marB="39419">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1200" b="1"/>
                        <a:t>Nhanh.</a:t>
                      </a:r>
                      <a:r>
                        <a:rPr sz="1200"/>
                        <a:t> Thời gian khởi tạo tối đa chỉ mất </a:t>
                      </a:r>
                      <a:r>
                        <a:rPr sz="1200" i="1">
                          <a:latin typeface="KaTeX_Math"/>
                          <a:ea typeface="KaTeX_Math"/>
                          <a:cs typeface="KaTeX_Math"/>
                        </a:rPr>
                        <a:t>O</a:t>
                      </a:r>
                      <a:r>
                        <a:rPr sz="1200">
                          <a:latin typeface="KaTeX_Main"/>
                          <a:ea typeface="KaTeX_Main"/>
                          <a:cs typeface="KaTeX_Main"/>
                        </a:rPr>
                        <a:t>(</a:t>
                      </a:r>
                      <a:r>
                        <a:rPr sz="1200" i="1">
                          <a:latin typeface="KaTeX_Math"/>
                          <a:ea typeface="KaTeX_Math"/>
                          <a:cs typeface="KaTeX_Math"/>
                        </a:rPr>
                        <a:t>M</a:t>
                      </a:r>
                      <a:r>
                        <a:rPr sz="1200">
                          <a:latin typeface="KaTeX_Main"/>
                          <a:ea typeface="KaTeX_Main"/>
                          <a:cs typeface="KaTeX_Main"/>
                        </a:rPr>
                        <a:t>+</a:t>
                      </a:r>
                      <a:r>
                        <a:rPr sz="1200" i="1">
                          <a:latin typeface="KaTeX_Math"/>
                          <a:ea typeface="KaTeX_Math"/>
                          <a:cs typeface="KaTeX_Math"/>
                        </a:rPr>
                        <a:t>N</a:t>
                      </a:r>
                      <a:r>
                        <a:rPr sz="1200">
                          <a:latin typeface="KaTeX_Main"/>
                          <a:ea typeface="KaTeX_Main"/>
                          <a:cs typeface="KaTeX_Main"/>
                        </a:rPr>
                        <a:t>)</a:t>
                      </a:r>
                      <a:r>
                        <a:rPr sz="1200"/>
                        <a:t>.</a:t>
                      </a:r>
                    </a:p>
                  </a:txBody>
                  <a:tcPr marL="78838" marR="78838" marT="39419" marB="39419">
                    <a:lnL>
                      <a:noFill/>
                    </a:lnL>
                    <a:lnR>
                      <a:noFill/>
                    </a:lnR>
                    <a:lnT w="9525" cmpd="sng">
                      <a:solidFill>
                        <a:srgbClr val="DDE1EB"/>
                      </a:solidFill>
                      <a:prstDash val="solid"/>
                    </a:lnT>
                    <a:lnB w="9525" cmpd="sng">
                      <a:solidFill>
                        <a:srgbClr val="DDE1EB"/>
                      </a:solidFill>
                      <a:prstDash val="solid"/>
                    </a:lnB>
                    <a:solidFill>
                      <a:srgbClr val="FFFFFF"/>
                    </a:solidFill>
                  </a:tcPr>
                </a:tc>
                <a:extLst>
                  <a:ext uri="{0D108BD9-81ED-4DB2-BD59-A6C34878D82A}">
                    <a16:rowId xmlns:a16="http://schemas.microsoft.com/office/drawing/2014/main" val="10004"/>
                  </a:ext>
                </a:extLst>
              </a:tr>
              <a:tr h="630701">
                <a:tc>
                  <a:txBody>
                    <a:bodyPr/>
                    <a:lstStyle/>
                    <a:p>
                      <a:pPr algn="l">
                        <a:buNone/>
                      </a:pPr>
                      <a:r>
                        <a:rPr sz="1200" b="1"/>
                        <a:t>Giai đoạn sử dụng</a:t>
                      </a:r>
                    </a:p>
                  </a:txBody>
                  <a:tcPr marL="78838" marR="78838" marT="39419" marB="39419">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1200"/>
                        <a:t>Chỉ tạo </a:t>
                      </a:r>
                      <a:r>
                        <a:rPr sz="1200" b="1"/>
                        <a:t>1 lần duy nhất</a:t>
                      </a:r>
                      <a:r>
                        <a:rPr sz="1200"/>
                        <a:t> cho các mẫu độ dài 1 (1-patterns) lúc quét CSDL.</a:t>
                      </a:r>
                    </a:p>
                  </a:txBody>
                  <a:tcPr marL="78838" marR="78838" marT="39419" marB="39419">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1200" dirty="0" err="1"/>
                        <a:t>Tạo</a:t>
                      </a:r>
                      <a:r>
                        <a:rPr sz="1200" dirty="0"/>
                        <a:t> </a:t>
                      </a:r>
                      <a:r>
                        <a:rPr sz="1200" dirty="0" err="1"/>
                        <a:t>liên</a:t>
                      </a:r>
                      <a:r>
                        <a:rPr sz="1200" dirty="0"/>
                        <a:t> </a:t>
                      </a:r>
                      <a:r>
                        <a:rPr sz="1200" dirty="0" err="1"/>
                        <a:t>tục</a:t>
                      </a:r>
                      <a:r>
                        <a:rPr sz="1200" dirty="0"/>
                        <a:t> </a:t>
                      </a:r>
                      <a:r>
                        <a:rPr sz="1200" dirty="0" err="1"/>
                        <a:t>cho</a:t>
                      </a:r>
                      <a:r>
                        <a:rPr sz="1200" dirty="0"/>
                        <a:t> </a:t>
                      </a:r>
                      <a:r>
                        <a:rPr sz="1200" dirty="0" err="1"/>
                        <a:t>tất</a:t>
                      </a:r>
                      <a:r>
                        <a:rPr sz="1200" dirty="0"/>
                        <a:t> </a:t>
                      </a:r>
                      <a:r>
                        <a:rPr sz="1200" dirty="0" err="1"/>
                        <a:t>cả</a:t>
                      </a:r>
                      <a:r>
                        <a:rPr sz="1200" dirty="0"/>
                        <a:t> </a:t>
                      </a:r>
                      <a:r>
                        <a:rPr sz="1200" dirty="0" err="1"/>
                        <a:t>các</a:t>
                      </a:r>
                      <a:r>
                        <a:rPr sz="1200" dirty="0"/>
                        <a:t> </a:t>
                      </a:r>
                      <a:r>
                        <a:rPr sz="1200" dirty="0" err="1"/>
                        <a:t>mẫu</a:t>
                      </a:r>
                      <a:r>
                        <a:rPr sz="1200" dirty="0"/>
                        <a:t> </a:t>
                      </a:r>
                      <a:r>
                        <a:rPr sz="1200" dirty="0" err="1"/>
                        <a:t>ứng</a:t>
                      </a:r>
                      <a:r>
                        <a:rPr sz="1200" dirty="0"/>
                        <a:t> </a:t>
                      </a:r>
                      <a:r>
                        <a:rPr sz="1200" dirty="0" err="1"/>
                        <a:t>viên</a:t>
                      </a:r>
                      <a:r>
                        <a:rPr sz="1200" dirty="0"/>
                        <a:t> </a:t>
                      </a:r>
                      <a:r>
                        <a:rPr sz="1200" dirty="0" err="1"/>
                        <a:t>từ</a:t>
                      </a:r>
                      <a:r>
                        <a:rPr sz="1200" dirty="0"/>
                        <a:t> </a:t>
                      </a:r>
                      <a:r>
                        <a:rPr sz="1200" b="1" dirty="0" err="1"/>
                        <a:t>độ</a:t>
                      </a:r>
                      <a:r>
                        <a:rPr sz="1200" b="1" dirty="0"/>
                        <a:t> </a:t>
                      </a:r>
                      <a:r>
                        <a:rPr sz="1200" b="1" dirty="0" err="1"/>
                        <a:t>dài</a:t>
                      </a:r>
                      <a:r>
                        <a:rPr sz="1200" b="1" dirty="0"/>
                        <a:t> 2 </a:t>
                      </a:r>
                      <a:r>
                        <a:rPr sz="1200" b="1" dirty="0" err="1"/>
                        <a:t>trở</a:t>
                      </a:r>
                      <a:r>
                        <a:rPr sz="1200" b="1" dirty="0"/>
                        <a:t> </a:t>
                      </a:r>
                      <a:r>
                        <a:rPr sz="1200" b="1" dirty="0" err="1"/>
                        <a:t>lên</a:t>
                      </a:r>
                      <a:r>
                        <a:rPr sz="1200" dirty="0"/>
                        <a:t> (</a:t>
                      </a:r>
                      <a:r>
                        <a:rPr sz="1200" i="1" dirty="0">
                          <a:latin typeface="KaTeX_Math"/>
                          <a:ea typeface="KaTeX_Math"/>
                          <a:cs typeface="KaTeX_Math"/>
                        </a:rPr>
                        <a:t>k</a:t>
                      </a:r>
                      <a:r>
                        <a:rPr sz="1200" dirty="0">
                          <a:latin typeface="KaTeX_Main"/>
                          <a:ea typeface="KaTeX_Main"/>
                          <a:cs typeface="KaTeX_Main"/>
                        </a:rPr>
                        <a:t>≥2</a:t>
                      </a:r>
                      <a:r>
                        <a:rPr sz="1200" dirty="0"/>
                        <a:t>).</a:t>
                      </a:r>
                    </a:p>
                  </a:txBody>
                  <a:tcPr marL="78838" marR="78838" marT="39419" marB="39419">
                    <a:lnL>
                      <a:noFill/>
                    </a:lnL>
                    <a:lnR>
                      <a:noFill/>
                    </a:lnR>
                    <a:lnT w="9525" cmpd="sng">
                      <a:solidFill>
                        <a:srgbClr val="DDE1EB"/>
                      </a:solidFill>
                      <a:prstDash val="solid"/>
                    </a:lnT>
                    <a:lnB w="9525" cmpd="sng">
                      <a:solidFill>
                        <a:srgbClr val="DDE1EB"/>
                      </a:solidFill>
                      <a:prstDash val="solid"/>
                    </a:lnB>
                    <a:solidFill>
                      <a:srgbClr val="FFFFFF"/>
                    </a:solidFill>
                  </a:tcPr>
                </a:tc>
                <a:extLst>
                  <a:ext uri="{0D108BD9-81ED-4DB2-BD59-A6C34878D82A}">
                    <a16:rowId xmlns:a16="http://schemas.microsoft.com/office/drawing/2014/main" val="10005"/>
                  </a:ext>
                </a:extLst>
              </a:tr>
            </a:tbl>
          </a:graphicData>
        </a:graphic>
      </p:graphicFrame>
      <p:grpSp>
        <p:nvGrpSpPr>
          <p:cNvPr id="2" name="Group 3">
            <a:extLst>
              <a:ext uri="{FF2B5EF4-FFF2-40B4-BE49-F238E27FC236}">
                <a16:creationId xmlns:a16="http://schemas.microsoft.com/office/drawing/2014/main" id="{08F457DF-92EB-11D5-DFA1-64729690B4E8}"/>
              </a:ext>
            </a:extLst>
          </p:cNvPr>
          <p:cNvGrpSpPr/>
          <p:nvPr/>
        </p:nvGrpSpPr>
        <p:grpSpPr>
          <a:xfrm>
            <a:off x="0" y="-19526"/>
            <a:ext cx="9144000" cy="535020"/>
            <a:chOff x="0" y="0"/>
            <a:chExt cx="24384000" cy="1426718"/>
          </a:xfrm>
        </p:grpSpPr>
        <p:sp>
          <p:nvSpPr>
            <p:cNvPr id="3" name="Freeform 4">
              <a:extLst>
                <a:ext uri="{FF2B5EF4-FFF2-40B4-BE49-F238E27FC236}">
                  <a16:creationId xmlns:a16="http://schemas.microsoft.com/office/drawing/2014/main" id="{06C303F2-DDB8-F0E0-FD84-3054CA7E1D74}"/>
                </a:ext>
              </a:extLst>
            </p:cNvPr>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E95856"/>
            </a:solidFill>
            <a:ln w="12700">
              <a:solidFill>
                <a:srgbClr val="000000"/>
              </a:solidFill>
            </a:ln>
          </p:spPr>
        </p:sp>
      </p:grpSp>
      <p:grpSp>
        <p:nvGrpSpPr>
          <p:cNvPr id="6" name="Group 7">
            <a:extLst>
              <a:ext uri="{FF2B5EF4-FFF2-40B4-BE49-F238E27FC236}">
                <a16:creationId xmlns:a16="http://schemas.microsoft.com/office/drawing/2014/main" id="{8CDE4DCB-E852-2040-7FA3-1158FAB6AD55}"/>
              </a:ext>
            </a:extLst>
          </p:cNvPr>
          <p:cNvGrpSpPr/>
          <p:nvPr/>
        </p:nvGrpSpPr>
        <p:grpSpPr>
          <a:xfrm>
            <a:off x="514350" y="4969883"/>
            <a:ext cx="7833601" cy="76945"/>
            <a:chOff x="0" y="0"/>
            <a:chExt cx="20889601" cy="205185"/>
          </a:xfrm>
        </p:grpSpPr>
        <p:sp>
          <p:nvSpPr>
            <p:cNvPr id="7" name="Freeform 8">
              <a:extLst>
                <a:ext uri="{FF2B5EF4-FFF2-40B4-BE49-F238E27FC236}">
                  <a16:creationId xmlns:a16="http://schemas.microsoft.com/office/drawing/2014/main" id="{D95304E2-3002-803F-B430-3FFE7EF341AD}"/>
                </a:ext>
              </a:extLst>
            </p:cNvPr>
            <p:cNvSpPr/>
            <p:nvPr/>
          </p:nvSpPr>
          <p:spPr>
            <a:xfrm>
              <a:off x="0" y="0"/>
              <a:ext cx="20889595" cy="205232"/>
            </a:xfrm>
            <a:custGeom>
              <a:avLst/>
              <a:gdLst/>
              <a:ahLst/>
              <a:cxnLst/>
              <a:rect l="l" t="t" r="r" b="b"/>
              <a:pathLst>
                <a:path w="20889595" h="205232">
                  <a:moveTo>
                    <a:pt x="0" y="0"/>
                  </a:moveTo>
                  <a:lnTo>
                    <a:pt x="20889595" y="0"/>
                  </a:lnTo>
                  <a:lnTo>
                    <a:pt x="20889595" y="205232"/>
                  </a:lnTo>
                  <a:lnTo>
                    <a:pt x="0" y="205232"/>
                  </a:lnTo>
                  <a:lnTo>
                    <a:pt x="0" y="0"/>
                  </a:lnTo>
                  <a:close/>
                </a:path>
              </a:pathLst>
            </a:custGeom>
            <a:blipFill>
              <a:blip r:embed="rId3"/>
              <a:stretch>
                <a:fillRect t="-17868" b="-17845"/>
              </a:stretch>
            </a:blipFill>
          </p:spPr>
        </p:sp>
      </p:grpSp>
      <p:grpSp>
        <p:nvGrpSpPr>
          <p:cNvPr id="8" name="Group 9">
            <a:extLst>
              <a:ext uri="{FF2B5EF4-FFF2-40B4-BE49-F238E27FC236}">
                <a16:creationId xmlns:a16="http://schemas.microsoft.com/office/drawing/2014/main" id="{68B51E31-1758-82E6-0446-701A07410F3E}"/>
              </a:ext>
            </a:extLst>
          </p:cNvPr>
          <p:cNvGrpSpPr/>
          <p:nvPr/>
        </p:nvGrpSpPr>
        <p:grpSpPr>
          <a:xfrm>
            <a:off x="238964" y="1668"/>
            <a:ext cx="2467785" cy="513826"/>
            <a:chOff x="0" y="0"/>
            <a:chExt cx="6580759" cy="1370203"/>
          </a:xfrm>
        </p:grpSpPr>
        <p:sp>
          <p:nvSpPr>
            <p:cNvPr id="9" name="Freeform 10" descr="A black background with white text  Description automatically generated">
              <a:extLst>
                <a:ext uri="{FF2B5EF4-FFF2-40B4-BE49-F238E27FC236}">
                  <a16:creationId xmlns:a16="http://schemas.microsoft.com/office/drawing/2014/main" id="{CF7A54EF-768D-2E6B-FFD3-C55DD0134AE4}"/>
                </a:ext>
              </a:extLst>
            </p:cNvPr>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4"/>
              <a:stretch>
                <a:fillRect l="-194" r="-194"/>
              </a:stretch>
            </a:blipFill>
          </p:spPr>
        </p:sp>
      </p:grpSp>
    </p:spTree>
    <p:extLst>
      <p:ext uri="{BB962C8B-B14F-4D97-AF65-F5344CB8AC3E}">
        <p14:creationId xmlns:p14="http://schemas.microsoft.com/office/powerpoint/2010/main" val="2748444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5">
            <a:extLst>
              <a:ext uri="{FF2B5EF4-FFF2-40B4-BE49-F238E27FC236}">
                <a16:creationId xmlns:a16="http://schemas.microsoft.com/office/drawing/2014/main" id="{34D85EB7-65D8-CF9B-A0AB-8F9D8D21EE90}"/>
              </a:ext>
            </a:extLst>
          </p:cNvPr>
          <p:cNvGrpSpPr/>
          <p:nvPr/>
        </p:nvGrpSpPr>
        <p:grpSpPr>
          <a:xfrm>
            <a:off x="-160282" y="4969883"/>
            <a:ext cx="9304283" cy="284619"/>
            <a:chOff x="0" y="0"/>
            <a:chExt cx="24811420" cy="758984"/>
          </a:xfrm>
        </p:grpSpPr>
        <p:sp>
          <p:nvSpPr>
            <p:cNvPr id="5" name="Freeform 6">
              <a:extLst>
                <a:ext uri="{FF2B5EF4-FFF2-40B4-BE49-F238E27FC236}">
                  <a16:creationId xmlns:a16="http://schemas.microsoft.com/office/drawing/2014/main" id="{AA723CBD-E87D-C65C-5657-CE1F6A9F8611}"/>
                </a:ext>
              </a:extLst>
            </p:cNvPr>
            <p:cNvSpPr/>
            <p:nvPr/>
          </p:nvSpPr>
          <p:spPr>
            <a:xfrm>
              <a:off x="0" y="0"/>
              <a:ext cx="24811482" cy="758952"/>
            </a:xfrm>
            <a:custGeom>
              <a:avLst/>
              <a:gdLst/>
              <a:ahLst/>
              <a:cxnLst/>
              <a:rect l="l" t="t" r="r" b="b"/>
              <a:pathLst>
                <a:path w="24811482" h="758952">
                  <a:moveTo>
                    <a:pt x="285242" y="0"/>
                  </a:moveTo>
                  <a:lnTo>
                    <a:pt x="24811482" y="0"/>
                  </a:lnTo>
                  <a:lnTo>
                    <a:pt x="24811482" y="740410"/>
                  </a:lnTo>
                  <a:lnTo>
                    <a:pt x="0" y="758952"/>
                  </a:lnTo>
                  <a:lnTo>
                    <a:pt x="285242" y="0"/>
                  </a:lnTo>
                  <a:close/>
                </a:path>
              </a:pathLst>
            </a:custGeom>
            <a:solidFill>
              <a:srgbClr val="E95856"/>
            </a:solidFill>
            <a:ln w="12700">
              <a:solidFill>
                <a:srgbClr val="000000"/>
              </a:solidFill>
            </a:ln>
          </p:spPr>
        </p:sp>
      </p:grpSp>
      <p:sp>
        <p:nvSpPr>
          <p:cNvPr id="16" name="Slide Number Placeholder 14">
            <a:extLst>
              <a:ext uri="{FF2B5EF4-FFF2-40B4-BE49-F238E27FC236}">
                <a16:creationId xmlns:a16="http://schemas.microsoft.com/office/drawing/2014/main" id="{201CD7CC-AC84-3542-BF7D-FA69780FD572}"/>
              </a:ext>
            </a:extLst>
          </p:cNvPr>
          <p:cNvSpPr>
            <a:spLocks noGrp="1"/>
          </p:cNvSpPr>
          <p:nvPr/>
        </p:nvSpPr>
        <p:spPr>
          <a:xfrm>
            <a:off x="8347710" y="4970145"/>
            <a:ext cx="795655" cy="259715"/>
          </a:xfrm>
        </p:spPr>
        <p:txBody>
          <a:bodyPr/>
          <a:lst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a:lstStyle>
          <a:p>
            <a:pPr algn="ctr">
              <a:buNone/>
            </a:pPr>
            <a:fld id="{B6F15528-21DE-4FAA-801E-634DDDAF4B2B}" type="slidenum">
              <a:rPr>
                <a:latin typeface="Times New Roman"/>
                <a:ea typeface="Times New Roman"/>
                <a:cs typeface="Times New Roman"/>
              </a:rPr>
              <a:t>10</a:t>
            </a:fld>
            <a:endParaRPr>
              <a:latin typeface="Times New Roman"/>
              <a:ea typeface="Times New Roman"/>
              <a:cs typeface="Times New Roman"/>
            </a:endParaRPr>
          </a:p>
        </p:txBody>
      </p:sp>
      <p:sp>
        <p:nvSpPr>
          <p:cNvPr id="12" name="TextBox 14">
            <a:extLst>
              <a:ext uri="{FF2B5EF4-FFF2-40B4-BE49-F238E27FC236}">
                <a16:creationId xmlns:a16="http://schemas.microsoft.com/office/drawing/2014/main" id="{F808B154-2064-C3CD-F5A3-BE9033B49E24}"/>
              </a:ext>
            </a:extLst>
          </p:cNvPr>
          <p:cNvSpPr>
            <a:spLocks noGrp="1"/>
          </p:cNvSpPr>
          <p:nvPr/>
        </p:nvSpPr>
        <p:spPr>
          <a:xfrm>
            <a:off x="344476" y="668800"/>
            <a:ext cx="8432712" cy="3493264"/>
          </a:xfrm>
          <a:prstGeom prst="rect">
            <a:avLst/>
          </a:prstGeom>
        </p:spPr>
        <p:txBody>
          <a:bodyPr lIns="0" tIns="0" rIns="0" bIns="0" anchor="t">
            <a:spAutoFit/>
          </a:bodyPr>
          <a:lstStyle/>
          <a:p>
            <a:r>
              <a:rPr sz="2400" b="1">
                <a:latin typeface="Times New Roman"/>
                <a:ea typeface="Times New Roman"/>
                <a:cs typeface="Times New Roman"/>
              </a:rPr>
              <a:t>2. QUY TRÌNH GIẢI QUYẾT</a:t>
            </a:r>
          </a:p>
          <a:p>
            <a:r>
              <a:rPr sz="2000" b="1">
                <a:latin typeface="Times New Roman"/>
                <a:ea typeface="Times New Roman"/>
                <a:cs typeface="Times New Roman"/>
              </a:rPr>
              <a:t>2.1 Các bước của thuật toán CUP</a:t>
            </a:r>
          </a:p>
          <a:p>
            <a:pPr>
              <a:spcBef>
                <a:spcPts val="600"/>
              </a:spcBef>
              <a:spcAft>
                <a:spcPts val="600"/>
              </a:spcAft>
              <a:buNone/>
            </a:pPr>
            <a:r>
              <a:rPr sz="2000" b="1">
                <a:latin typeface="Times New Roman"/>
                <a:ea typeface="Times New Roman"/>
                <a:cs typeface="Times New Roman"/>
              </a:rPr>
              <a:t> </a:t>
            </a:r>
            <a:r>
              <a:rPr sz="1800" b="1">
                <a:latin typeface="Times New Roman"/>
                <a:ea typeface="Times New Roman"/>
                <a:cs typeface="Times New Roman"/>
              </a:rPr>
              <a:t>Bước 1: Khởi tạo và Biến đổi cơ sở dữ liệu: </a:t>
            </a:r>
            <a:r>
              <a:rPr sz="1800">
                <a:latin typeface="Times New Roman"/>
                <a:ea typeface="Times New Roman"/>
                <a:cs typeface="Times New Roman"/>
              </a:rPr>
              <a:t>Thuật toán bắt đầu bằng việc quét cơ sở dữ liệu ngang một lần duy nhất. </a:t>
            </a:r>
            <a:r>
              <a:rPr sz="1800">
                <a:solidFill>
                  <a:srgbClr val="303030"/>
                </a:solidFill>
                <a:latin typeface="Times New Roman"/>
                <a:ea typeface="Times New Roman"/>
                <a:cs typeface="Times New Roman"/>
              </a:rPr>
              <a:t>Để xác định toàn bộ các tập mẫu có độ dài bằng 1 thỏa mãn ngưỡng hỗ trợ tối thiểu.Biến đổi dữ liệu ngang thành định dạng dọc bằng cách khởi tạo các Data IDLists cho các mẫu 1-pattern này. Đồng thời, tạo ra các Pseudo-IDLists gốc cho các mẫu 1-pattern để làm cơ sở hợp nhất cho các bước sau.</a:t>
            </a:r>
          </a:p>
          <a:p>
            <a:pPr>
              <a:spcBef>
                <a:spcPts val="600"/>
              </a:spcBef>
              <a:spcAft>
                <a:spcPts val="600"/>
              </a:spcAft>
              <a:buNone/>
            </a:pPr>
            <a:r>
              <a:rPr sz="1800" b="1">
                <a:solidFill>
                  <a:srgbClr val="303030"/>
                </a:solidFill>
                <a:latin typeface="Times New Roman"/>
                <a:ea typeface="Times New Roman"/>
                <a:cs typeface="Times New Roman"/>
              </a:rPr>
              <a:t>Bước 2: Sinh tập ứng viên và cắt tỉa bằng heuristic DUB: </a:t>
            </a:r>
            <a:r>
              <a:rPr sz="1800">
                <a:solidFill>
                  <a:srgbClr val="303030"/>
                </a:solidFill>
                <a:latin typeface="Times New Roman"/>
                <a:ea typeface="Times New Roman"/>
                <a:cs typeface="Times New Roman"/>
              </a:rPr>
              <a:t>Từ tập mẫu phổ biến hiện tại, thuật toán tiến hành sinh các tập ứng viên mới bằng cách ghép cặp hai mẫu thường xuyên có cùng tiền tố độ dài k−1, từ đó tạo ra các ứng viên có độ dài k+1. Sau khi quá trình sinh ứng viên hoàn tất, heuristic DUB được áp dụng ngay nhằm thực hiện bước cắt tỉa sớm.</a:t>
            </a:r>
          </a:p>
        </p:txBody>
      </p:sp>
      <p:grpSp>
        <p:nvGrpSpPr>
          <p:cNvPr id="2" name="Group 3">
            <a:extLst>
              <a:ext uri="{FF2B5EF4-FFF2-40B4-BE49-F238E27FC236}">
                <a16:creationId xmlns:a16="http://schemas.microsoft.com/office/drawing/2014/main" id="{D3D5A972-0EE3-914B-DC41-5B620BB5F183}"/>
              </a:ext>
            </a:extLst>
          </p:cNvPr>
          <p:cNvGrpSpPr/>
          <p:nvPr/>
        </p:nvGrpSpPr>
        <p:grpSpPr>
          <a:xfrm>
            <a:off x="0" y="-19526"/>
            <a:ext cx="9144000" cy="535020"/>
            <a:chOff x="0" y="0"/>
            <a:chExt cx="24384000" cy="1426718"/>
          </a:xfrm>
        </p:grpSpPr>
        <p:sp>
          <p:nvSpPr>
            <p:cNvPr id="3" name="Freeform 4">
              <a:extLst>
                <a:ext uri="{FF2B5EF4-FFF2-40B4-BE49-F238E27FC236}">
                  <a16:creationId xmlns:a16="http://schemas.microsoft.com/office/drawing/2014/main" id="{1323013C-5A07-0E45-E851-71A35546397F}"/>
                </a:ext>
              </a:extLst>
            </p:cNvPr>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E95856"/>
            </a:solidFill>
            <a:ln w="12700">
              <a:solidFill>
                <a:srgbClr val="000000"/>
              </a:solidFill>
            </a:ln>
          </p:spPr>
        </p:sp>
      </p:grpSp>
      <p:grpSp>
        <p:nvGrpSpPr>
          <p:cNvPr id="6" name="Group 7">
            <a:extLst>
              <a:ext uri="{FF2B5EF4-FFF2-40B4-BE49-F238E27FC236}">
                <a16:creationId xmlns:a16="http://schemas.microsoft.com/office/drawing/2014/main" id="{88A6F59C-46AA-6162-8EA1-8D48111CA50E}"/>
              </a:ext>
            </a:extLst>
          </p:cNvPr>
          <p:cNvGrpSpPr/>
          <p:nvPr/>
        </p:nvGrpSpPr>
        <p:grpSpPr>
          <a:xfrm>
            <a:off x="514350" y="4969883"/>
            <a:ext cx="7833601" cy="76945"/>
            <a:chOff x="0" y="0"/>
            <a:chExt cx="20889601" cy="205185"/>
          </a:xfrm>
        </p:grpSpPr>
        <p:sp>
          <p:nvSpPr>
            <p:cNvPr id="7" name="Freeform 8">
              <a:extLst>
                <a:ext uri="{FF2B5EF4-FFF2-40B4-BE49-F238E27FC236}">
                  <a16:creationId xmlns:a16="http://schemas.microsoft.com/office/drawing/2014/main" id="{1ECC0618-7FC2-E97C-7E41-CC45485CDFEF}"/>
                </a:ext>
              </a:extLst>
            </p:cNvPr>
            <p:cNvSpPr/>
            <p:nvPr/>
          </p:nvSpPr>
          <p:spPr>
            <a:xfrm>
              <a:off x="0" y="0"/>
              <a:ext cx="20889595" cy="205232"/>
            </a:xfrm>
            <a:custGeom>
              <a:avLst/>
              <a:gdLst/>
              <a:ahLst/>
              <a:cxnLst/>
              <a:rect l="l" t="t" r="r" b="b"/>
              <a:pathLst>
                <a:path w="20889595" h="205232">
                  <a:moveTo>
                    <a:pt x="0" y="0"/>
                  </a:moveTo>
                  <a:lnTo>
                    <a:pt x="20889595" y="0"/>
                  </a:lnTo>
                  <a:lnTo>
                    <a:pt x="20889595" y="205232"/>
                  </a:lnTo>
                  <a:lnTo>
                    <a:pt x="0" y="205232"/>
                  </a:lnTo>
                  <a:lnTo>
                    <a:pt x="0" y="0"/>
                  </a:lnTo>
                  <a:close/>
                </a:path>
              </a:pathLst>
            </a:custGeom>
            <a:blipFill>
              <a:blip r:embed="rId3"/>
              <a:stretch>
                <a:fillRect t="-17868" b="-17845"/>
              </a:stretch>
            </a:blipFill>
          </p:spPr>
        </p:sp>
      </p:grpSp>
      <p:grpSp>
        <p:nvGrpSpPr>
          <p:cNvPr id="8" name="Group 9">
            <a:extLst>
              <a:ext uri="{FF2B5EF4-FFF2-40B4-BE49-F238E27FC236}">
                <a16:creationId xmlns:a16="http://schemas.microsoft.com/office/drawing/2014/main" id="{E8CD23A4-013A-7716-E70A-965AFFDC0E1E}"/>
              </a:ext>
            </a:extLst>
          </p:cNvPr>
          <p:cNvGrpSpPr/>
          <p:nvPr/>
        </p:nvGrpSpPr>
        <p:grpSpPr>
          <a:xfrm>
            <a:off x="238964" y="1668"/>
            <a:ext cx="2467785" cy="513826"/>
            <a:chOff x="0" y="0"/>
            <a:chExt cx="6580759" cy="1370203"/>
          </a:xfrm>
        </p:grpSpPr>
        <p:sp>
          <p:nvSpPr>
            <p:cNvPr id="9" name="Freeform 10" descr="A black background with white text  Description automatically generated">
              <a:extLst>
                <a:ext uri="{FF2B5EF4-FFF2-40B4-BE49-F238E27FC236}">
                  <a16:creationId xmlns:a16="http://schemas.microsoft.com/office/drawing/2014/main" id="{4EA6CD9E-6A96-EA13-12CB-8C36727A4558}"/>
                </a:ext>
              </a:extLst>
            </p:cNvPr>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4"/>
              <a:stretch>
                <a:fillRect l="-194" r="-194"/>
              </a:stretch>
            </a:blipFill>
          </p:spPr>
        </p:sp>
      </p:grpSp>
    </p:spTree>
    <p:extLst>
      <p:ext uri="{BB962C8B-B14F-4D97-AF65-F5344CB8AC3E}">
        <p14:creationId xmlns:p14="http://schemas.microsoft.com/office/powerpoint/2010/main" val="3300621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5">
            <a:extLst>
              <a:ext uri="{FF2B5EF4-FFF2-40B4-BE49-F238E27FC236}">
                <a16:creationId xmlns:a16="http://schemas.microsoft.com/office/drawing/2014/main" id="{E5BB114D-B2DB-3CC6-A0BC-005098765918}"/>
              </a:ext>
            </a:extLst>
          </p:cNvPr>
          <p:cNvGrpSpPr/>
          <p:nvPr/>
        </p:nvGrpSpPr>
        <p:grpSpPr>
          <a:xfrm>
            <a:off x="-160282" y="4969883"/>
            <a:ext cx="9304283" cy="284619"/>
            <a:chOff x="0" y="0"/>
            <a:chExt cx="24811420" cy="758984"/>
          </a:xfrm>
        </p:grpSpPr>
        <p:sp>
          <p:nvSpPr>
            <p:cNvPr id="5" name="Freeform 6">
              <a:extLst>
                <a:ext uri="{FF2B5EF4-FFF2-40B4-BE49-F238E27FC236}">
                  <a16:creationId xmlns:a16="http://schemas.microsoft.com/office/drawing/2014/main" id="{B0EE3182-41B0-D5F8-3034-ADFC074587D3}"/>
                </a:ext>
              </a:extLst>
            </p:cNvPr>
            <p:cNvSpPr/>
            <p:nvPr/>
          </p:nvSpPr>
          <p:spPr>
            <a:xfrm>
              <a:off x="0" y="0"/>
              <a:ext cx="24811482" cy="758952"/>
            </a:xfrm>
            <a:custGeom>
              <a:avLst/>
              <a:gdLst/>
              <a:ahLst/>
              <a:cxnLst/>
              <a:rect l="l" t="t" r="r" b="b"/>
              <a:pathLst>
                <a:path w="24811482" h="758952">
                  <a:moveTo>
                    <a:pt x="285242" y="0"/>
                  </a:moveTo>
                  <a:lnTo>
                    <a:pt x="24811482" y="0"/>
                  </a:lnTo>
                  <a:lnTo>
                    <a:pt x="24811482" y="740410"/>
                  </a:lnTo>
                  <a:lnTo>
                    <a:pt x="0" y="758952"/>
                  </a:lnTo>
                  <a:lnTo>
                    <a:pt x="285242" y="0"/>
                  </a:lnTo>
                  <a:close/>
                </a:path>
              </a:pathLst>
            </a:custGeom>
            <a:solidFill>
              <a:srgbClr val="E95856"/>
            </a:solidFill>
            <a:ln w="12700">
              <a:solidFill>
                <a:srgbClr val="000000"/>
              </a:solidFill>
            </a:ln>
          </p:spPr>
        </p:sp>
      </p:grpSp>
      <p:sp>
        <p:nvSpPr>
          <p:cNvPr id="16" name="Slide Number Placeholder 14">
            <a:extLst>
              <a:ext uri="{FF2B5EF4-FFF2-40B4-BE49-F238E27FC236}">
                <a16:creationId xmlns:a16="http://schemas.microsoft.com/office/drawing/2014/main" id="{4C591583-8179-CFAD-4E2C-4A516BF0D910}"/>
              </a:ext>
            </a:extLst>
          </p:cNvPr>
          <p:cNvSpPr>
            <a:spLocks noGrp="1"/>
          </p:cNvSpPr>
          <p:nvPr/>
        </p:nvSpPr>
        <p:spPr>
          <a:xfrm>
            <a:off x="8347710" y="4970145"/>
            <a:ext cx="795655" cy="259715"/>
          </a:xfrm>
        </p:spPr>
        <p:txBody>
          <a:bodyPr/>
          <a:lst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a:lstStyle>
          <a:p>
            <a:pPr algn="ctr">
              <a:buNone/>
            </a:pPr>
            <a:fld id="{B6F15528-21DE-4FAA-801E-634DDDAF4B2B}" type="slidenum">
              <a:rPr>
                <a:latin typeface="Times New Roman"/>
                <a:ea typeface="Times New Roman"/>
                <a:cs typeface="Times New Roman"/>
              </a:rPr>
              <a:t>11</a:t>
            </a:fld>
            <a:endParaRPr>
              <a:latin typeface="Times New Roman"/>
              <a:ea typeface="Times New Roman"/>
              <a:cs typeface="Times New Roman"/>
            </a:endParaRPr>
          </a:p>
        </p:txBody>
      </p:sp>
      <p:sp>
        <p:nvSpPr>
          <p:cNvPr id="12" name="TextBox 14">
            <a:extLst>
              <a:ext uri="{FF2B5EF4-FFF2-40B4-BE49-F238E27FC236}">
                <a16:creationId xmlns:a16="http://schemas.microsoft.com/office/drawing/2014/main" id="{CCE6D00E-CFBA-78D4-1A25-45BC5070224B}"/>
              </a:ext>
            </a:extLst>
          </p:cNvPr>
          <p:cNvSpPr>
            <a:spLocks noGrp="1"/>
          </p:cNvSpPr>
          <p:nvPr/>
        </p:nvSpPr>
        <p:spPr>
          <a:xfrm>
            <a:off x="344476" y="668800"/>
            <a:ext cx="8432712" cy="2154436"/>
          </a:xfrm>
          <a:prstGeom prst="rect">
            <a:avLst/>
          </a:prstGeom>
        </p:spPr>
        <p:txBody>
          <a:bodyPr lIns="0" tIns="0" rIns="0" bIns="0" anchor="t">
            <a:spAutoFit/>
          </a:bodyPr>
          <a:lstStyle/>
          <a:p>
            <a:r>
              <a:rPr sz="2400" b="1">
                <a:latin typeface="Times New Roman"/>
                <a:ea typeface="Times New Roman"/>
                <a:cs typeface="Times New Roman"/>
              </a:rPr>
              <a:t>2. QUY TRÌNH GIẢI QUYẾT</a:t>
            </a:r>
          </a:p>
          <a:p>
            <a:r>
              <a:rPr sz="2000" b="1">
                <a:latin typeface="Times New Roman"/>
                <a:ea typeface="Times New Roman"/>
                <a:cs typeface="Times New Roman"/>
              </a:rPr>
              <a:t>2.1 Các bước của thuật toán CUP</a:t>
            </a:r>
          </a:p>
          <a:p>
            <a:r>
              <a:rPr sz="2000" b="1">
                <a:latin typeface="Times New Roman"/>
                <a:ea typeface="Times New Roman"/>
                <a:cs typeface="Times New Roman"/>
              </a:rPr>
              <a:t> </a:t>
            </a:r>
            <a:r>
              <a:rPr sz="1800" b="1">
                <a:latin typeface="+mj-lt"/>
                <a:ea typeface="+mj-lt"/>
                <a:cs typeface="+mj-lt"/>
              </a:rPr>
              <a:t>Bước 3: Khởi tạo Pseudo-IDList và kiểm tra độ hỗ trợ: </a:t>
            </a:r>
            <a:r>
              <a:rPr sz="1800">
                <a:latin typeface="+mj-lt"/>
                <a:ea typeface="+mj-lt"/>
                <a:cs typeface="+mj-lt"/>
              </a:rPr>
              <a:t>Với mỗi ứng viên sinh ra từ DUB,thay vì duyệt lại CSDL, CUP tạo một Pseudo-IDList cho nó bằng cách rà soát thông tin từ 2 Pseudo-IDLists của cha mẹ. Sau đó, đếm số lượng hàng trong Pseudo-IDList mới tạo để xác nhận support thực. Nếu đạt chuẩn, đệ quy quay lại bước 2để đào sâu sinh ứng viên k+2</a:t>
            </a:r>
          </a:p>
        </p:txBody>
      </p:sp>
      <p:grpSp>
        <p:nvGrpSpPr>
          <p:cNvPr id="2" name="Group 3">
            <a:extLst>
              <a:ext uri="{FF2B5EF4-FFF2-40B4-BE49-F238E27FC236}">
                <a16:creationId xmlns:a16="http://schemas.microsoft.com/office/drawing/2014/main" id="{641070C1-12F2-BCC7-0EF3-57E5270D9AA5}"/>
              </a:ext>
            </a:extLst>
          </p:cNvPr>
          <p:cNvGrpSpPr/>
          <p:nvPr/>
        </p:nvGrpSpPr>
        <p:grpSpPr>
          <a:xfrm>
            <a:off x="0" y="-19526"/>
            <a:ext cx="9144000" cy="535020"/>
            <a:chOff x="0" y="0"/>
            <a:chExt cx="24384000" cy="1426718"/>
          </a:xfrm>
        </p:grpSpPr>
        <p:sp>
          <p:nvSpPr>
            <p:cNvPr id="3" name="Freeform 4">
              <a:extLst>
                <a:ext uri="{FF2B5EF4-FFF2-40B4-BE49-F238E27FC236}">
                  <a16:creationId xmlns:a16="http://schemas.microsoft.com/office/drawing/2014/main" id="{00225B9B-94CA-6017-376C-03A4CB40E2C4}"/>
                </a:ext>
              </a:extLst>
            </p:cNvPr>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E95856"/>
            </a:solidFill>
            <a:ln w="12700">
              <a:solidFill>
                <a:srgbClr val="000000"/>
              </a:solidFill>
            </a:ln>
          </p:spPr>
        </p:sp>
      </p:grpSp>
      <p:grpSp>
        <p:nvGrpSpPr>
          <p:cNvPr id="6" name="Group 7">
            <a:extLst>
              <a:ext uri="{FF2B5EF4-FFF2-40B4-BE49-F238E27FC236}">
                <a16:creationId xmlns:a16="http://schemas.microsoft.com/office/drawing/2014/main" id="{C31D3284-6CD1-F478-3272-4A4E72E8BEC3}"/>
              </a:ext>
            </a:extLst>
          </p:cNvPr>
          <p:cNvGrpSpPr/>
          <p:nvPr/>
        </p:nvGrpSpPr>
        <p:grpSpPr>
          <a:xfrm>
            <a:off x="514350" y="4969883"/>
            <a:ext cx="7833601" cy="76945"/>
            <a:chOff x="0" y="0"/>
            <a:chExt cx="20889601" cy="205185"/>
          </a:xfrm>
        </p:grpSpPr>
        <p:sp>
          <p:nvSpPr>
            <p:cNvPr id="7" name="Freeform 8">
              <a:extLst>
                <a:ext uri="{FF2B5EF4-FFF2-40B4-BE49-F238E27FC236}">
                  <a16:creationId xmlns:a16="http://schemas.microsoft.com/office/drawing/2014/main" id="{64BF9B6C-93E2-8873-2E00-C957A710ED6B}"/>
                </a:ext>
              </a:extLst>
            </p:cNvPr>
            <p:cNvSpPr/>
            <p:nvPr/>
          </p:nvSpPr>
          <p:spPr>
            <a:xfrm>
              <a:off x="0" y="0"/>
              <a:ext cx="20889595" cy="205232"/>
            </a:xfrm>
            <a:custGeom>
              <a:avLst/>
              <a:gdLst/>
              <a:ahLst/>
              <a:cxnLst/>
              <a:rect l="l" t="t" r="r" b="b"/>
              <a:pathLst>
                <a:path w="20889595" h="205232">
                  <a:moveTo>
                    <a:pt x="0" y="0"/>
                  </a:moveTo>
                  <a:lnTo>
                    <a:pt x="20889595" y="0"/>
                  </a:lnTo>
                  <a:lnTo>
                    <a:pt x="20889595" y="205232"/>
                  </a:lnTo>
                  <a:lnTo>
                    <a:pt x="0" y="205232"/>
                  </a:lnTo>
                  <a:lnTo>
                    <a:pt x="0" y="0"/>
                  </a:lnTo>
                  <a:close/>
                </a:path>
              </a:pathLst>
            </a:custGeom>
            <a:blipFill>
              <a:blip r:embed="rId3"/>
              <a:stretch>
                <a:fillRect t="-17868" b="-17845"/>
              </a:stretch>
            </a:blipFill>
          </p:spPr>
        </p:sp>
      </p:grpSp>
      <p:grpSp>
        <p:nvGrpSpPr>
          <p:cNvPr id="8" name="Group 9">
            <a:extLst>
              <a:ext uri="{FF2B5EF4-FFF2-40B4-BE49-F238E27FC236}">
                <a16:creationId xmlns:a16="http://schemas.microsoft.com/office/drawing/2014/main" id="{CA6A70A8-6EBC-D611-A3AB-0CB0412997F1}"/>
              </a:ext>
            </a:extLst>
          </p:cNvPr>
          <p:cNvGrpSpPr/>
          <p:nvPr/>
        </p:nvGrpSpPr>
        <p:grpSpPr>
          <a:xfrm>
            <a:off x="238964" y="1668"/>
            <a:ext cx="2467785" cy="513826"/>
            <a:chOff x="0" y="0"/>
            <a:chExt cx="6580759" cy="1370203"/>
          </a:xfrm>
        </p:grpSpPr>
        <p:sp>
          <p:nvSpPr>
            <p:cNvPr id="9" name="Freeform 10" descr="A black background with white text  Description automatically generated">
              <a:extLst>
                <a:ext uri="{FF2B5EF4-FFF2-40B4-BE49-F238E27FC236}">
                  <a16:creationId xmlns:a16="http://schemas.microsoft.com/office/drawing/2014/main" id="{E53F9D99-D423-D5F3-0F24-346D5D463B3F}"/>
                </a:ext>
              </a:extLst>
            </p:cNvPr>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4"/>
              <a:stretch>
                <a:fillRect l="-194" r="-194"/>
              </a:stretch>
            </a:blipFill>
          </p:spPr>
        </p:sp>
      </p:grpSp>
    </p:spTree>
    <p:extLst>
      <p:ext uri="{BB962C8B-B14F-4D97-AF65-F5344CB8AC3E}">
        <p14:creationId xmlns:p14="http://schemas.microsoft.com/office/powerpoint/2010/main" val="2857048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5">
            <a:extLst>
              <a:ext uri="{FF2B5EF4-FFF2-40B4-BE49-F238E27FC236}">
                <a16:creationId xmlns:a16="http://schemas.microsoft.com/office/drawing/2014/main" id="{5F471986-37AE-ADE2-570F-1D1860374ECD}"/>
              </a:ext>
            </a:extLst>
          </p:cNvPr>
          <p:cNvGrpSpPr/>
          <p:nvPr/>
        </p:nvGrpSpPr>
        <p:grpSpPr>
          <a:xfrm>
            <a:off x="-160282" y="4969883"/>
            <a:ext cx="9304283" cy="284619"/>
            <a:chOff x="0" y="0"/>
            <a:chExt cx="24811420" cy="758984"/>
          </a:xfrm>
        </p:grpSpPr>
        <p:sp>
          <p:nvSpPr>
            <p:cNvPr id="5" name="Freeform 6">
              <a:extLst>
                <a:ext uri="{FF2B5EF4-FFF2-40B4-BE49-F238E27FC236}">
                  <a16:creationId xmlns:a16="http://schemas.microsoft.com/office/drawing/2014/main" id="{AE0844C6-3E52-2620-8EAE-CD82AF546418}"/>
                </a:ext>
              </a:extLst>
            </p:cNvPr>
            <p:cNvSpPr/>
            <p:nvPr/>
          </p:nvSpPr>
          <p:spPr>
            <a:xfrm>
              <a:off x="0" y="0"/>
              <a:ext cx="24811482" cy="758952"/>
            </a:xfrm>
            <a:custGeom>
              <a:avLst/>
              <a:gdLst/>
              <a:ahLst/>
              <a:cxnLst/>
              <a:rect l="l" t="t" r="r" b="b"/>
              <a:pathLst>
                <a:path w="24811482" h="758952">
                  <a:moveTo>
                    <a:pt x="285242" y="0"/>
                  </a:moveTo>
                  <a:lnTo>
                    <a:pt x="24811482" y="0"/>
                  </a:lnTo>
                  <a:lnTo>
                    <a:pt x="24811482" y="740410"/>
                  </a:lnTo>
                  <a:lnTo>
                    <a:pt x="0" y="758952"/>
                  </a:lnTo>
                  <a:lnTo>
                    <a:pt x="285242" y="0"/>
                  </a:lnTo>
                  <a:close/>
                </a:path>
              </a:pathLst>
            </a:custGeom>
            <a:solidFill>
              <a:srgbClr val="E95856"/>
            </a:solidFill>
            <a:ln w="12700">
              <a:solidFill>
                <a:srgbClr val="000000"/>
              </a:solidFill>
            </a:ln>
          </p:spPr>
        </p:sp>
      </p:grpSp>
      <p:sp>
        <p:nvSpPr>
          <p:cNvPr id="16" name="Slide Number Placeholder 14">
            <a:extLst>
              <a:ext uri="{FF2B5EF4-FFF2-40B4-BE49-F238E27FC236}">
                <a16:creationId xmlns:a16="http://schemas.microsoft.com/office/drawing/2014/main" id="{1D347486-042A-F133-C030-3670D640A8CF}"/>
              </a:ext>
            </a:extLst>
          </p:cNvPr>
          <p:cNvSpPr>
            <a:spLocks noGrp="1"/>
          </p:cNvSpPr>
          <p:nvPr/>
        </p:nvSpPr>
        <p:spPr>
          <a:xfrm>
            <a:off x="8347710" y="4970145"/>
            <a:ext cx="795655" cy="259715"/>
          </a:xfrm>
        </p:spPr>
        <p:txBody>
          <a:bodyPr/>
          <a:lst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a:lstStyle>
          <a:p>
            <a:pPr algn="ctr">
              <a:buNone/>
            </a:pPr>
            <a:fld id="{B6F15528-21DE-4FAA-801E-634DDDAF4B2B}" type="slidenum">
              <a:rPr>
                <a:latin typeface="Times New Roman"/>
                <a:ea typeface="Times New Roman"/>
                <a:cs typeface="Times New Roman"/>
              </a:rPr>
              <a:t>12</a:t>
            </a:fld>
            <a:endParaRPr>
              <a:latin typeface="Times New Roman"/>
              <a:ea typeface="Times New Roman"/>
              <a:cs typeface="Times New Roman"/>
            </a:endParaRPr>
          </a:p>
        </p:txBody>
      </p:sp>
      <p:sp>
        <p:nvSpPr>
          <p:cNvPr id="12" name="TextBox 14">
            <a:extLst>
              <a:ext uri="{FF2B5EF4-FFF2-40B4-BE49-F238E27FC236}">
                <a16:creationId xmlns:a16="http://schemas.microsoft.com/office/drawing/2014/main" id="{3312C4C1-B2BC-0D04-06C9-003E98889CCB}"/>
              </a:ext>
            </a:extLst>
          </p:cNvPr>
          <p:cNvSpPr>
            <a:spLocks noGrp="1"/>
          </p:cNvSpPr>
          <p:nvPr/>
        </p:nvSpPr>
        <p:spPr>
          <a:xfrm>
            <a:off x="344476" y="668800"/>
            <a:ext cx="8432712" cy="3139321"/>
          </a:xfrm>
          <a:prstGeom prst="rect">
            <a:avLst/>
          </a:prstGeom>
        </p:spPr>
        <p:txBody>
          <a:bodyPr lIns="0" tIns="0" rIns="0" bIns="0" anchor="t">
            <a:spAutoFit/>
          </a:bodyPr>
          <a:lstStyle/>
          <a:p>
            <a:r>
              <a:rPr sz="2400" b="1">
                <a:latin typeface="Times New Roman"/>
                <a:ea typeface="Times New Roman"/>
                <a:cs typeface="Times New Roman"/>
              </a:rPr>
              <a:t>2. QUY TRÌNH GIẢI QUYẾT</a:t>
            </a:r>
          </a:p>
          <a:p>
            <a:r>
              <a:rPr sz="1800" b="1">
                <a:latin typeface="+mj-lt"/>
                <a:ea typeface="+mj-lt"/>
                <a:cs typeface="+mj-lt"/>
              </a:rPr>
              <a:t>2.2 Ví dụ trực quan:</a:t>
            </a:r>
          </a:p>
          <a:p>
            <a:r>
              <a:rPr sz="1800" b="1">
                <a:latin typeface="Times New Roman"/>
                <a:ea typeface="Times New Roman"/>
                <a:cs typeface="Times New Roman"/>
              </a:rPr>
              <a:t>Bước 1: Khởi tạo và Biến đổi cơ sở dữ liệu: </a:t>
            </a:r>
          </a:p>
          <a:p>
            <a:r>
              <a:rPr sz="1800" b="1">
                <a:latin typeface="+mj-lt"/>
                <a:ea typeface="+mj-lt"/>
                <a:cs typeface="+mj-lt"/>
              </a:rPr>
              <a:t>UCID 100:</a:t>
            </a:r>
            <a:r>
              <a:rPr sz="1800">
                <a:latin typeface="+mj-lt"/>
                <a:ea typeface="+mj-lt"/>
                <a:cs typeface="+mj-lt"/>
              </a:rPr>
              <a:t> ⟨b, c, a, a, b, c, d, b, c, b, a⟩</a:t>
            </a:r>
          </a:p>
          <a:p>
            <a:r>
              <a:rPr sz="1800" b="1">
                <a:latin typeface="+mj-lt"/>
                <a:ea typeface="+mj-lt"/>
                <a:cs typeface="+mj-lt"/>
              </a:rPr>
              <a:t>UCID 200:</a:t>
            </a:r>
            <a:r>
              <a:rPr sz="1800">
                <a:latin typeface="+mj-lt"/>
                <a:ea typeface="+mj-lt"/>
                <a:cs typeface="+mj-lt"/>
              </a:rPr>
              <a:t> ⟨b, e, f, f, c, f, b⟩</a:t>
            </a:r>
          </a:p>
          <a:p>
            <a:r>
              <a:rPr sz="1800" b="1">
                <a:latin typeface="+mj-lt"/>
                <a:ea typeface="+mj-lt"/>
                <a:cs typeface="+mj-lt"/>
              </a:rPr>
              <a:t>UCID 300:</a:t>
            </a:r>
            <a:r>
              <a:rPr sz="1800">
                <a:latin typeface="+mj-lt"/>
                <a:ea typeface="+mj-lt"/>
                <a:cs typeface="+mj-lt"/>
              </a:rPr>
              <a:t> ⟨b, a, d, a, b⟩</a:t>
            </a:r>
          </a:p>
          <a:p>
            <a:r>
              <a:rPr sz="1800" b="1">
                <a:latin typeface="+mj-lt"/>
                <a:ea typeface="+mj-lt"/>
                <a:cs typeface="+mj-lt"/>
              </a:rPr>
              <a:t>UCID 400:</a:t>
            </a:r>
            <a:r>
              <a:rPr sz="1800">
                <a:latin typeface="+mj-lt"/>
                <a:ea typeface="+mj-lt"/>
                <a:cs typeface="+mj-lt"/>
              </a:rPr>
              <a:t> ⟨a, e, f, c, b, c, b⟩</a:t>
            </a:r>
          </a:p>
          <a:p>
            <a:r>
              <a:rPr sz="1800" b="1">
                <a:latin typeface="+mj-lt"/>
                <a:ea typeface="+mj-lt"/>
                <a:cs typeface="+mj-lt"/>
              </a:rPr>
              <a:t>UCID 500:</a:t>
            </a:r>
            <a:r>
              <a:rPr sz="1800">
                <a:latin typeface="+mj-lt"/>
                <a:ea typeface="+mj-lt"/>
                <a:cs typeface="+mj-lt"/>
              </a:rPr>
              <a:t> ⟨d, a, a, b, d⟩</a:t>
            </a:r>
          </a:p>
          <a:p>
            <a:r>
              <a:rPr sz="1800">
                <a:latin typeface="Times New Roman"/>
                <a:ea typeface="Times New Roman"/>
                <a:cs typeface="Times New Roman"/>
              </a:rPr>
              <a:t>Sau lần quét đầu tiên, thay vì giữ nguyên mảng ngang hỗn độn, thuật toán gom vị trí của các mẫu 1 sự kiện  (ví dụ &lt;a&gt; và &lt;c&gt;) thành các danh sách dọc</a:t>
            </a:r>
          </a:p>
          <a:p>
            <a:endParaRPr sz="1800">
              <a:latin typeface="Times New Roman"/>
              <a:ea typeface="Times New Roman"/>
              <a:cs typeface="Times New Roman"/>
            </a:endParaRPr>
          </a:p>
        </p:txBody>
      </p:sp>
      <p:graphicFrame>
        <p:nvGraphicFramePr>
          <p:cNvPr id="20" name="Bảng 1"/>
          <p:cNvGraphicFramePr/>
          <p:nvPr/>
        </p:nvGraphicFramePr>
        <p:xfrm>
          <a:off x="1346806" y="3540828"/>
          <a:ext cx="6290130" cy="1415862"/>
        </p:xfrm>
        <a:graphic>
          <a:graphicData uri="http://schemas.openxmlformats.org/drawingml/2006/table">
            <a:tbl>
              <a:tblPr/>
              <a:tblGrid>
                <a:gridCol w="2096710">
                  <a:extLst>
                    <a:ext uri="{9D8B030D-6E8A-4147-A177-3AD203B41FA5}">
                      <a16:colId xmlns:a16="http://schemas.microsoft.com/office/drawing/2014/main" val="20000"/>
                    </a:ext>
                  </a:extLst>
                </a:gridCol>
                <a:gridCol w="2096710">
                  <a:extLst>
                    <a:ext uri="{9D8B030D-6E8A-4147-A177-3AD203B41FA5}">
                      <a16:colId xmlns:a16="http://schemas.microsoft.com/office/drawing/2014/main" val="20001"/>
                    </a:ext>
                  </a:extLst>
                </a:gridCol>
                <a:gridCol w="2096710">
                  <a:extLst>
                    <a:ext uri="{9D8B030D-6E8A-4147-A177-3AD203B41FA5}">
                      <a16:colId xmlns:a16="http://schemas.microsoft.com/office/drawing/2014/main" val="20002"/>
                    </a:ext>
                  </a:extLst>
                </a:gridCol>
              </a:tblGrid>
              <a:tr h="422274">
                <a:tc>
                  <a:txBody>
                    <a:bodyPr/>
                    <a:lstStyle/>
                    <a:p>
                      <a:pPr algn="l">
                        <a:buNone/>
                      </a:pPr>
                      <a:r>
                        <a:rPr sz="1100"/>
                        <a:t>Data id (ID Cục bộ)</a:t>
                      </a:r>
                    </a:p>
                  </a:txBody>
                  <a:tcPr marL="74519" marR="74519" marT="37260" marB="37260">
                    <a:lnL>
                      <a:noFill/>
                    </a:lnL>
                    <a:lnR>
                      <a:noFill/>
                    </a:lnR>
                    <a:lnT>
                      <a:noFill/>
                    </a:lnT>
                    <a:lnB w="9525" cmpd="sng">
                      <a:solidFill>
                        <a:srgbClr val="919191"/>
                      </a:solidFill>
                      <a:prstDash val="solid"/>
                    </a:lnB>
                    <a:solidFill>
                      <a:srgbClr val="FFFFFF"/>
                    </a:solidFill>
                  </a:tcPr>
                </a:tc>
                <a:tc>
                  <a:txBody>
                    <a:bodyPr/>
                    <a:lstStyle/>
                    <a:p>
                      <a:pPr algn="l">
                        <a:buNone/>
                      </a:pPr>
                      <a:r>
                        <a:rPr sz="1100"/>
                        <a:t>UCID (ID Người dùng)</a:t>
                      </a:r>
                    </a:p>
                  </a:txBody>
                  <a:tcPr marL="74519" marR="74519" marT="37260" marB="37260">
                    <a:lnL>
                      <a:noFill/>
                    </a:lnL>
                    <a:lnR>
                      <a:noFill/>
                    </a:lnR>
                    <a:lnT>
                      <a:noFill/>
                    </a:lnT>
                    <a:lnB w="9525" cmpd="sng">
                      <a:solidFill>
                        <a:srgbClr val="919191"/>
                      </a:solidFill>
                      <a:prstDash val="solid"/>
                    </a:lnB>
                    <a:solidFill>
                      <a:srgbClr val="FFFFFF"/>
                    </a:solidFill>
                  </a:tcPr>
                </a:tc>
                <a:tc>
                  <a:txBody>
                    <a:bodyPr/>
                    <a:lstStyle/>
                    <a:p>
                      <a:pPr algn="l">
                        <a:buNone/>
                      </a:pPr>
                      <a:r>
                        <a:rPr sz="1100"/>
                        <a:t>Position list (Vị trí thực tế trong chuỗi)</a:t>
                      </a:r>
                    </a:p>
                  </a:txBody>
                  <a:tcPr marL="74519" marR="74519" marT="37260" marB="37260">
                    <a:lnL>
                      <a:noFill/>
                    </a:lnL>
                    <a:lnR>
                      <a:noFill/>
                    </a:lnR>
                    <a:lnT>
                      <a:noFill/>
                    </a:lnT>
                    <a:lnB w="9525" cmpd="sng">
                      <a:solidFill>
                        <a:srgbClr val="919191"/>
                      </a:solidFill>
                      <a:prstDash val="solid"/>
                    </a:lnB>
                    <a:solidFill>
                      <a:srgbClr val="FFFFFF"/>
                    </a:solidFill>
                  </a:tcPr>
                </a:tc>
                <a:extLst>
                  <a:ext uri="{0D108BD9-81ED-4DB2-BD59-A6C34878D82A}">
                    <a16:rowId xmlns:a16="http://schemas.microsoft.com/office/drawing/2014/main" val="10000"/>
                  </a:ext>
                </a:extLst>
              </a:tr>
              <a:tr h="248397">
                <a:tc>
                  <a:txBody>
                    <a:bodyPr/>
                    <a:lstStyle/>
                    <a:p>
                      <a:pPr algn="l">
                        <a:buNone/>
                      </a:pPr>
                      <a:r>
                        <a:rPr sz="1100" b="1"/>
                        <a:t>1</a:t>
                      </a:r>
                    </a:p>
                  </a:txBody>
                  <a:tcPr marL="74519" marR="74519" marT="37260" marB="37260">
                    <a:lnL>
                      <a:noFill/>
                    </a:lnL>
                    <a:lnR>
                      <a:noFill/>
                    </a:lnR>
                    <a:lnT w="9525" cmpd="sng">
                      <a:solidFill>
                        <a:srgbClr val="919191"/>
                      </a:solidFill>
                      <a:prstDash val="solid"/>
                    </a:lnT>
                    <a:lnB w="9525" cmpd="sng">
                      <a:solidFill>
                        <a:srgbClr val="DDE1EB"/>
                      </a:solidFill>
                      <a:prstDash val="solid"/>
                    </a:lnB>
                    <a:solidFill>
                      <a:srgbClr val="FFFFFF"/>
                    </a:solidFill>
                  </a:tcPr>
                </a:tc>
                <a:tc>
                  <a:txBody>
                    <a:bodyPr/>
                    <a:lstStyle/>
                    <a:p>
                      <a:pPr algn="l">
                        <a:buNone/>
                      </a:pPr>
                      <a:r>
                        <a:rPr sz="1100"/>
                        <a:t>100</a:t>
                      </a:r>
                    </a:p>
                  </a:txBody>
                  <a:tcPr marL="74519" marR="74519" marT="37260" marB="37260">
                    <a:lnL>
                      <a:noFill/>
                    </a:lnL>
                    <a:lnR>
                      <a:noFill/>
                    </a:lnR>
                    <a:lnT w="9525" cmpd="sng">
                      <a:solidFill>
                        <a:srgbClr val="919191"/>
                      </a:solidFill>
                      <a:prstDash val="solid"/>
                    </a:lnT>
                    <a:lnB w="9525" cmpd="sng">
                      <a:solidFill>
                        <a:srgbClr val="DDE1EB"/>
                      </a:solidFill>
                      <a:prstDash val="solid"/>
                    </a:lnB>
                    <a:solidFill>
                      <a:srgbClr val="FFFFFF"/>
                    </a:solidFill>
                  </a:tcPr>
                </a:tc>
                <a:tc>
                  <a:txBody>
                    <a:bodyPr/>
                    <a:lstStyle/>
                    <a:p>
                      <a:pPr algn="l">
                        <a:buNone/>
                      </a:pPr>
                      <a:r>
                        <a:rPr sz="1100"/>
                        <a:t>3, 4, 11</a:t>
                      </a:r>
                    </a:p>
                  </a:txBody>
                  <a:tcPr marL="74519" marR="74519" marT="37260" marB="37260">
                    <a:lnL>
                      <a:noFill/>
                    </a:lnL>
                    <a:lnR>
                      <a:noFill/>
                    </a:lnR>
                    <a:lnT w="9525" cmpd="sng">
                      <a:solidFill>
                        <a:srgbClr val="919191"/>
                      </a:solidFill>
                      <a:prstDash val="solid"/>
                    </a:lnT>
                    <a:lnB w="9525" cmpd="sng">
                      <a:solidFill>
                        <a:srgbClr val="DDE1EB"/>
                      </a:solidFill>
                      <a:prstDash val="solid"/>
                    </a:lnB>
                    <a:solidFill>
                      <a:srgbClr val="FFFFFF"/>
                    </a:solidFill>
                  </a:tcPr>
                </a:tc>
                <a:extLst>
                  <a:ext uri="{0D108BD9-81ED-4DB2-BD59-A6C34878D82A}">
                    <a16:rowId xmlns:a16="http://schemas.microsoft.com/office/drawing/2014/main" val="10001"/>
                  </a:ext>
                </a:extLst>
              </a:tr>
              <a:tr h="248397">
                <a:tc>
                  <a:txBody>
                    <a:bodyPr/>
                    <a:lstStyle/>
                    <a:p>
                      <a:pPr algn="l">
                        <a:buNone/>
                      </a:pPr>
                      <a:r>
                        <a:rPr sz="1100" b="1"/>
                        <a:t>2</a:t>
                      </a:r>
                    </a:p>
                  </a:txBody>
                  <a:tcPr marL="74519" marR="74519" marT="37260" marB="37260">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1100"/>
                        <a:t>300</a:t>
                      </a:r>
                    </a:p>
                  </a:txBody>
                  <a:tcPr marL="74519" marR="74519" marT="37260" marB="37260">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1100"/>
                        <a:t>2, 4</a:t>
                      </a:r>
                    </a:p>
                  </a:txBody>
                  <a:tcPr marL="74519" marR="74519" marT="37260" marB="37260">
                    <a:lnL>
                      <a:noFill/>
                    </a:lnL>
                    <a:lnR>
                      <a:noFill/>
                    </a:lnR>
                    <a:lnT w="9525" cmpd="sng">
                      <a:solidFill>
                        <a:srgbClr val="DDE1EB"/>
                      </a:solidFill>
                      <a:prstDash val="solid"/>
                    </a:lnT>
                    <a:lnB w="9525" cmpd="sng">
                      <a:solidFill>
                        <a:srgbClr val="DDE1EB"/>
                      </a:solidFill>
                      <a:prstDash val="solid"/>
                    </a:lnB>
                    <a:solidFill>
                      <a:srgbClr val="FFFFFF"/>
                    </a:solidFill>
                  </a:tcPr>
                </a:tc>
                <a:extLst>
                  <a:ext uri="{0D108BD9-81ED-4DB2-BD59-A6C34878D82A}">
                    <a16:rowId xmlns:a16="http://schemas.microsoft.com/office/drawing/2014/main" val="10002"/>
                  </a:ext>
                </a:extLst>
              </a:tr>
              <a:tr h="248397">
                <a:tc>
                  <a:txBody>
                    <a:bodyPr/>
                    <a:lstStyle/>
                    <a:p>
                      <a:pPr algn="l">
                        <a:buNone/>
                      </a:pPr>
                      <a:r>
                        <a:rPr sz="1100" b="1"/>
                        <a:t>3</a:t>
                      </a:r>
                    </a:p>
                  </a:txBody>
                  <a:tcPr marL="74519" marR="74519" marT="37260" marB="37260">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1100"/>
                        <a:t>400</a:t>
                      </a:r>
                    </a:p>
                  </a:txBody>
                  <a:tcPr marL="74519" marR="74519" marT="37260" marB="37260">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1100"/>
                        <a:t>1</a:t>
                      </a:r>
                    </a:p>
                  </a:txBody>
                  <a:tcPr marL="74519" marR="74519" marT="37260" marB="37260">
                    <a:lnL>
                      <a:noFill/>
                    </a:lnL>
                    <a:lnR>
                      <a:noFill/>
                    </a:lnR>
                    <a:lnT w="9525" cmpd="sng">
                      <a:solidFill>
                        <a:srgbClr val="DDE1EB"/>
                      </a:solidFill>
                      <a:prstDash val="solid"/>
                    </a:lnT>
                    <a:lnB w="9525" cmpd="sng">
                      <a:solidFill>
                        <a:srgbClr val="DDE1EB"/>
                      </a:solidFill>
                      <a:prstDash val="solid"/>
                    </a:lnB>
                    <a:solidFill>
                      <a:srgbClr val="FFFFFF"/>
                    </a:solidFill>
                  </a:tcPr>
                </a:tc>
                <a:extLst>
                  <a:ext uri="{0D108BD9-81ED-4DB2-BD59-A6C34878D82A}">
                    <a16:rowId xmlns:a16="http://schemas.microsoft.com/office/drawing/2014/main" val="10003"/>
                  </a:ext>
                </a:extLst>
              </a:tr>
              <a:tr h="248397">
                <a:tc>
                  <a:txBody>
                    <a:bodyPr/>
                    <a:lstStyle/>
                    <a:p>
                      <a:pPr algn="l">
                        <a:buNone/>
                      </a:pPr>
                      <a:r>
                        <a:rPr sz="1100" b="1"/>
                        <a:t>4</a:t>
                      </a:r>
                    </a:p>
                  </a:txBody>
                  <a:tcPr marL="74519" marR="74519" marT="37260" marB="37260">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1100"/>
                        <a:t>500</a:t>
                      </a:r>
                    </a:p>
                  </a:txBody>
                  <a:tcPr marL="74519" marR="74519" marT="37260" marB="37260">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1100"/>
                        <a:t>2, 3</a:t>
                      </a:r>
                    </a:p>
                  </a:txBody>
                  <a:tcPr marL="74519" marR="74519" marT="37260" marB="37260">
                    <a:lnL>
                      <a:noFill/>
                    </a:lnL>
                    <a:lnR>
                      <a:noFill/>
                    </a:lnR>
                    <a:lnT w="9525" cmpd="sng">
                      <a:solidFill>
                        <a:srgbClr val="DDE1EB"/>
                      </a:solidFill>
                      <a:prstDash val="solid"/>
                    </a:lnT>
                    <a:lnB w="9525" cmpd="sng">
                      <a:solidFill>
                        <a:srgbClr val="DDE1EB"/>
                      </a:solidFill>
                      <a:prstDash val="solid"/>
                    </a:lnB>
                    <a:solidFill>
                      <a:srgbClr val="FFFFFF"/>
                    </a:solidFill>
                  </a:tcPr>
                </a:tc>
                <a:extLst>
                  <a:ext uri="{0D108BD9-81ED-4DB2-BD59-A6C34878D82A}">
                    <a16:rowId xmlns:a16="http://schemas.microsoft.com/office/drawing/2014/main" val="10004"/>
                  </a:ext>
                </a:extLst>
              </a:tr>
            </a:tbl>
          </a:graphicData>
        </a:graphic>
      </p:graphicFrame>
      <p:grpSp>
        <p:nvGrpSpPr>
          <p:cNvPr id="2" name="Group 3">
            <a:extLst>
              <a:ext uri="{FF2B5EF4-FFF2-40B4-BE49-F238E27FC236}">
                <a16:creationId xmlns:a16="http://schemas.microsoft.com/office/drawing/2014/main" id="{084B3D1E-E7CA-C67E-FE0C-F32125C85429}"/>
              </a:ext>
            </a:extLst>
          </p:cNvPr>
          <p:cNvGrpSpPr/>
          <p:nvPr/>
        </p:nvGrpSpPr>
        <p:grpSpPr>
          <a:xfrm>
            <a:off x="0" y="-19526"/>
            <a:ext cx="9144000" cy="535020"/>
            <a:chOff x="0" y="0"/>
            <a:chExt cx="24384000" cy="1426718"/>
          </a:xfrm>
        </p:grpSpPr>
        <p:sp>
          <p:nvSpPr>
            <p:cNvPr id="3" name="Freeform 4">
              <a:extLst>
                <a:ext uri="{FF2B5EF4-FFF2-40B4-BE49-F238E27FC236}">
                  <a16:creationId xmlns:a16="http://schemas.microsoft.com/office/drawing/2014/main" id="{2BC6D0BB-92FC-F859-335B-70166D2C94FB}"/>
                </a:ext>
              </a:extLst>
            </p:cNvPr>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E95856"/>
            </a:solidFill>
            <a:ln w="12700">
              <a:solidFill>
                <a:srgbClr val="000000"/>
              </a:solidFill>
            </a:ln>
          </p:spPr>
        </p:sp>
      </p:grpSp>
      <p:grpSp>
        <p:nvGrpSpPr>
          <p:cNvPr id="6" name="Group 7">
            <a:extLst>
              <a:ext uri="{FF2B5EF4-FFF2-40B4-BE49-F238E27FC236}">
                <a16:creationId xmlns:a16="http://schemas.microsoft.com/office/drawing/2014/main" id="{CB4E0855-B269-4866-0A56-6A284C74A324}"/>
              </a:ext>
            </a:extLst>
          </p:cNvPr>
          <p:cNvGrpSpPr/>
          <p:nvPr/>
        </p:nvGrpSpPr>
        <p:grpSpPr>
          <a:xfrm>
            <a:off x="514350" y="4969883"/>
            <a:ext cx="7833601" cy="76945"/>
            <a:chOff x="0" y="0"/>
            <a:chExt cx="20889601" cy="205185"/>
          </a:xfrm>
        </p:grpSpPr>
        <p:sp>
          <p:nvSpPr>
            <p:cNvPr id="7" name="Freeform 8">
              <a:extLst>
                <a:ext uri="{FF2B5EF4-FFF2-40B4-BE49-F238E27FC236}">
                  <a16:creationId xmlns:a16="http://schemas.microsoft.com/office/drawing/2014/main" id="{7AB6CA90-11EA-98E7-A08B-E117CB2FBD11}"/>
                </a:ext>
              </a:extLst>
            </p:cNvPr>
            <p:cNvSpPr/>
            <p:nvPr/>
          </p:nvSpPr>
          <p:spPr>
            <a:xfrm>
              <a:off x="0" y="0"/>
              <a:ext cx="20889595" cy="205232"/>
            </a:xfrm>
            <a:custGeom>
              <a:avLst/>
              <a:gdLst/>
              <a:ahLst/>
              <a:cxnLst/>
              <a:rect l="l" t="t" r="r" b="b"/>
              <a:pathLst>
                <a:path w="20889595" h="205232">
                  <a:moveTo>
                    <a:pt x="0" y="0"/>
                  </a:moveTo>
                  <a:lnTo>
                    <a:pt x="20889595" y="0"/>
                  </a:lnTo>
                  <a:lnTo>
                    <a:pt x="20889595" y="205232"/>
                  </a:lnTo>
                  <a:lnTo>
                    <a:pt x="0" y="205232"/>
                  </a:lnTo>
                  <a:lnTo>
                    <a:pt x="0" y="0"/>
                  </a:lnTo>
                  <a:close/>
                </a:path>
              </a:pathLst>
            </a:custGeom>
            <a:blipFill>
              <a:blip r:embed="rId3"/>
              <a:stretch>
                <a:fillRect t="-17868" b="-17845"/>
              </a:stretch>
            </a:blipFill>
          </p:spPr>
        </p:sp>
      </p:grpSp>
      <p:grpSp>
        <p:nvGrpSpPr>
          <p:cNvPr id="8" name="Group 9">
            <a:extLst>
              <a:ext uri="{FF2B5EF4-FFF2-40B4-BE49-F238E27FC236}">
                <a16:creationId xmlns:a16="http://schemas.microsoft.com/office/drawing/2014/main" id="{D7C11E5B-E2B2-D211-04F6-A097EC356614}"/>
              </a:ext>
            </a:extLst>
          </p:cNvPr>
          <p:cNvGrpSpPr/>
          <p:nvPr/>
        </p:nvGrpSpPr>
        <p:grpSpPr>
          <a:xfrm>
            <a:off x="238964" y="1668"/>
            <a:ext cx="2467785" cy="513826"/>
            <a:chOff x="0" y="0"/>
            <a:chExt cx="6580759" cy="1370203"/>
          </a:xfrm>
        </p:grpSpPr>
        <p:sp>
          <p:nvSpPr>
            <p:cNvPr id="9" name="Freeform 10" descr="A black background with white text  Description automatically generated">
              <a:extLst>
                <a:ext uri="{FF2B5EF4-FFF2-40B4-BE49-F238E27FC236}">
                  <a16:creationId xmlns:a16="http://schemas.microsoft.com/office/drawing/2014/main" id="{10CD2C39-77F2-7A0C-7A67-5ED5DCFA8CFA}"/>
                </a:ext>
              </a:extLst>
            </p:cNvPr>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4"/>
              <a:stretch>
                <a:fillRect l="-194" r="-194"/>
              </a:stretch>
            </a:blipFill>
          </p:spPr>
        </p:sp>
      </p:grpSp>
    </p:spTree>
    <p:extLst>
      <p:ext uri="{BB962C8B-B14F-4D97-AF65-F5344CB8AC3E}">
        <p14:creationId xmlns:p14="http://schemas.microsoft.com/office/powerpoint/2010/main" val="42929364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5">
            <a:extLst>
              <a:ext uri="{FF2B5EF4-FFF2-40B4-BE49-F238E27FC236}">
                <a16:creationId xmlns:a16="http://schemas.microsoft.com/office/drawing/2014/main" id="{C1F8EB86-C24F-6680-A069-595938B43EFF}"/>
              </a:ext>
            </a:extLst>
          </p:cNvPr>
          <p:cNvGrpSpPr/>
          <p:nvPr/>
        </p:nvGrpSpPr>
        <p:grpSpPr>
          <a:xfrm>
            <a:off x="-160282" y="4969883"/>
            <a:ext cx="9304283" cy="284619"/>
            <a:chOff x="0" y="0"/>
            <a:chExt cx="24811420" cy="758984"/>
          </a:xfrm>
        </p:grpSpPr>
        <p:sp>
          <p:nvSpPr>
            <p:cNvPr id="5" name="Freeform 6">
              <a:extLst>
                <a:ext uri="{FF2B5EF4-FFF2-40B4-BE49-F238E27FC236}">
                  <a16:creationId xmlns:a16="http://schemas.microsoft.com/office/drawing/2014/main" id="{04CC6ACD-0CCA-99A7-EA9D-E0F5342CA260}"/>
                </a:ext>
              </a:extLst>
            </p:cNvPr>
            <p:cNvSpPr/>
            <p:nvPr/>
          </p:nvSpPr>
          <p:spPr>
            <a:xfrm>
              <a:off x="0" y="0"/>
              <a:ext cx="24811482" cy="758952"/>
            </a:xfrm>
            <a:custGeom>
              <a:avLst/>
              <a:gdLst/>
              <a:ahLst/>
              <a:cxnLst/>
              <a:rect l="l" t="t" r="r" b="b"/>
              <a:pathLst>
                <a:path w="24811482" h="758952">
                  <a:moveTo>
                    <a:pt x="285242" y="0"/>
                  </a:moveTo>
                  <a:lnTo>
                    <a:pt x="24811482" y="0"/>
                  </a:lnTo>
                  <a:lnTo>
                    <a:pt x="24811482" y="740410"/>
                  </a:lnTo>
                  <a:lnTo>
                    <a:pt x="0" y="758952"/>
                  </a:lnTo>
                  <a:lnTo>
                    <a:pt x="285242" y="0"/>
                  </a:lnTo>
                  <a:close/>
                </a:path>
              </a:pathLst>
            </a:custGeom>
            <a:solidFill>
              <a:srgbClr val="E95856"/>
            </a:solidFill>
            <a:ln w="12700">
              <a:solidFill>
                <a:srgbClr val="000000"/>
              </a:solidFill>
            </a:ln>
          </p:spPr>
        </p:sp>
      </p:grpSp>
      <p:sp>
        <p:nvSpPr>
          <p:cNvPr id="16" name="Slide Number Placeholder 14">
            <a:extLst>
              <a:ext uri="{FF2B5EF4-FFF2-40B4-BE49-F238E27FC236}">
                <a16:creationId xmlns:a16="http://schemas.microsoft.com/office/drawing/2014/main" id="{3AA06645-6C56-3F77-0A53-30630E57C5A5}"/>
              </a:ext>
            </a:extLst>
          </p:cNvPr>
          <p:cNvSpPr>
            <a:spLocks noGrp="1"/>
          </p:cNvSpPr>
          <p:nvPr/>
        </p:nvSpPr>
        <p:spPr>
          <a:xfrm>
            <a:off x="8347710" y="4970145"/>
            <a:ext cx="795655" cy="259715"/>
          </a:xfrm>
        </p:spPr>
        <p:txBody>
          <a:bodyPr/>
          <a:lst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a:lstStyle>
          <a:p>
            <a:pPr algn="ctr">
              <a:buNone/>
            </a:pPr>
            <a:fld id="{B6F15528-21DE-4FAA-801E-634DDDAF4B2B}" type="slidenum">
              <a:rPr>
                <a:latin typeface="Times New Roman"/>
                <a:ea typeface="Times New Roman"/>
                <a:cs typeface="Times New Roman"/>
              </a:rPr>
              <a:t>13</a:t>
            </a:fld>
            <a:endParaRPr>
              <a:latin typeface="Times New Roman"/>
              <a:ea typeface="Times New Roman"/>
              <a:cs typeface="Times New Roman"/>
            </a:endParaRPr>
          </a:p>
        </p:txBody>
      </p:sp>
      <p:sp>
        <p:nvSpPr>
          <p:cNvPr id="12" name="TextBox 14">
            <a:extLst>
              <a:ext uri="{FF2B5EF4-FFF2-40B4-BE49-F238E27FC236}">
                <a16:creationId xmlns:a16="http://schemas.microsoft.com/office/drawing/2014/main" id="{1DDB160C-6B34-9C1A-12E1-7C6F5C94C1DF}"/>
              </a:ext>
            </a:extLst>
          </p:cNvPr>
          <p:cNvSpPr>
            <a:spLocks noGrp="1"/>
          </p:cNvSpPr>
          <p:nvPr/>
        </p:nvSpPr>
        <p:spPr>
          <a:xfrm>
            <a:off x="344476" y="668800"/>
            <a:ext cx="8432712" cy="2308324"/>
          </a:xfrm>
          <a:prstGeom prst="rect">
            <a:avLst/>
          </a:prstGeom>
        </p:spPr>
        <p:txBody>
          <a:bodyPr lIns="0" tIns="0" rIns="0" bIns="0" anchor="t">
            <a:spAutoFit/>
          </a:bodyPr>
          <a:lstStyle/>
          <a:p>
            <a:r>
              <a:rPr sz="2400" b="1">
                <a:latin typeface="Times New Roman"/>
                <a:ea typeface="Times New Roman"/>
                <a:cs typeface="Times New Roman"/>
              </a:rPr>
              <a:t>2. QUY TRÌNH GIẢI QUYẾT</a:t>
            </a:r>
          </a:p>
          <a:p>
            <a:r>
              <a:rPr sz="1800" b="1">
                <a:latin typeface="+mj-lt"/>
                <a:ea typeface="+mj-lt"/>
                <a:cs typeface="+mj-lt"/>
              </a:rPr>
              <a:t>2.2 Ví dụ trực quan:</a:t>
            </a:r>
          </a:p>
          <a:p>
            <a:r>
              <a:rPr sz="1800" b="1">
                <a:latin typeface="Times New Roman"/>
                <a:ea typeface="Times New Roman"/>
                <a:cs typeface="Times New Roman"/>
              </a:rPr>
              <a:t>Bước 2: Sinh tập ứng viên và cắt tỉa bằng heuristic DUB: </a:t>
            </a:r>
          </a:p>
          <a:p>
            <a:endParaRPr sz="1800" b="1">
              <a:latin typeface="Times New Roman"/>
              <a:ea typeface="Times New Roman"/>
              <a:cs typeface="Times New Roman"/>
            </a:endParaRPr>
          </a:p>
          <a:p>
            <a:r>
              <a:rPr sz="1800">
                <a:latin typeface="Times New Roman"/>
                <a:ea typeface="Times New Roman"/>
                <a:cs typeface="Times New Roman"/>
              </a:rPr>
              <a:t>Khi ghép các mẫu để sinh ứng viên, hệ thống dùng mảng bit 0/1 để đại diện cho sự tồn tại của mẫu ở từng người dùng, sau đó giao chúng (phép toán AND) để dự đoán số lượng mà không cần tạo vùng nhớ tốn kém</a:t>
            </a:r>
          </a:p>
          <a:p>
            <a:r>
              <a:rPr sz="1800">
                <a:latin typeface="Times New Roman"/>
                <a:ea typeface="Times New Roman"/>
                <a:cs typeface="Times New Roman"/>
              </a:rPr>
              <a:t>Thuật toán tính toán "tập hợp giao" (Intersection) giữa hai mẫu ứng viên &lt;a, a&gt; và &lt;a, b&gt;</a:t>
            </a:r>
          </a:p>
        </p:txBody>
      </p:sp>
      <p:graphicFrame>
        <p:nvGraphicFramePr>
          <p:cNvPr id="20" name="Bảng 10"/>
          <p:cNvGraphicFramePr/>
          <p:nvPr/>
        </p:nvGraphicFramePr>
        <p:xfrm>
          <a:off x="366812" y="2977124"/>
          <a:ext cx="4908048" cy="1820771"/>
        </p:xfrm>
        <a:graphic>
          <a:graphicData uri="http://schemas.openxmlformats.org/drawingml/2006/table">
            <a:tbl>
              <a:tblPr/>
              <a:tblGrid>
                <a:gridCol w="818008">
                  <a:extLst>
                    <a:ext uri="{9D8B030D-6E8A-4147-A177-3AD203B41FA5}">
                      <a16:colId xmlns:a16="http://schemas.microsoft.com/office/drawing/2014/main" val="20000"/>
                    </a:ext>
                  </a:extLst>
                </a:gridCol>
                <a:gridCol w="818008">
                  <a:extLst>
                    <a:ext uri="{9D8B030D-6E8A-4147-A177-3AD203B41FA5}">
                      <a16:colId xmlns:a16="http://schemas.microsoft.com/office/drawing/2014/main" val="20001"/>
                    </a:ext>
                  </a:extLst>
                </a:gridCol>
                <a:gridCol w="818008">
                  <a:extLst>
                    <a:ext uri="{9D8B030D-6E8A-4147-A177-3AD203B41FA5}">
                      <a16:colId xmlns:a16="http://schemas.microsoft.com/office/drawing/2014/main" val="20002"/>
                    </a:ext>
                  </a:extLst>
                </a:gridCol>
                <a:gridCol w="818008">
                  <a:extLst>
                    <a:ext uri="{9D8B030D-6E8A-4147-A177-3AD203B41FA5}">
                      <a16:colId xmlns:a16="http://schemas.microsoft.com/office/drawing/2014/main" val="20003"/>
                    </a:ext>
                  </a:extLst>
                </a:gridCol>
                <a:gridCol w="818008">
                  <a:extLst>
                    <a:ext uri="{9D8B030D-6E8A-4147-A177-3AD203B41FA5}">
                      <a16:colId xmlns:a16="http://schemas.microsoft.com/office/drawing/2014/main" val="20004"/>
                    </a:ext>
                  </a:extLst>
                </a:gridCol>
                <a:gridCol w="818008">
                  <a:extLst>
                    <a:ext uri="{9D8B030D-6E8A-4147-A177-3AD203B41FA5}">
                      <a16:colId xmlns:a16="http://schemas.microsoft.com/office/drawing/2014/main" val="20005"/>
                    </a:ext>
                  </a:extLst>
                </a:gridCol>
              </a:tblGrid>
              <a:tr h="475431">
                <a:tc>
                  <a:txBody>
                    <a:bodyPr/>
                    <a:lstStyle/>
                    <a:p>
                      <a:pPr algn="l">
                        <a:buNone/>
                      </a:pPr>
                      <a:r>
                        <a:rPr sz="900"/>
                        <a:t>Nhận diện (Tham chiếu UCID)</a:t>
                      </a:r>
                    </a:p>
                  </a:txBody>
                  <a:tcPr marL="58145" marR="58145" marT="29072" marB="29072">
                    <a:lnL>
                      <a:noFill/>
                    </a:lnL>
                    <a:lnR>
                      <a:noFill/>
                    </a:lnR>
                    <a:lnT>
                      <a:noFill/>
                    </a:lnT>
                    <a:lnB w="9525" cmpd="sng">
                      <a:solidFill>
                        <a:srgbClr val="919191"/>
                      </a:solidFill>
                      <a:prstDash val="solid"/>
                    </a:lnB>
                    <a:solidFill>
                      <a:srgbClr val="FFFFFF"/>
                    </a:solidFill>
                  </a:tcPr>
                </a:tc>
                <a:tc>
                  <a:txBody>
                    <a:bodyPr/>
                    <a:lstStyle/>
                    <a:p>
                      <a:pPr algn="l">
                        <a:buNone/>
                      </a:pPr>
                      <a:r>
                        <a:rPr sz="900"/>
                        <a:t>Mảng bit của </a:t>
                      </a:r>
                      <a:r>
                        <a:rPr sz="900" b="0">
                          <a:solidFill>
                            <a:srgbClr val="303030"/>
                          </a:solidFill>
                          <a:latin typeface="Google Sans Code"/>
                          <a:ea typeface="Google Sans Code"/>
                          <a:cs typeface="Google Sans Code"/>
                        </a:rPr>
                        <a:t>&lt;a, a&gt;</a:t>
                      </a:r>
                    </a:p>
                  </a:txBody>
                  <a:tcPr marL="58145" marR="58145" marT="29072" marB="29072">
                    <a:lnL>
                      <a:noFill/>
                    </a:lnL>
                    <a:lnR>
                      <a:noFill/>
                    </a:lnR>
                    <a:lnT>
                      <a:noFill/>
                    </a:lnT>
                    <a:lnB w="9525" cmpd="sng">
                      <a:solidFill>
                        <a:srgbClr val="919191"/>
                      </a:solidFill>
                      <a:prstDash val="solid"/>
                    </a:lnB>
                    <a:solidFill>
                      <a:srgbClr val="FFFFFF"/>
                    </a:solidFill>
                  </a:tcPr>
                </a:tc>
                <a:tc>
                  <a:txBody>
                    <a:bodyPr/>
                    <a:lstStyle/>
                    <a:p>
                      <a:pPr algn="l">
                        <a:buNone/>
                      </a:pPr>
                      <a:r>
                        <a:rPr sz="900"/>
                        <a:t>Phép toán</a:t>
                      </a:r>
                    </a:p>
                  </a:txBody>
                  <a:tcPr marL="58145" marR="58145" marT="29072" marB="29072">
                    <a:lnL>
                      <a:noFill/>
                    </a:lnL>
                    <a:lnR>
                      <a:noFill/>
                    </a:lnR>
                    <a:lnT>
                      <a:noFill/>
                    </a:lnT>
                    <a:lnB w="9525" cmpd="sng">
                      <a:solidFill>
                        <a:srgbClr val="919191"/>
                      </a:solidFill>
                      <a:prstDash val="solid"/>
                    </a:lnB>
                    <a:solidFill>
                      <a:srgbClr val="FFFFFF"/>
                    </a:solidFill>
                  </a:tcPr>
                </a:tc>
                <a:tc>
                  <a:txBody>
                    <a:bodyPr/>
                    <a:lstStyle/>
                    <a:p>
                      <a:pPr algn="l">
                        <a:buNone/>
                      </a:pPr>
                      <a:r>
                        <a:rPr sz="900"/>
                        <a:t>Mảng bit của </a:t>
                      </a:r>
                      <a:r>
                        <a:rPr sz="900" b="0">
                          <a:solidFill>
                            <a:srgbClr val="303030"/>
                          </a:solidFill>
                          <a:latin typeface="Google Sans Code"/>
                          <a:ea typeface="Google Sans Code"/>
                          <a:cs typeface="Google Sans Code"/>
                        </a:rPr>
                        <a:t>&lt;a, b&gt;</a:t>
                      </a:r>
                    </a:p>
                  </a:txBody>
                  <a:tcPr marL="58145" marR="58145" marT="29072" marB="29072">
                    <a:lnL>
                      <a:noFill/>
                    </a:lnL>
                    <a:lnR>
                      <a:noFill/>
                    </a:lnR>
                    <a:lnT>
                      <a:noFill/>
                    </a:lnT>
                    <a:lnB w="9525" cmpd="sng">
                      <a:solidFill>
                        <a:srgbClr val="919191"/>
                      </a:solidFill>
                      <a:prstDash val="solid"/>
                    </a:lnB>
                    <a:solidFill>
                      <a:srgbClr val="FFFFFF"/>
                    </a:solidFill>
                  </a:tcPr>
                </a:tc>
                <a:tc>
                  <a:txBody>
                    <a:bodyPr/>
                    <a:lstStyle/>
                    <a:p>
                      <a:pPr algn="l">
                        <a:buNone/>
                      </a:pPr>
                      <a:endParaRPr/>
                    </a:p>
                  </a:txBody>
                  <a:tcPr marL="58145" marR="58145" marT="29072" marB="29072">
                    <a:lnL>
                      <a:noFill/>
                    </a:lnL>
                    <a:lnR>
                      <a:noFill/>
                    </a:lnR>
                    <a:lnT>
                      <a:noFill/>
                    </a:lnT>
                    <a:lnB w="9525" cmpd="sng">
                      <a:solidFill>
                        <a:srgbClr val="919191"/>
                      </a:solidFill>
                      <a:prstDash val="solid"/>
                    </a:lnB>
                    <a:solidFill>
                      <a:srgbClr val="FFFFFF"/>
                    </a:solidFill>
                  </a:tcPr>
                </a:tc>
                <a:tc>
                  <a:txBody>
                    <a:bodyPr/>
                    <a:lstStyle/>
                    <a:p>
                      <a:pPr algn="l">
                        <a:buNone/>
                      </a:pPr>
                      <a:r>
                        <a:rPr sz="900"/>
                        <a:t>Mảng bit Tập giao (</a:t>
                      </a:r>
                      <a:r>
                        <a:rPr sz="900" i="1">
                          <a:latin typeface="KaTeX_Math"/>
                          <a:ea typeface="KaTeX_Math"/>
                          <a:cs typeface="KaTeX_Math"/>
                        </a:rPr>
                        <a:t>S</a:t>
                      </a:r>
                      <a:r>
                        <a:rPr sz="900">
                          <a:latin typeface="KaTeX_Main"/>
                          <a:ea typeface="KaTeX_Main"/>
                          <a:cs typeface="KaTeX_Main"/>
                        </a:rPr>
                        <a:t>∩​</a:t>
                      </a:r>
                      <a:r>
                        <a:rPr sz="900"/>
                        <a:t>)</a:t>
                      </a:r>
                    </a:p>
                  </a:txBody>
                  <a:tcPr marL="58145" marR="58145" marT="29072" marB="29072">
                    <a:lnL>
                      <a:noFill/>
                    </a:lnL>
                    <a:lnR>
                      <a:noFill/>
                    </a:lnR>
                    <a:lnT>
                      <a:noFill/>
                    </a:lnT>
                    <a:lnB w="9525" cmpd="sng">
                      <a:solidFill>
                        <a:srgbClr val="919191"/>
                      </a:solidFill>
                      <a:prstDash val="solid"/>
                    </a:lnB>
                    <a:solidFill>
                      <a:srgbClr val="FFFFFF"/>
                    </a:solidFill>
                  </a:tcPr>
                </a:tc>
                <a:extLst>
                  <a:ext uri="{0D108BD9-81ED-4DB2-BD59-A6C34878D82A}">
                    <a16:rowId xmlns:a16="http://schemas.microsoft.com/office/drawing/2014/main" val="10000"/>
                  </a:ext>
                </a:extLst>
              </a:tr>
              <a:tr h="336335">
                <a:tc>
                  <a:txBody>
                    <a:bodyPr/>
                    <a:lstStyle/>
                    <a:p>
                      <a:pPr algn="l">
                        <a:buNone/>
                      </a:pPr>
                      <a:r>
                        <a:rPr sz="900"/>
                        <a:t>Dòng 1 </a:t>
                      </a:r>
                      <a:r>
                        <a:rPr sz="900" i="1"/>
                        <a:t>(UCID 100)</a:t>
                      </a:r>
                    </a:p>
                  </a:txBody>
                  <a:tcPr marL="58145" marR="58145" marT="29072" marB="29072">
                    <a:lnL>
                      <a:noFill/>
                    </a:lnL>
                    <a:lnR>
                      <a:noFill/>
                    </a:lnR>
                    <a:lnT w="9525" cmpd="sng">
                      <a:solidFill>
                        <a:srgbClr val="919191"/>
                      </a:solidFill>
                      <a:prstDash val="solid"/>
                    </a:lnT>
                    <a:lnB w="9525" cmpd="sng">
                      <a:solidFill>
                        <a:srgbClr val="DDE1EB"/>
                      </a:solidFill>
                      <a:prstDash val="solid"/>
                    </a:lnB>
                    <a:solidFill>
                      <a:srgbClr val="FFFFFF"/>
                    </a:solidFill>
                  </a:tcPr>
                </a:tc>
                <a:tc>
                  <a:txBody>
                    <a:bodyPr/>
                    <a:lstStyle/>
                    <a:p>
                      <a:pPr algn="l">
                        <a:buNone/>
                      </a:pPr>
                      <a:r>
                        <a:rPr sz="900" b="1"/>
                        <a:t>1</a:t>
                      </a:r>
                    </a:p>
                  </a:txBody>
                  <a:tcPr marL="58145" marR="58145" marT="29072" marB="29072">
                    <a:lnL>
                      <a:noFill/>
                    </a:lnL>
                    <a:lnR>
                      <a:noFill/>
                    </a:lnR>
                    <a:lnT w="9525" cmpd="sng">
                      <a:solidFill>
                        <a:srgbClr val="919191"/>
                      </a:solidFill>
                      <a:prstDash val="solid"/>
                    </a:lnT>
                    <a:lnB w="9525" cmpd="sng">
                      <a:solidFill>
                        <a:srgbClr val="DDE1EB"/>
                      </a:solidFill>
                      <a:prstDash val="solid"/>
                    </a:lnB>
                    <a:solidFill>
                      <a:srgbClr val="FFFFFF"/>
                    </a:solidFill>
                  </a:tcPr>
                </a:tc>
                <a:tc>
                  <a:txBody>
                    <a:bodyPr/>
                    <a:lstStyle/>
                    <a:p>
                      <a:pPr algn="l">
                        <a:buNone/>
                      </a:pPr>
                      <a:r>
                        <a:rPr sz="900">
                          <a:latin typeface="KaTeX_Main"/>
                          <a:ea typeface="KaTeX_Main"/>
                          <a:cs typeface="KaTeX_Main"/>
                        </a:rPr>
                        <a:t>∩</a:t>
                      </a:r>
                      <a:r>
                        <a:rPr sz="900"/>
                        <a:t> (AND)</a:t>
                      </a:r>
                    </a:p>
                  </a:txBody>
                  <a:tcPr marL="58145" marR="58145" marT="29072" marB="29072">
                    <a:lnL>
                      <a:noFill/>
                    </a:lnL>
                    <a:lnR>
                      <a:noFill/>
                    </a:lnR>
                    <a:lnT w="9525" cmpd="sng">
                      <a:solidFill>
                        <a:srgbClr val="919191"/>
                      </a:solidFill>
                      <a:prstDash val="solid"/>
                    </a:lnT>
                    <a:lnB w="9525" cmpd="sng">
                      <a:solidFill>
                        <a:srgbClr val="DDE1EB"/>
                      </a:solidFill>
                      <a:prstDash val="solid"/>
                    </a:lnB>
                    <a:solidFill>
                      <a:srgbClr val="FFFFFF"/>
                    </a:solidFill>
                  </a:tcPr>
                </a:tc>
                <a:tc>
                  <a:txBody>
                    <a:bodyPr/>
                    <a:lstStyle/>
                    <a:p>
                      <a:pPr algn="l">
                        <a:buNone/>
                      </a:pPr>
                      <a:r>
                        <a:rPr sz="900" b="1"/>
                        <a:t>1</a:t>
                      </a:r>
                    </a:p>
                  </a:txBody>
                  <a:tcPr marL="58145" marR="58145" marT="29072" marB="29072">
                    <a:lnL>
                      <a:noFill/>
                    </a:lnL>
                    <a:lnR>
                      <a:noFill/>
                    </a:lnR>
                    <a:lnT w="9525" cmpd="sng">
                      <a:solidFill>
                        <a:srgbClr val="919191"/>
                      </a:solidFill>
                      <a:prstDash val="solid"/>
                    </a:lnT>
                    <a:lnB w="9525" cmpd="sng">
                      <a:solidFill>
                        <a:srgbClr val="DDE1EB"/>
                      </a:solidFill>
                      <a:prstDash val="solid"/>
                    </a:lnB>
                    <a:solidFill>
                      <a:srgbClr val="FFFFFF"/>
                    </a:solidFill>
                  </a:tcPr>
                </a:tc>
                <a:tc>
                  <a:txBody>
                    <a:bodyPr/>
                    <a:lstStyle/>
                    <a:p>
                      <a:pPr algn="l">
                        <a:buNone/>
                      </a:pPr>
                      <a:r>
                        <a:rPr sz="900">
                          <a:latin typeface="KaTeX_Main"/>
                          <a:ea typeface="KaTeX_Main"/>
                          <a:cs typeface="KaTeX_Main"/>
                        </a:rPr>
                        <a:t>→</a:t>
                      </a:r>
                    </a:p>
                  </a:txBody>
                  <a:tcPr marL="58145" marR="58145" marT="29072" marB="29072">
                    <a:lnL>
                      <a:noFill/>
                    </a:lnL>
                    <a:lnR>
                      <a:noFill/>
                    </a:lnR>
                    <a:lnT w="9525" cmpd="sng">
                      <a:solidFill>
                        <a:srgbClr val="919191"/>
                      </a:solidFill>
                      <a:prstDash val="solid"/>
                    </a:lnT>
                    <a:lnB w="9525" cmpd="sng">
                      <a:solidFill>
                        <a:srgbClr val="DDE1EB"/>
                      </a:solidFill>
                      <a:prstDash val="solid"/>
                    </a:lnB>
                    <a:solidFill>
                      <a:srgbClr val="FFFFFF"/>
                    </a:solidFill>
                  </a:tcPr>
                </a:tc>
                <a:tc>
                  <a:txBody>
                    <a:bodyPr/>
                    <a:lstStyle/>
                    <a:p>
                      <a:pPr algn="l">
                        <a:buNone/>
                      </a:pPr>
                      <a:r>
                        <a:rPr sz="900" b="1"/>
                        <a:t>1</a:t>
                      </a:r>
                    </a:p>
                  </a:txBody>
                  <a:tcPr marL="58145" marR="58145" marT="29072" marB="29072">
                    <a:lnL>
                      <a:noFill/>
                    </a:lnL>
                    <a:lnR>
                      <a:noFill/>
                    </a:lnR>
                    <a:lnT w="9525" cmpd="sng">
                      <a:solidFill>
                        <a:srgbClr val="919191"/>
                      </a:solidFill>
                      <a:prstDash val="solid"/>
                    </a:lnT>
                    <a:lnB w="9525" cmpd="sng">
                      <a:solidFill>
                        <a:srgbClr val="DDE1EB"/>
                      </a:solidFill>
                      <a:prstDash val="solid"/>
                    </a:lnB>
                    <a:solidFill>
                      <a:srgbClr val="FFFFFF"/>
                    </a:solidFill>
                  </a:tcPr>
                </a:tc>
                <a:extLst>
                  <a:ext uri="{0D108BD9-81ED-4DB2-BD59-A6C34878D82A}">
                    <a16:rowId xmlns:a16="http://schemas.microsoft.com/office/drawing/2014/main" val="10001"/>
                  </a:ext>
                </a:extLst>
              </a:tr>
              <a:tr h="336335">
                <a:tc>
                  <a:txBody>
                    <a:bodyPr/>
                    <a:lstStyle/>
                    <a:p>
                      <a:pPr algn="l">
                        <a:buNone/>
                      </a:pPr>
                      <a:r>
                        <a:rPr sz="900"/>
                        <a:t>Dòng 2 </a:t>
                      </a:r>
                      <a:r>
                        <a:rPr sz="900" i="1"/>
                        <a:t>(UCID 300)</a:t>
                      </a:r>
                    </a:p>
                  </a:txBody>
                  <a:tcPr marL="58145" marR="58145" marT="29072" marB="29072">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900" b="1"/>
                        <a:t>1</a:t>
                      </a:r>
                    </a:p>
                  </a:txBody>
                  <a:tcPr marL="58145" marR="58145" marT="29072" marB="29072">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900">
                          <a:latin typeface="KaTeX_Main"/>
                          <a:ea typeface="KaTeX_Main"/>
                          <a:cs typeface="KaTeX_Main"/>
                        </a:rPr>
                        <a:t>∩</a:t>
                      </a:r>
                      <a:r>
                        <a:rPr sz="900"/>
                        <a:t> (AND)</a:t>
                      </a:r>
                    </a:p>
                  </a:txBody>
                  <a:tcPr marL="58145" marR="58145" marT="29072" marB="29072">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900" b="1"/>
                        <a:t>1</a:t>
                      </a:r>
                    </a:p>
                  </a:txBody>
                  <a:tcPr marL="58145" marR="58145" marT="29072" marB="29072">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900">
                          <a:latin typeface="KaTeX_Main"/>
                          <a:ea typeface="KaTeX_Main"/>
                          <a:cs typeface="KaTeX_Main"/>
                        </a:rPr>
                        <a:t>→</a:t>
                      </a:r>
                    </a:p>
                  </a:txBody>
                  <a:tcPr marL="58145" marR="58145" marT="29072" marB="29072">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900" b="1"/>
                        <a:t>1</a:t>
                      </a:r>
                    </a:p>
                  </a:txBody>
                  <a:tcPr marL="58145" marR="58145" marT="29072" marB="29072">
                    <a:lnL>
                      <a:noFill/>
                    </a:lnL>
                    <a:lnR>
                      <a:noFill/>
                    </a:lnR>
                    <a:lnT w="9525" cmpd="sng">
                      <a:solidFill>
                        <a:srgbClr val="DDE1EB"/>
                      </a:solidFill>
                      <a:prstDash val="solid"/>
                    </a:lnT>
                    <a:lnB w="9525" cmpd="sng">
                      <a:solidFill>
                        <a:srgbClr val="DDE1EB"/>
                      </a:solidFill>
                      <a:prstDash val="solid"/>
                    </a:lnB>
                    <a:solidFill>
                      <a:srgbClr val="FFFFFF"/>
                    </a:solidFill>
                  </a:tcPr>
                </a:tc>
                <a:extLst>
                  <a:ext uri="{0D108BD9-81ED-4DB2-BD59-A6C34878D82A}">
                    <a16:rowId xmlns:a16="http://schemas.microsoft.com/office/drawing/2014/main" val="10002"/>
                  </a:ext>
                </a:extLst>
              </a:tr>
              <a:tr h="336335">
                <a:tc>
                  <a:txBody>
                    <a:bodyPr/>
                    <a:lstStyle/>
                    <a:p>
                      <a:pPr algn="l">
                        <a:buNone/>
                      </a:pPr>
                      <a:r>
                        <a:rPr sz="900"/>
                        <a:t>Dòng 3 </a:t>
                      </a:r>
                      <a:r>
                        <a:rPr sz="900" i="1"/>
                        <a:t>(UCID 400)</a:t>
                      </a:r>
                    </a:p>
                  </a:txBody>
                  <a:tcPr marL="58145" marR="58145" marT="29072" marB="29072">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900" b="1"/>
                        <a:t>0</a:t>
                      </a:r>
                    </a:p>
                  </a:txBody>
                  <a:tcPr marL="58145" marR="58145" marT="29072" marB="29072">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900">
                          <a:latin typeface="KaTeX_Main"/>
                          <a:ea typeface="KaTeX_Main"/>
                          <a:cs typeface="KaTeX_Main"/>
                        </a:rPr>
                        <a:t>∩</a:t>
                      </a:r>
                      <a:r>
                        <a:rPr sz="900"/>
                        <a:t> (AND)</a:t>
                      </a:r>
                    </a:p>
                  </a:txBody>
                  <a:tcPr marL="58145" marR="58145" marT="29072" marB="29072">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900" b="1"/>
                        <a:t>1</a:t>
                      </a:r>
                    </a:p>
                  </a:txBody>
                  <a:tcPr marL="58145" marR="58145" marT="29072" marB="29072">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900">
                          <a:latin typeface="KaTeX_Main"/>
                          <a:ea typeface="KaTeX_Main"/>
                          <a:cs typeface="KaTeX_Main"/>
                        </a:rPr>
                        <a:t>→</a:t>
                      </a:r>
                    </a:p>
                  </a:txBody>
                  <a:tcPr marL="58145" marR="58145" marT="29072" marB="29072">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900" b="1"/>
                        <a:t>0</a:t>
                      </a:r>
                    </a:p>
                  </a:txBody>
                  <a:tcPr marL="58145" marR="58145" marT="29072" marB="29072">
                    <a:lnL>
                      <a:noFill/>
                    </a:lnL>
                    <a:lnR>
                      <a:noFill/>
                    </a:lnR>
                    <a:lnT w="9525" cmpd="sng">
                      <a:solidFill>
                        <a:srgbClr val="DDE1EB"/>
                      </a:solidFill>
                      <a:prstDash val="solid"/>
                    </a:lnT>
                    <a:lnB w="9525" cmpd="sng">
                      <a:solidFill>
                        <a:srgbClr val="DDE1EB"/>
                      </a:solidFill>
                      <a:prstDash val="solid"/>
                    </a:lnB>
                    <a:solidFill>
                      <a:srgbClr val="FFFFFF"/>
                    </a:solidFill>
                  </a:tcPr>
                </a:tc>
                <a:extLst>
                  <a:ext uri="{0D108BD9-81ED-4DB2-BD59-A6C34878D82A}">
                    <a16:rowId xmlns:a16="http://schemas.microsoft.com/office/drawing/2014/main" val="10003"/>
                  </a:ext>
                </a:extLst>
              </a:tr>
              <a:tr h="336335">
                <a:tc>
                  <a:txBody>
                    <a:bodyPr/>
                    <a:lstStyle/>
                    <a:p>
                      <a:pPr algn="l">
                        <a:buNone/>
                      </a:pPr>
                      <a:r>
                        <a:rPr sz="900"/>
                        <a:t>Dòng 4 </a:t>
                      </a:r>
                      <a:r>
                        <a:rPr sz="900" i="1"/>
                        <a:t>(UCID 500)</a:t>
                      </a:r>
                    </a:p>
                  </a:txBody>
                  <a:tcPr marL="58145" marR="58145" marT="29072" marB="29072">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900" b="1"/>
                        <a:t>1</a:t>
                      </a:r>
                    </a:p>
                  </a:txBody>
                  <a:tcPr marL="58145" marR="58145" marT="29072" marB="29072">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900">
                          <a:latin typeface="KaTeX_Main"/>
                          <a:ea typeface="KaTeX_Main"/>
                          <a:cs typeface="KaTeX_Main"/>
                        </a:rPr>
                        <a:t>∩</a:t>
                      </a:r>
                      <a:r>
                        <a:rPr sz="900"/>
                        <a:t> (AND)</a:t>
                      </a:r>
                    </a:p>
                  </a:txBody>
                  <a:tcPr marL="58145" marR="58145" marT="29072" marB="29072">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900" b="1"/>
                        <a:t>1</a:t>
                      </a:r>
                    </a:p>
                  </a:txBody>
                  <a:tcPr marL="58145" marR="58145" marT="29072" marB="29072">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900">
                          <a:latin typeface="KaTeX_Main"/>
                          <a:ea typeface="KaTeX_Main"/>
                          <a:cs typeface="KaTeX_Main"/>
                        </a:rPr>
                        <a:t>→</a:t>
                      </a:r>
                    </a:p>
                  </a:txBody>
                  <a:tcPr marL="58145" marR="58145" marT="29072" marB="29072">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900" b="1"/>
                        <a:t>1</a:t>
                      </a:r>
                    </a:p>
                  </a:txBody>
                  <a:tcPr marL="58145" marR="58145" marT="29072" marB="29072">
                    <a:lnL>
                      <a:noFill/>
                    </a:lnL>
                    <a:lnR>
                      <a:noFill/>
                    </a:lnR>
                    <a:lnT w="9525" cmpd="sng">
                      <a:solidFill>
                        <a:srgbClr val="DDE1EB"/>
                      </a:solidFill>
                      <a:prstDash val="solid"/>
                    </a:lnT>
                    <a:lnB w="9525" cmpd="sng">
                      <a:solidFill>
                        <a:srgbClr val="DDE1EB"/>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4" name="Hộp Văn bản 13">
            <a:extLst>
              <a:ext uri="{FF2B5EF4-FFF2-40B4-BE49-F238E27FC236}">
                <a16:creationId xmlns:a16="http://schemas.microsoft.com/office/drawing/2014/main" id="{542C2908-FCD5-B6E4-83B5-2571E74BF46F}"/>
              </a:ext>
            </a:extLst>
          </p:cNvPr>
          <p:cNvSpPr>
            <a:spLocks noGrp="1"/>
          </p:cNvSpPr>
          <p:nvPr/>
        </p:nvSpPr>
        <p:spPr>
          <a:xfrm>
            <a:off x="5447162" y="3148845"/>
            <a:ext cx="3553421" cy="1477328"/>
          </a:xfrm>
          <a:prstGeom prst="rect">
            <a:avLst/>
          </a:prstGeom>
          <a:noFill/>
        </p:spPr>
        <p:txBody>
          <a:bodyPr wrap="square">
            <a:spAutoFit/>
          </a:bodyPr>
          <a:lstStyle/>
          <a:p>
            <a:r>
              <a:rPr sz="1800">
                <a:latin typeface="Times New Roman"/>
                <a:ea typeface="Times New Roman"/>
                <a:cs typeface="Times New Roman"/>
              </a:rPr>
              <a:t>Kết quả DUB: Số lượng giao nhau bằng 3.Nếu giả sử con số này là 2, ứng viên đó sẽ bị thuật toán ném bỏ ngay lập tức, tiết kiệm toàn bộ thời gian của bước phía dưới</a:t>
            </a:r>
          </a:p>
        </p:txBody>
      </p:sp>
      <p:grpSp>
        <p:nvGrpSpPr>
          <p:cNvPr id="2" name="Group 3">
            <a:extLst>
              <a:ext uri="{FF2B5EF4-FFF2-40B4-BE49-F238E27FC236}">
                <a16:creationId xmlns:a16="http://schemas.microsoft.com/office/drawing/2014/main" id="{1638CC9D-5D71-F3D1-6E1C-87B0F4FB428C}"/>
              </a:ext>
            </a:extLst>
          </p:cNvPr>
          <p:cNvGrpSpPr/>
          <p:nvPr/>
        </p:nvGrpSpPr>
        <p:grpSpPr>
          <a:xfrm>
            <a:off x="0" y="-19526"/>
            <a:ext cx="9144000" cy="535020"/>
            <a:chOff x="0" y="0"/>
            <a:chExt cx="24384000" cy="1426718"/>
          </a:xfrm>
        </p:grpSpPr>
        <p:sp>
          <p:nvSpPr>
            <p:cNvPr id="3" name="Freeform 4">
              <a:extLst>
                <a:ext uri="{FF2B5EF4-FFF2-40B4-BE49-F238E27FC236}">
                  <a16:creationId xmlns:a16="http://schemas.microsoft.com/office/drawing/2014/main" id="{293B6552-0C41-6652-A678-A8898C49E732}"/>
                </a:ext>
              </a:extLst>
            </p:cNvPr>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E95856"/>
            </a:solidFill>
            <a:ln w="12700">
              <a:solidFill>
                <a:srgbClr val="000000"/>
              </a:solidFill>
            </a:ln>
          </p:spPr>
        </p:sp>
      </p:grpSp>
      <p:grpSp>
        <p:nvGrpSpPr>
          <p:cNvPr id="6" name="Group 7">
            <a:extLst>
              <a:ext uri="{FF2B5EF4-FFF2-40B4-BE49-F238E27FC236}">
                <a16:creationId xmlns:a16="http://schemas.microsoft.com/office/drawing/2014/main" id="{2357E518-E656-FCEB-07F8-5F6E5DBE7001}"/>
              </a:ext>
            </a:extLst>
          </p:cNvPr>
          <p:cNvGrpSpPr/>
          <p:nvPr/>
        </p:nvGrpSpPr>
        <p:grpSpPr>
          <a:xfrm>
            <a:off x="514350" y="4969883"/>
            <a:ext cx="7833601" cy="76945"/>
            <a:chOff x="0" y="0"/>
            <a:chExt cx="20889601" cy="205185"/>
          </a:xfrm>
        </p:grpSpPr>
        <p:sp>
          <p:nvSpPr>
            <p:cNvPr id="7" name="Freeform 8">
              <a:extLst>
                <a:ext uri="{FF2B5EF4-FFF2-40B4-BE49-F238E27FC236}">
                  <a16:creationId xmlns:a16="http://schemas.microsoft.com/office/drawing/2014/main" id="{968D783E-103C-D893-55B0-C1E1BDF62C2B}"/>
                </a:ext>
              </a:extLst>
            </p:cNvPr>
            <p:cNvSpPr/>
            <p:nvPr/>
          </p:nvSpPr>
          <p:spPr>
            <a:xfrm>
              <a:off x="0" y="0"/>
              <a:ext cx="20889595" cy="205232"/>
            </a:xfrm>
            <a:custGeom>
              <a:avLst/>
              <a:gdLst/>
              <a:ahLst/>
              <a:cxnLst/>
              <a:rect l="l" t="t" r="r" b="b"/>
              <a:pathLst>
                <a:path w="20889595" h="205232">
                  <a:moveTo>
                    <a:pt x="0" y="0"/>
                  </a:moveTo>
                  <a:lnTo>
                    <a:pt x="20889595" y="0"/>
                  </a:lnTo>
                  <a:lnTo>
                    <a:pt x="20889595" y="205232"/>
                  </a:lnTo>
                  <a:lnTo>
                    <a:pt x="0" y="205232"/>
                  </a:lnTo>
                  <a:lnTo>
                    <a:pt x="0" y="0"/>
                  </a:lnTo>
                  <a:close/>
                </a:path>
              </a:pathLst>
            </a:custGeom>
            <a:blipFill>
              <a:blip r:embed="rId3"/>
              <a:stretch>
                <a:fillRect t="-17868" b="-17845"/>
              </a:stretch>
            </a:blipFill>
          </p:spPr>
        </p:sp>
      </p:grpSp>
      <p:grpSp>
        <p:nvGrpSpPr>
          <p:cNvPr id="8" name="Group 9">
            <a:extLst>
              <a:ext uri="{FF2B5EF4-FFF2-40B4-BE49-F238E27FC236}">
                <a16:creationId xmlns:a16="http://schemas.microsoft.com/office/drawing/2014/main" id="{60250AB6-F1C0-B4F6-4A23-B292473BE14B}"/>
              </a:ext>
            </a:extLst>
          </p:cNvPr>
          <p:cNvGrpSpPr/>
          <p:nvPr/>
        </p:nvGrpSpPr>
        <p:grpSpPr>
          <a:xfrm>
            <a:off x="238964" y="1668"/>
            <a:ext cx="2467785" cy="513826"/>
            <a:chOff x="0" y="0"/>
            <a:chExt cx="6580759" cy="1370203"/>
          </a:xfrm>
        </p:grpSpPr>
        <p:sp>
          <p:nvSpPr>
            <p:cNvPr id="9" name="Freeform 10" descr="A black background with white text  Description automatically generated">
              <a:extLst>
                <a:ext uri="{FF2B5EF4-FFF2-40B4-BE49-F238E27FC236}">
                  <a16:creationId xmlns:a16="http://schemas.microsoft.com/office/drawing/2014/main" id="{A9C35047-0BAF-28C2-51A6-1DA80A1CB793}"/>
                </a:ext>
              </a:extLst>
            </p:cNvPr>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4"/>
              <a:stretch>
                <a:fillRect l="-194" r="-194"/>
              </a:stretch>
            </a:blipFill>
          </p:spPr>
        </p:sp>
      </p:grpSp>
    </p:spTree>
    <p:extLst>
      <p:ext uri="{BB962C8B-B14F-4D97-AF65-F5344CB8AC3E}">
        <p14:creationId xmlns:p14="http://schemas.microsoft.com/office/powerpoint/2010/main" val="2197579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5">
            <a:extLst>
              <a:ext uri="{FF2B5EF4-FFF2-40B4-BE49-F238E27FC236}">
                <a16:creationId xmlns:a16="http://schemas.microsoft.com/office/drawing/2014/main" id="{DF5E9D66-55EE-8E2C-4CDD-60D93DFF51CE}"/>
              </a:ext>
            </a:extLst>
          </p:cNvPr>
          <p:cNvGrpSpPr/>
          <p:nvPr/>
        </p:nvGrpSpPr>
        <p:grpSpPr>
          <a:xfrm>
            <a:off x="-160282" y="4969883"/>
            <a:ext cx="9304283" cy="284619"/>
            <a:chOff x="0" y="0"/>
            <a:chExt cx="24811420" cy="758984"/>
          </a:xfrm>
        </p:grpSpPr>
        <p:sp>
          <p:nvSpPr>
            <p:cNvPr id="5" name="Freeform 6">
              <a:extLst>
                <a:ext uri="{FF2B5EF4-FFF2-40B4-BE49-F238E27FC236}">
                  <a16:creationId xmlns:a16="http://schemas.microsoft.com/office/drawing/2014/main" id="{5065F508-64CD-BB56-3076-756C7C550A96}"/>
                </a:ext>
              </a:extLst>
            </p:cNvPr>
            <p:cNvSpPr/>
            <p:nvPr/>
          </p:nvSpPr>
          <p:spPr>
            <a:xfrm>
              <a:off x="0" y="0"/>
              <a:ext cx="24811482" cy="758952"/>
            </a:xfrm>
            <a:custGeom>
              <a:avLst/>
              <a:gdLst/>
              <a:ahLst/>
              <a:cxnLst/>
              <a:rect l="l" t="t" r="r" b="b"/>
              <a:pathLst>
                <a:path w="24811482" h="758952">
                  <a:moveTo>
                    <a:pt x="285242" y="0"/>
                  </a:moveTo>
                  <a:lnTo>
                    <a:pt x="24811482" y="0"/>
                  </a:lnTo>
                  <a:lnTo>
                    <a:pt x="24811482" y="740410"/>
                  </a:lnTo>
                  <a:lnTo>
                    <a:pt x="0" y="758952"/>
                  </a:lnTo>
                  <a:lnTo>
                    <a:pt x="285242" y="0"/>
                  </a:lnTo>
                  <a:close/>
                </a:path>
              </a:pathLst>
            </a:custGeom>
            <a:solidFill>
              <a:srgbClr val="E95856"/>
            </a:solidFill>
            <a:ln w="12700">
              <a:solidFill>
                <a:srgbClr val="000000"/>
              </a:solidFill>
            </a:ln>
          </p:spPr>
        </p:sp>
      </p:grpSp>
      <p:sp>
        <p:nvSpPr>
          <p:cNvPr id="16" name="Slide Number Placeholder 14">
            <a:extLst>
              <a:ext uri="{FF2B5EF4-FFF2-40B4-BE49-F238E27FC236}">
                <a16:creationId xmlns:a16="http://schemas.microsoft.com/office/drawing/2014/main" id="{2C4CDB29-9035-B1A1-461D-2C806C48D622}"/>
              </a:ext>
            </a:extLst>
          </p:cNvPr>
          <p:cNvSpPr>
            <a:spLocks noGrp="1"/>
          </p:cNvSpPr>
          <p:nvPr/>
        </p:nvSpPr>
        <p:spPr>
          <a:xfrm>
            <a:off x="8347710" y="4970145"/>
            <a:ext cx="795655" cy="259715"/>
          </a:xfrm>
        </p:spPr>
        <p:txBody>
          <a:bodyPr/>
          <a:lst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a:lstStyle>
          <a:p>
            <a:pPr algn="ctr">
              <a:buNone/>
            </a:pPr>
            <a:fld id="{B6F15528-21DE-4FAA-801E-634DDDAF4B2B}" type="slidenum">
              <a:rPr>
                <a:latin typeface="Times New Roman"/>
                <a:ea typeface="Times New Roman"/>
                <a:cs typeface="Times New Roman"/>
              </a:rPr>
              <a:t>14</a:t>
            </a:fld>
            <a:endParaRPr>
              <a:latin typeface="Times New Roman"/>
              <a:ea typeface="Times New Roman"/>
              <a:cs typeface="Times New Roman"/>
            </a:endParaRPr>
          </a:p>
        </p:txBody>
      </p:sp>
      <p:sp>
        <p:nvSpPr>
          <p:cNvPr id="12" name="TextBox 14">
            <a:extLst>
              <a:ext uri="{FF2B5EF4-FFF2-40B4-BE49-F238E27FC236}">
                <a16:creationId xmlns:a16="http://schemas.microsoft.com/office/drawing/2014/main" id="{8620F1D9-691F-649B-0738-78BA04D5281B}"/>
              </a:ext>
            </a:extLst>
          </p:cNvPr>
          <p:cNvSpPr>
            <a:spLocks noGrp="1"/>
          </p:cNvSpPr>
          <p:nvPr/>
        </p:nvSpPr>
        <p:spPr>
          <a:xfrm>
            <a:off x="344476" y="668800"/>
            <a:ext cx="8432712" cy="2339102"/>
          </a:xfrm>
          <a:prstGeom prst="rect">
            <a:avLst/>
          </a:prstGeom>
        </p:spPr>
        <p:txBody>
          <a:bodyPr lIns="0" tIns="0" rIns="0" bIns="0" anchor="t">
            <a:spAutoFit/>
          </a:bodyPr>
          <a:lstStyle/>
          <a:p>
            <a:r>
              <a:rPr sz="2400" b="1">
                <a:latin typeface="Times New Roman"/>
                <a:ea typeface="Times New Roman"/>
                <a:cs typeface="Times New Roman"/>
              </a:rPr>
              <a:t>2. QUY TRÌNH GIẢI QUYẾT</a:t>
            </a:r>
          </a:p>
          <a:p>
            <a:r>
              <a:rPr sz="1800" b="1">
                <a:latin typeface="+mj-lt"/>
                <a:ea typeface="+mj-lt"/>
                <a:cs typeface="+mj-lt"/>
              </a:rPr>
              <a:t>2.2 Ví dụ trực quan:</a:t>
            </a:r>
          </a:p>
          <a:p>
            <a:r>
              <a:rPr sz="2000" b="1">
                <a:latin typeface="Times New Roman"/>
                <a:ea typeface="Times New Roman"/>
                <a:cs typeface="Times New Roman"/>
              </a:rPr>
              <a:t> </a:t>
            </a:r>
            <a:r>
              <a:rPr sz="1800" b="1">
                <a:latin typeface="Times New Roman"/>
                <a:ea typeface="Times New Roman"/>
                <a:cs typeface="Times New Roman"/>
              </a:rPr>
              <a:t>Bước 3: Khởi tạo Pseudo-IDList và kiểm tra độ hỗ trợ: </a:t>
            </a:r>
          </a:p>
          <a:p>
            <a:r>
              <a:rPr sz="1800">
                <a:latin typeface="Times New Roman"/>
                <a:ea typeface="Times New Roman"/>
                <a:cs typeface="Times New Roman"/>
              </a:rPr>
              <a:t>Đây là cách cấu trúc ảo hoạt động trên ứng viên &lt;a, c&gt;. Thay vì sao chép lại mảng vị trí thực tế tốn RAM, Pseudo-IDList của &lt;a, c&gt; chỉ lưu con trỏ (DIP: &lt;c&gt;) và một con số Start index.</a:t>
            </a:r>
          </a:p>
          <a:p>
            <a:endParaRPr sz="1800">
              <a:latin typeface="Times New Roman"/>
              <a:ea typeface="Times New Roman"/>
              <a:cs typeface="Times New Roman"/>
            </a:endParaRPr>
          </a:p>
          <a:p>
            <a:r>
              <a:rPr sz="1800">
                <a:latin typeface="Times New Roman"/>
                <a:ea typeface="Times New Roman"/>
                <a:cs typeface="Times New Roman"/>
              </a:rPr>
              <a:t>Quá trình Pseudo-IDList &lt;a, c&gt; truy hồi dữ liệu gốc:</a:t>
            </a:r>
          </a:p>
        </p:txBody>
      </p:sp>
      <p:graphicFrame>
        <p:nvGraphicFramePr>
          <p:cNvPr id="20" name="Bảng 12"/>
          <p:cNvGraphicFramePr/>
          <p:nvPr/>
        </p:nvGraphicFramePr>
        <p:xfrm>
          <a:off x="337927" y="3007902"/>
          <a:ext cx="8662656" cy="1876333"/>
        </p:xfrm>
        <a:graphic>
          <a:graphicData uri="http://schemas.openxmlformats.org/drawingml/2006/table">
            <a:tbl>
              <a:tblPr/>
              <a:tblGrid>
                <a:gridCol w="2887552">
                  <a:extLst>
                    <a:ext uri="{9D8B030D-6E8A-4147-A177-3AD203B41FA5}">
                      <a16:colId xmlns:a16="http://schemas.microsoft.com/office/drawing/2014/main" val="20000"/>
                    </a:ext>
                  </a:extLst>
                </a:gridCol>
                <a:gridCol w="2887552">
                  <a:extLst>
                    <a:ext uri="{9D8B030D-6E8A-4147-A177-3AD203B41FA5}">
                      <a16:colId xmlns:a16="http://schemas.microsoft.com/office/drawing/2014/main" val="20001"/>
                    </a:ext>
                  </a:extLst>
                </a:gridCol>
                <a:gridCol w="2887552">
                  <a:extLst>
                    <a:ext uri="{9D8B030D-6E8A-4147-A177-3AD203B41FA5}">
                      <a16:colId xmlns:a16="http://schemas.microsoft.com/office/drawing/2014/main" val="20002"/>
                    </a:ext>
                  </a:extLst>
                </a:gridCol>
              </a:tblGrid>
              <a:tr h="862647">
                <a:tc>
                  <a:txBody>
                    <a:bodyPr/>
                    <a:lstStyle/>
                    <a:p>
                      <a:pPr algn="l">
                        <a:buNone/>
                      </a:pPr>
                      <a:r>
                        <a:rPr sz="1800">
                          <a:latin typeface="Times New Roman"/>
                          <a:ea typeface="Times New Roman"/>
                          <a:cs typeface="Times New Roman"/>
                        </a:rPr>
                        <a:t>Local id (ID Cục bộ)</a:t>
                      </a:r>
                    </a:p>
                  </a:txBody>
                  <a:tcPr marL="151038" marR="151038" marT="75519" marB="75519">
                    <a:lnL>
                      <a:noFill/>
                    </a:lnL>
                    <a:lnR>
                      <a:noFill/>
                    </a:lnR>
                    <a:lnT>
                      <a:noFill/>
                    </a:lnT>
                    <a:lnB w="9525" cmpd="sng">
                      <a:solidFill>
                        <a:srgbClr val="919191"/>
                      </a:solidFill>
                      <a:prstDash val="solid"/>
                    </a:lnB>
                    <a:solidFill>
                      <a:srgbClr val="FFFFFF"/>
                    </a:solidFill>
                  </a:tcPr>
                </a:tc>
                <a:tc>
                  <a:txBody>
                    <a:bodyPr/>
                    <a:lstStyle/>
                    <a:p>
                      <a:pPr algn="l">
                        <a:buNone/>
                      </a:pPr>
                      <a:r>
                        <a:rPr sz="1800">
                          <a:latin typeface="Times New Roman"/>
                          <a:ea typeface="Times New Roman"/>
                          <a:cs typeface="Times New Roman"/>
                        </a:rPr>
                        <a:t>Data id (Dùng để dò tìm)</a:t>
                      </a:r>
                    </a:p>
                  </a:txBody>
                  <a:tcPr marL="151038" marR="151038" marT="75519" marB="75519">
                    <a:lnL>
                      <a:noFill/>
                    </a:lnL>
                    <a:lnR>
                      <a:noFill/>
                    </a:lnR>
                    <a:lnT>
                      <a:noFill/>
                    </a:lnT>
                    <a:lnB w="9525" cmpd="sng">
                      <a:solidFill>
                        <a:srgbClr val="919191"/>
                      </a:solidFill>
                      <a:prstDash val="solid"/>
                    </a:lnB>
                    <a:solidFill>
                      <a:srgbClr val="FFFFFF"/>
                    </a:solidFill>
                  </a:tcPr>
                </a:tc>
                <a:tc>
                  <a:txBody>
                    <a:bodyPr/>
                    <a:lstStyle/>
                    <a:p>
                      <a:pPr algn="l">
                        <a:buNone/>
                      </a:pPr>
                      <a:r>
                        <a:rPr sz="1800">
                          <a:latin typeface="Times New Roman"/>
                          <a:ea typeface="Times New Roman"/>
                          <a:cs typeface="Times New Roman"/>
                        </a:rPr>
                        <a:t>Start index (Vị trí bắt đầu cắt mảng)</a:t>
                      </a:r>
                    </a:p>
                  </a:txBody>
                  <a:tcPr marL="151038" marR="151038" marT="75519" marB="75519">
                    <a:lnL>
                      <a:noFill/>
                    </a:lnL>
                    <a:lnR>
                      <a:noFill/>
                    </a:lnR>
                    <a:lnT>
                      <a:noFill/>
                    </a:lnT>
                    <a:lnB w="9525" cmpd="sng">
                      <a:solidFill>
                        <a:srgbClr val="919191"/>
                      </a:solidFill>
                      <a:prstDash val="solid"/>
                    </a:lnB>
                    <a:solidFill>
                      <a:srgbClr val="FFFFFF"/>
                    </a:solidFill>
                  </a:tcPr>
                </a:tc>
                <a:extLst>
                  <a:ext uri="{0D108BD9-81ED-4DB2-BD59-A6C34878D82A}">
                    <a16:rowId xmlns:a16="http://schemas.microsoft.com/office/drawing/2014/main" val="10000"/>
                  </a:ext>
                </a:extLst>
              </a:tr>
              <a:tr h="506843">
                <a:tc>
                  <a:txBody>
                    <a:bodyPr/>
                    <a:lstStyle/>
                    <a:p>
                      <a:pPr algn="l">
                        <a:buNone/>
                      </a:pPr>
                      <a:r>
                        <a:rPr sz="1800" b="1">
                          <a:latin typeface="Times New Roman"/>
                          <a:ea typeface="Times New Roman"/>
                          <a:cs typeface="Times New Roman"/>
                        </a:rPr>
                        <a:t>1</a:t>
                      </a:r>
                    </a:p>
                  </a:txBody>
                  <a:tcPr marL="151038" marR="151038" marT="75519" marB="75519">
                    <a:lnL>
                      <a:noFill/>
                    </a:lnL>
                    <a:lnR>
                      <a:noFill/>
                    </a:lnR>
                    <a:lnT w="9525" cmpd="sng">
                      <a:solidFill>
                        <a:srgbClr val="919191"/>
                      </a:solidFill>
                      <a:prstDash val="solid"/>
                    </a:lnT>
                    <a:lnB w="9525" cmpd="sng">
                      <a:solidFill>
                        <a:srgbClr val="DDE1EB"/>
                      </a:solidFill>
                      <a:prstDash val="solid"/>
                    </a:lnB>
                    <a:solidFill>
                      <a:srgbClr val="FFFFFF"/>
                    </a:solidFill>
                  </a:tcPr>
                </a:tc>
                <a:tc>
                  <a:txBody>
                    <a:bodyPr/>
                    <a:lstStyle/>
                    <a:p>
                      <a:pPr algn="l">
                        <a:buNone/>
                      </a:pPr>
                      <a:r>
                        <a:rPr sz="1800" b="1">
                          <a:latin typeface="Times New Roman"/>
                          <a:ea typeface="Times New Roman"/>
                          <a:cs typeface="Times New Roman"/>
                        </a:rPr>
                        <a:t>1</a:t>
                      </a:r>
                    </a:p>
                  </a:txBody>
                  <a:tcPr marL="151038" marR="151038" marT="75519" marB="75519">
                    <a:lnL>
                      <a:noFill/>
                    </a:lnL>
                    <a:lnR>
                      <a:noFill/>
                    </a:lnR>
                    <a:lnT w="9525" cmpd="sng">
                      <a:solidFill>
                        <a:srgbClr val="919191"/>
                      </a:solidFill>
                      <a:prstDash val="solid"/>
                    </a:lnT>
                    <a:lnB w="9525" cmpd="sng">
                      <a:solidFill>
                        <a:srgbClr val="DDE1EB"/>
                      </a:solidFill>
                      <a:prstDash val="solid"/>
                    </a:lnB>
                    <a:solidFill>
                      <a:srgbClr val="FFFFFF"/>
                    </a:solidFill>
                  </a:tcPr>
                </a:tc>
                <a:tc>
                  <a:txBody>
                    <a:bodyPr/>
                    <a:lstStyle/>
                    <a:p>
                      <a:pPr algn="l">
                        <a:buNone/>
                      </a:pPr>
                      <a:r>
                        <a:rPr sz="1800" b="1">
                          <a:latin typeface="Times New Roman"/>
                          <a:ea typeface="Times New Roman"/>
                          <a:cs typeface="Times New Roman"/>
                        </a:rPr>
                        <a:t>2</a:t>
                      </a:r>
                    </a:p>
                  </a:txBody>
                  <a:tcPr marL="151038" marR="151038" marT="75519" marB="75519">
                    <a:lnL>
                      <a:noFill/>
                    </a:lnL>
                    <a:lnR>
                      <a:noFill/>
                    </a:lnR>
                    <a:lnT w="9525" cmpd="sng">
                      <a:solidFill>
                        <a:srgbClr val="919191"/>
                      </a:solidFill>
                      <a:prstDash val="solid"/>
                    </a:lnT>
                    <a:lnB w="9525" cmpd="sng">
                      <a:solidFill>
                        <a:srgbClr val="DDE1EB"/>
                      </a:solidFill>
                      <a:prstDash val="solid"/>
                    </a:lnB>
                    <a:solidFill>
                      <a:srgbClr val="FFFFFF"/>
                    </a:solidFill>
                  </a:tcPr>
                </a:tc>
                <a:extLst>
                  <a:ext uri="{0D108BD9-81ED-4DB2-BD59-A6C34878D82A}">
                    <a16:rowId xmlns:a16="http://schemas.microsoft.com/office/drawing/2014/main" val="10001"/>
                  </a:ext>
                </a:extLst>
              </a:tr>
              <a:tr h="506843">
                <a:tc>
                  <a:txBody>
                    <a:bodyPr/>
                    <a:lstStyle/>
                    <a:p>
                      <a:pPr algn="l">
                        <a:buNone/>
                      </a:pPr>
                      <a:r>
                        <a:rPr sz="1800" b="1">
                          <a:latin typeface="Times New Roman"/>
                          <a:ea typeface="Times New Roman"/>
                          <a:cs typeface="Times New Roman"/>
                        </a:rPr>
                        <a:t>2</a:t>
                      </a:r>
                    </a:p>
                  </a:txBody>
                  <a:tcPr marL="151038" marR="151038" marT="75519" marB="75519">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1800" b="1">
                          <a:latin typeface="Times New Roman"/>
                          <a:ea typeface="Times New Roman"/>
                          <a:cs typeface="Times New Roman"/>
                        </a:rPr>
                        <a:t>3</a:t>
                      </a:r>
                    </a:p>
                  </a:txBody>
                  <a:tcPr marL="151038" marR="151038" marT="75519" marB="75519">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1800" b="1">
                          <a:latin typeface="Times New Roman"/>
                          <a:ea typeface="Times New Roman"/>
                          <a:cs typeface="Times New Roman"/>
                        </a:rPr>
                        <a:t>1</a:t>
                      </a:r>
                    </a:p>
                  </a:txBody>
                  <a:tcPr marL="151038" marR="151038" marT="75519" marB="75519">
                    <a:lnL>
                      <a:noFill/>
                    </a:lnL>
                    <a:lnR>
                      <a:noFill/>
                    </a:lnR>
                    <a:lnT w="9525" cmpd="sng">
                      <a:solidFill>
                        <a:srgbClr val="DDE1EB"/>
                      </a:solidFill>
                      <a:prstDash val="solid"/>
                    </a:lnT>
                    <a:lnB w="9525" cmpd="sng">
                      <a:solidFill>
                        <a:srgbClr val="DDE1EB"/>
                      </a:solidFill>
                      <a:prstDash val="solid"/>
                    </a:lnB>
                    <a:solidFill>
                      <a:srgbClr val="FFFFFF"/>
                    </a:solidFill>
                  </a:tcPr>
                </a:tc>
                <a:extLst>
                  <a:ext uri="{0D108BD9-81ED-4DB2-BD59-A6C34878D82A}">
                    <a16:rowId xmlns:a16="http://schemas.microsoft.com/office/drawing/2014/main" val="10002"/>
                  </a:ext>
                </a:extLst>
              </a:tr>
            </a:tbl>
          </a:graphicData>
        </a:graphic>
      </p:graphicFrame>
      <p:grpSp>
        <p:nvGrpSpPr>
          <p:cNvPr id="2" name="Group 3">
            <a:extLst>
              <a:ext uri="{FF2B5EF4-FFF2-40B4-BE49-F238E27FC236}">
                <a16:creationId xmlns:a16="http://schemas.microsoft.com/office/drawing/2014/main" id="{265251F6-BC96-C137-0CD1-D6C9BE191E5B}"/>
              </a:ext>
            </a:extLst>
          </p:cNvPr>
          <p:cNvGrpSpPr/>
          <p:nvPr/>
        </p:nvGrpSpPr>
        <p:grpSpPr>
          <a:xfrm>
            <a:off x="0" y="-19526"/>
            <a:ext cx="9144000" cy="535020"/>
            <a:chOff x="0" y="0"/>
            <a:chExt cx="24384000" cy="1426718"/>
          </a:xfrm>
        </p:grpSpPr>
        <p:sp>
          <p:nvSpPr>
            <p:cNvPr id="3" name="Freeform 4">
              <a:extLst>
                <a:ext uri="{FF2B5EF4-FFF2-40B4-BE49-F238E27FC236}">
                  <a16:creationId xmlns:a16="http://schemas.microsoft.com/office/drawing/2014/main" id="{D0CCA509-F33F-3DE7-655A-823AFEBF207F}"/>
                </a:ext>
              </a:extLst>
            </p:cNvPr>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E95856"/>
            </a:solidFill>
            <a:ln w="12700">
              <a:solidFill>
                <a:srgbClr val="000000"/>
              </a:solidFill>
            </a:ln>
          </p:spPr>
        </p:sp>
      </p:grpSp>
      <p:grpSp>
        <p:nvGrpSpPr>
          <p:cNvPr id="6" name="Group 7">
            <a:extLst>
              <a:ext uri="{FF2B5EF4-FFF2-40B4-BE49-F238E27FC236}">
                <a16:creationId xmlns:a16="http://schemas.microsoft.com/office/drawing/2014/main" id="{56E73D8B-8E09-87E5-7D6E-C006D47D9F7B}"/>
              </a:ext>
            </a:extLst>
          </p:cNvPr>
          <p:cNvGrpSpPr/>
          <p:nvPr/>
        </p:nvGrpSpPr>
        <p:grpSpPr>
          <a:xfrm>
            <a:off x="514350" y="4969883"/>
            <a:ext cx="7833601" cy="76945"/>
            <a:chOff x="0" y="0"/>
            <a:chExt cx="20889601" cy="205185"/>
          </a:xfrm>
        </p:grpSpPr>
        <p:sp>
          <p:nvSpPr>
            <p:cNvPr id="7" name="Freeform 8">
              <a:extLst>
                <a:ext uri="{FF2B5EF4-FFF2-40B4-BE49-F238E27FC236}">
                  <a16:creationId xmlns:a16="http://schemas.microsoft.com/office/drawing/2014/main" id="{7BF88502-C3E8-695B-F506-6CB06076AB13}"/>
                </a:ext>
              </a:extLst>
            </p:cNvPr>
            <p:cNvSpPr/>
            <p:nvPr/>
          </p:nvSpPr>
          <p:spPr>
            <a:xfrm>
              <a:off x="0" y="0"/>
              <a:ext cx="20889595" cy="205232"/>
            </a:xfrm>
            <a:custGeom>
              <a:avLst/>
              <a:gdLst/>
              <a:ahLst/>
              <a:cxnLst/>
              <a:rect l="l" t="t" r="r" b="b"/>
              <a:pathLst>
                <a:path w="20889595" h="205232">
                  <a:moveTo>
                    <a:pt x="0" y="0"/>
                  </a:moveTo>
                  <a:lnTo>
                    <a:pt x="20889595" y="0"/>
                  </a:lnTo>
                  <a:lnTo>
                    <a:pt x="20889595" y="205232"/>
                  </a:lnTo>
                  <a:lnTo>
                    <a:pt x="0" y="205232"/>
                  </a:lnTo>
                  <a:lnTo>
                    <a:pt x="0" y="0"/>
                  </a:lnTo>
                  <a:close/>
                </a:path>
              </a:pathLst>
            </a:custGeom>
            <a:blipFill>
              <a:blip r:embed="rId3"/>
              <a:stretch>
                <a:fillRect t="-17868" b="-17845"/>
              </a:stretch>
            </a:blipFill>
          </p:spPr>
        </p:sp>
      </p:grpSp>
      <p:grpSp>
        <p:nvGrpSpPr>
          <p:cNvPr id="8" name="Group 9">
            <a:extLst>
              <a:ext uri="{FF2B5EF4-FFF2-40B4-BE49-F238E27FC236}">
                <a16:creationId xmlns:a16="http://schemas.microsoft.com/office/drawing/2014/main" id="{D406D9FC-1E0A-EB27-3E43-6D0A67126D54}"/>
              </a:ext>
            </a:extLst>
          </p:cNvPr>
          <p:cNvGrpSpPr/>
          <p:nvPr/>
        </p:nvGrpSpPr>
        <p:grpSpPr>
          <a:xfrm>
            <a:off x="238964" y="1668"/>
            <a:ext cx="2467785" cy="513826"/>
            <a:chOff x="0" y="0"/>
            <a:chExt cx="6580759" cy="1370203"/>
          </a:xfrm>
        </p:grpSpPr>
        <p:sp>
          <p:nvSpPr>
            <p:cNvPr id="9" name="Freeform 10" descr="A black background with white text  Description automatically generated">
              <a:extLst>
                <a:ext uri="{FF2B5EF4-FFF2-40B4-BE49-F238E27FC236}">
                  <a16:creationId xmlns:a16="http://schemas.microsoft.com/office/drawing/2014/main" id="{09D65A7C-5B06-859C-2DE4-E1D7250E5085}"/>
                </a:ext>
              </a:extLst>
            </p:cNvPr>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4"/>
              <a:stretch>
                <a:fillRect l="-194" r="-194"/>
              </a:stretch>
            </a:blipFill>
          </p:spPr>
        </p:sp>
      </p:grpSp>
    </p:spTree>
    <p:extLst>
      <p:ext uri="{BB962C8B-B14F-4D97-AF65-F5344CB8AC3E}">
        <p14:creationId xmlns:p14="http://schemas.microsoft.com/office/powerpoint/2010/main" val="2122360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5">
            <a:extLst>
              <a:ext uri="{FF2B5EF4-FFF2-40B4-BE49-F238E27FC236}">
                <a16:creationId xmlns:a16="http://schemas.microsoft.com/office/drawing/2014/main" id="{0BB56D64-B30C-C464-2C0A-DE6BB5F9DE63}"/>
              </a:ext>
            </a:extLst>
          </p:cNvPr>
          <p:cNvGrpSpPr/>
          <p:nvPr/>
        </p:nvGrpSpPr>
        <p:grpSpPr>
          <a:xfrm>
            <a:off x="-160282" y="4969883"/>
            <a:ext cx="9304283" cy="284619"/>
            <a:chOff x="0" y="0"/>
            <a:chExt cx="24811420" cy="758984"/>
          </a:xfrm>
        </p:grpSpPr>
        <p:sp>
          <p:nvSpPr>
            <p:cNvPr id="5" name="Freeform 6">
              <a:extLst>
                <a:ext uri="{FF2B5EF4-FFF2-40B4-BE49-F238E27FC236}">
                  <a16:creationId xmlns:a16="http://schemas.microsoft.com/office/drawing/2014/main" id="{385D0BD1-B154-7CF2-1884-5EE8866987EC}"/>
                </a:ext>
              </a:extLst>
            </p:cNvPr>
            <p:cNvSpPr/>
            <p:nvPr/>
          </p:nvSpPr>
          <p:spPr>
            <a:xfrm>
              <a:off x="0" y="0"/>
              <a:ext cx="24811482" cy="758952"/>
            </a:xfrm>
            <a:custGeom>
              <a:avLst/>
              <a:gdLst/>
              <a:ahLst/>
              <a:cxnLst/>
              <a:rect l="l" t="t" r="r" b="b"/>
              <a:pathLst>
                <a:path w="24811482" h="758952">
                  <a:moveTo>
                    <a:pt x="285242" y="0"/>
                  </a:moveTo>
                  <a:lnTo>
                    <a:pt x="24811482" y="0"/>
                  </a:lnTo>
                  <a:lnTo>
                    <a:pt x="24811482" y="740410"/>
                  </a:lnTo>
                  <a:lnTo>
                    <a:pt x="0" y="758952"/>
                  </a:lnTo>
                  <a:lnTo>
                    <a:pt x="285242" y="0"/>
                  </a:lnTo>
                  <a:close/>
                </a:path>
              </a:pathLst>
            </a:custGeom>
            <a:solidFill>
              <a:srgbClr val="E95856"/>
            </a:solidFill>
            <a:ln w="12700">
              <a:solidFill>
                <a:srgbClr val="000000"/>
              </a:solidFill>
            </a:ln>
          </p:spPr>
        </p:sp>
      </p:grpSp>
      <p:sp>
        <p:nvSpPr>
          <p:cNvPr id="16" name="Slide Number Placeholder 14">
            <a:extLst>
              <a:ext uri="{FF2B5EF4-FFF2-40B4-BE49-F238E27FC236}">
                <a16:creationId xmlns:a16="http://schemas.microsoft.com/office/drawing/2014/main" id="{DD1456E6-761A-DFFB-1075-F159393C32A5}"/>
              </a:ext>
            </a:extLst>
          </p:cNvPr>
          <p:cNvSpPr>
            <a:spLocks noGrp="1"/>
          </p:cNvSpPr>
          <p:nvPr/>
        </p:nvSpPr>
        <p:spPr>
          <a:xfrm>
            <a:off x="8347710" y="4970145"/>
            <a:ext cx="795655" cy="259715"/>
          </a:xfrm>
        </p:spPr>
        <p:txBody>
          <a:bodyPr/>
          <a:lst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a:lstStyle>
          <a:p>
            <a:pPr algn="ctr">
              <a:buNone/>
            </a:pPr>
            <a:fld id="{B6F15528-21DE-4FAA-801E-634DDDAF4B2B}" type="slidenum">
              <a:rPr>
                <a:latin typeface="Times New Roman"/>
                <a:ea typeface="Times New Roman"/>
                <a:cs typeface="Times New Roman"/>
              </a:rPr>
              <a:t>15</a:t>
            </a:fld>
            <a:endParaRPr>
              <a:latin typeface="Times New Roman"/>
              <a:ea typeface="Times New Roman"/>
              <a:cs typeface="Times New Roman"/>
            </a:endParaRPr>
          </a:p>
        </p:txBody>
      </p:sp>
      <p:sp>
        <p:nvSpPr>
          <p:cNvPr id="12" name="TextBox 14">
            <a:extLst>
              <a:ext uri="{FF2B5EF4-FFF2-40B4-BE49-F238E27FC236}">
                <a16:creationId xmlns:a16="http://schemas.microsoft.com/office/drawing/2014/main" id="{86C24E80-15DA-3CF5-AD58-B3AADEAF680A}"/>
              </a:ext>
            </a:extLst>
          </p:cNvPr>
          <p:cNvSpPr>
            <a:spLocks noGrp="1"/>
          </p:cNvSpPr>
          <p:nvPr/>
        </p:nvSpPr>
        <p:spPr>
          <a:xfrm>
            <a:off x="344476" y="668800"/>
            <a:ext cx="8432712" cy="1415772"/>
          </a:xfrm>
          <a:prstGeom prst="rect">
            <a:avLst/>
          </a:prstGeom>
        </p:spPr>
        <p:txBody>
          <a:bodyPr lIns="0" tIns="0" rIns="0" bIns="0" anchor="t">
            <a:spAutoFit/>
          </a:bodyPr>
          <a:lstStyle/>
          <a:p>
            <a:r>
              <a:rPr sz="2400" b="1" dirty="0">
                <a:latin typeface="Times New Roman"/>
                <a:ea typeface="Times New Roman"/>
                <a:cs typeface="Times New Roman"/>
              </a:rPr>
              <a:t>2. QUY TRÌNH GIẢI QUYẾT</a:t>
            </a:r>
          </a:p>
          <a:p>
            <a:r>
              <a:rPr sz="1800" b="1" dirty="0">
                <a:latin typeface="+mj-lt"/>
                <a:ea typeface="+mj-lt"/>
                <a:cs typeface="+mj-lt"/>
              </a:rPr>
              <a:t>2.2 </a:t>
            </a:r>
            <a:r>
              <a:rPr sz="1800" b="1" dirty="0" err="1">
                <a:latin typeface="+mj-lt"/>
                <a:ea typeface="+mj-lt"/>
                <a:cs typeface="+mj-lt"/>
              </a:rPr>
              <a:t>Ví</a:t>
            </a:r>
            <a:r>
              <a:rPr sz="1800" b="1" dirty="0">
                <a:latin typeface="+mj-lt"/>
                <a:ea typeface="+mj-lt"/>
                <a:cs typeface="+mj-lt"/>
              </a:rPr>
              <a:t> </a:t>
            </a:r>
            <a:r>
              <a:rPr sz="1800" b="1" dirty="0" err="1">
                <a:latin typeface="+mj-lt"/>
                <a:ea typeface="+mj-lt"/>
                <a:cs typeface="+mj-lt"/>
              </a:rPr>
              <a:t>dụ</a:t>
            </a:r>
            <a:r>
              <a:rPr sz="1800" b="1" dirty="0">
                <a:latin typeface="+mj-lt"/>
                <a:ea typeface="+mj-lt"/>
                <a:cs typeface="+mj-lt"/>
              </a:rPr>
              <a:t> </a:t>
            </a:r>
            <a:r>
              <a:rPr sz="1800" b="1" dirty="0" err="1">
                <a:latin typeface="+mj-lt"/>
                <a:ea typeface="+mj-lt"/>
                <a:cs typeface="+mj-lt"/>
              </a:rPr>
              <a:t>trực</a:t>
            </a:r>
            <a:r>
              <a:rPr sz="1800" b="1" dirty="0">
                <a:latin typeface="+mj-lt"/>
                <a:ea typeface="+mj-lt"/>
                <a:cs typeface="+mj-lt"/>
              </a:rPr>
              <a:t> </a:t>
            </a:r>
            <a:r>
              <a:rPr sz="1800" b="1" dirty="0" err="1">
                <a:latin typeface="+mj-lt"/>
                <a:ea typeface="+mj-lt"/>
                <a:cs typeface="+mj-lt"/>
              </a:rPr>
              <a:t>quan</a:t>
            </a:r>
            <a:r>
              <a:rPr sz="1800" b="1" dirty="0">
                <a:latin typeface="+mj-lt"/>
                <a:ea typeface="+mj-lt"/>
                <a:cs typeface="+mj-lt"/>
              </a:rPr>
              <a:t>:</a:t>
            </a:r>
          </a:p>
          <a:p>
            <a:r>
              <a:rPr sz="1800" b="1" dirty="0" err="1">
                <a:latin typeface="Times New Roman"/>
                <a:ea typeface="Times New Roman"/>
                <a:cs typeface="Times New Roman"/>
              </a:rPr>
              <a:t>Bước</a:t>
            </a:r>
            <a:r>
              <a:rPr sz="1800" b="1" dirty="0">
                <a:latin typeface="Times New Roman"/>
                <a:ea typeface="Times New Roman"/>
                <a:cs typeface="Times New Roman"/>
              </a:rPr>
              <a:t> 3: </a:t>
            </a:r>
            <a:r>
              <a:rPr sz="1800" b="1" dirty="0" err="1">
                <a:latin typeface="Times New Roman"/>
                <a:ea typeface="Times New Roman"/>
                <a:cs typeface="Times New Roman"/>
              </a:rPr>
              <a:t>Khởi</a:t>
            </a:r>
            <a:r>
              <a:rPr sz="1800" b="1" dirty="0">
                <a:latin typeface="Times New Roman"/>
                <a:ea typeface="Times New Roman"/>
                <a:cs typeface="Times New Roman"/>
              </a:rPr>
              <a:t> </a:t>
            </a:r>
            <a:r>
              <a:rPr sz="1800" b="1" dirty="0" err="1">
                <a:latin typeface="Times New Roman"/>
                <a:ea typeface="Times New Roman"/>
                <a:cs typeface="Times New Roman"/>
              </a:rPr>
              <a:t>tạo</a:t>
            </a:r>
            <a:r>
              <a:rPr sz="1800" b="1" dirty="0">
                <a:latin typeface="Times New Roman"/>
                <a:ea typeface="Times New Roman"/>
                <a:cs typeface="Times New Roman"/>
              </a:rPr>
              <a:t> Pseudo-</a:t>
            </a:r>
            <a:r>
              <a:rPr sz="1800" b="1" dirty="0" err="1">
                <a:latin typeface="Times New Roman"/>
                <a:ea typeface="Times New Roman"/>
                <a:cs typeface="Times New Roman"/>
              </a:rPr>
              <a:t>IDList</a:t>
            </a:r>
            <a:r>
              <a:rPr sz="1800" b="1" dirty="0">
                <a:latin typeface="Times New Roman"/>
                <a:ea typeface="Times New Roman"/>
                <a:cs typeface="Times New Roman"/>
              </a:rPr>
              <a:t> </a:t>
            </a:r>
            <a:r>
              <a:rPr sz="1800" b="1" dirty="0" err="1">
                <a:latin typeface="Times New Roman"/>
                <a:ea typeface="Times New Roman"/>
                <a:cs typeface="Times New Roman"/>
              </a:rPr>
              <a:t>và</a:t>
            </a:r>
            <a:r>
              <a:rPr sz="1800" b="1" dirty="0">
                <a:latin typeface="Times New Roman"/>
                <a:ea typeface="Times New Roman"/>
                <a:cs typeface="Times New Roman"/>
              </a:rPr>
              <a:t> </a:t>
            </a:r>
            <a:r>
              <a:rPr sz="1800" b="1" dirty="0" err="1">
                <a:latin typeface="Times New Roman"/>
                <a:ea typeface="Times New Roman"/>
                <a:cs typeface="Times New Roman"/>
              </a:rPr>
              <a:t>kiểm</a:t>
            </a:r>
            <a:r>
              <a:rPr sz="1800" b="1" dirty="0">
                <a:latin typeface="Times New Roman"/>
                <a:ea typeface="Times New Roman"/>
                <a:cs typeface="Times New Roman"/>
              </a:rPr>
              <a:t> </a:t>
            </a:r>
            <a:r>
              <a:rPr sz="1800" b="1" dirty="0" err="1">
                <a:latin typeface="Times New Roman"/>
                <a:ea typeface="Times New Roman"/>
                <a:cs typeface="Times New Roman"/>
              </a:rPr>
              <a:t>tra</a:t>
            </a:r>
            <a:r>
              <a:rPr sz="1800" b="1" dirty="0">
                <a:latin typeface="Times New Roman"/>
                <a:ea typeface="Times New Roman"/>
                <a:cs typeface="Times New Roman"/>
              </a:rPr>
              <a:t> </a:t>
            </a:r>
            <a:r>
              <a:rPr sz="1800" b="1" dirty="0" err="1">
                <a:latin typeface="Times New Roman"/>
                <a:ea typeface="Times New Roman"/>
                <a:cs typeface="Times New Roman"/>
              </a:rPr>
              <a:t>độ</a:t>
            </a:r>
            <a:r>
              <a:rPr sz="1800" b="1" dirty="0">
                <a:latin typeface="Times New Roman"/>
                <a:ea typeface="Times New Roman"/>
                <a:cs typeface="Times New Roman"/>
              </a:rPr>
              <a:t> </a:t>
            </a:r>
            <a:r>
              <a:rPr sz="1800" b="1" dirty="0" err="1">
                <a:latin typeface="Times New Roman"/>
                <a:ea typeface="Times New Roman"/>
                <a:cs typeface="Times New Roman"/>
              </a:rPr>
              <a:t>hỗ</a:t>
            </a:r>
            <a:r>
              <a:rPr sz="1800" b="1" dirty="0">
                <a:latin typeface="Times New Roman"/>
                <a:ea typeface="Times New Roman"/>
                <a:cs typeface="Times New Roman"/>
              </a:rPr>
              <a:t> </a:t>
            </a:r>
            <a:r>
              <a:rPr sz="1800" b="1" dirty="0" err="1">
                <a:latin typeface="Times New Roman"/>
                <a:ea typeface="Times New Roman"/>
                <a:cs typeface="Times New Roman"/>
              </a:rPr>
              <a:t>trợ</a:t>
            </a:r>
            <a:r>
              <a:rPr sz="1800" b="1" dirty="0">
                <a:latin typeface="Times New Roman"/>
                <a:ea typeface="Times New Roman"/>
                <a:cs typeface="Times New Roman"/>
              </a:rPr>
              <a:t>:</a:t>
            </a:r>
          </a:p>
          <a:p>
            <a:r>
              <a:rPr sz="1800" b="1" dirty="0">
                <a:latin typeface="Times New Roman"/>
                <a:ea typeface="Times New Roman"/>
                <a:cs typeface="Times New Roman"/>
              </a:rPr>
              <a:t> </a:t>
            </a:r>
          </a:p>
          <a:p>
            <a:r>
              <a:rPr b="1" dirty="0" err="1"/>
              <a:t>Đối</a:t>
            </a:r>
            <a:r>
              <a:rPr b="1" dirty="0"/>
              <a:t> </a:t>
            </a:r>
            <a:r>
              <a:rPr b="1" dirty="0" err="1"/>
              <a:t>chiếu</a:t>
            </a:r>
            <a:r>
              <a:rPr b="1" dirty="0"/>
              <a:t> sang </a:t>
            </a:r>
            <a:r>
              <a:rPr b="1" dirty="0" err="1"/>
              <a:t>bảng</a:t>
            </a:r>
            <a:r>
              <a:rPr b="1" dirty="0"/>
              <a:t> </a:t>
            </a:r>
            <a:r>
              <a:rPr b="1" dirty="0" err="1"/>
              <a:t>dữ</a:t>
            </a:r>
            <a:r>
              <a:rPr b="1" dirty="0"/>
              <a:t> </a:t>
            </a:r>
            <a:r>
              <a:rPr b="1" dirty="0" err="1"/>
              <a:t>liệu</a:t>
            </a:r>
            <a:r>
              <a:rPr b="1" dirty="0"/>
              <a:t> </a:t>
            </a:r>
            <a:r>
              <a:rPr b="1" dirty="0" err="1"/>
              <a:t>thật</a:t>
            </a:r>
            <a:r>
              <a:rPr b="1" dirty="0"/>
              <a:t> </a:t>
            </a:r>
            <a:r>
              <a:rPr b="1" dirty="0" err="1"/>
              <a:t>và</a:t>
            </a:r>
            <a:r>
              <a:rPr b="1" dirty="0"/>
              <a:t> </a:t>
            </a:r>
            <a:r>
              <a:rPr b="1" dirty="0" err="1"/>
              <a:t>Cắt</a:t>
            </a:r>
            <a:r>
              <a:rPr b="1" dirty="0"/>
              <a:t> </a:t>
            </a:r>
            <a:r>
              <a:rPr b="1" dirty="0" err="1"/>
              <a:t>mảng</a:t>
            </a:r>
            <a:endParaRPr b="1" dirty="0"/>
          </a:p>
        </p:txBody>
      </p:sp>
      <p:graphicFrame>
        <p:nvGraphicFramePr>
          <p:cNvPr id="20" name="Bảng 1"/>
          <p:cNvGraphicFramePr/>
          <p:nvPr/>
        </p:nvGraphicFramePr>
        <p:xfrm>
          <a:off x="826399" y="2150049"/>
          <a:ext cx="6577510" cy="2754357"/>
        </p:xfrm>
        <a:graphic>
          <a:graphicData uri="http://schemas.openxmlformats.org/drawingml/2006/table">
            <a:tbl>
              <a:tblPr/>
              <a:tblGrid>
                <a:gridCol w="1315502">
                  <a:extLst>
                    <a:ext uri="{9D8B030D-6E8A-4147-A177-3AD203B41FA5}">
                      <a16:colId xmlns:a16="http://schemas.microsoft.com/office/drawing/2014/main" val="20000"/>
                    </a:ext>
                  </a:extLst>
                </a:gridCol>
                <a:gridCol w="1315502">
                  <a:extLst>
                    <a:ext uri="{9D8B030D-6E8A-4147-A177-3AD203B41FA5}">
                      <a16:colId xmlns:a16="http://schemas.microsoft.com/office/drawing/2014/main" val="20001"/>
                    </a:ext>
                  </a:extLst>
                </a:gridCol>
                <a:gridCol w="1315502">
                  <a:extLst>
                    <a:ext uri="{9D8B030D-6E8A-4147-A177-3AD203B41FA5}">
                      <a16:colId xmlns:a16="http://schemas.microsoft.com/office/drawing/2014/main" val="20002"/>
                    </a:ext>
                  </a:extLst>
                </a:gridCol>
                <a:gridCol w="1315502">
                  <a:extLst>
                    <a:ext uri="{9D8B030D-6E8A-4147-A177-3AD203B41FA5}">
                      <a16:colId xmlns:a16="http://schemas.microsoft.com/office/drawing/2014/main" val="20003"/>
                    </a:ext>
                  </a:extLst>
                </a:gridCol>
                <a:gridCol w="1315502">
                  <a:extLst>
                    <a:ext uri="{9D8B030D-6E8A-4147-A177-3AD203B41FA5}">
                      <a16:colId xmlns:a16="http://schemas.microsoft.com/office/drawing/2014/main" val="20004"/>
                    </a:ext>
                  </a:extLst>
                </a:gridCol>
              </a:tblGrid>
              <a:tr h="641615">
                <a:tc>
                  <a:txBody>
                    <a:bodyPr/>
                    <a:lstStyle/>
                    <a:p>
                      <a:pPr algn="l">
                        <a:buNone/>
                      </a:pPr>
                      <a:r>
                        <a:rPr sz="1200"/>
                        <a:t>Data id (ID Gốc)</a:t>
                      </a:r>
                    </a:p>
                  </a:txBody>
                  <a:tcPr marL="77924" marR="77924" marT="38962" marB="38962">
                    <a:lnL>
                      <a:noFill/>
                    </a:lnL>
                    <a:lnR>
                      <a:noFill/>
                    </a:lnR>
                    <a:lnT>
                      <a:noFill/>
                    </a:lnT>
                    <a:lnB w="9525" cmpd="sng">
                      <a:solidFill>
                        <a:srgbClr val="919191"/>
                      </a:solidFill>
                      <a:prstDash val="solid"/>
                    </a:lnB>
                    <a:solidFill>
                      <a:srgbClr val="FFFFFF"/>
                    </a:solidFill>
                  </a:tcPr>
                </a:tc>
                <a:tc>
                  <a:txBody>
                    <a:bodyPr/>
                    <a:lstStyle/>
                    <a:p>
                      <a:pPr algn="l">
                        <a:buNone/>
                      </a:pPr>
                      <a:r>
                        <a:rPr sz="1200"/>
                        <a:t>UCID</a:t>
                      </a:r>
                    </a:p>
                  </a:txBody>
                  <a:tcPr marL="77924" marR="77924" marT="38962" marB="38962">
                    <a:lnL>
                      <a:noFill/>
                    </a:lnL>
                    <a:lnR>
                      <a:noFill/>
                    </a:lnR>
                    <a:lnT>
                      <a:noFill/>
                    </a:lnT>
                    <a:lnB w="9525" cmpd="sng">
                      <a:solidFill>
                        <a:srgbClr val="919191"/>
                      </a:solidFill>
                      <a:prstDash val="solid"/>
                    </a:lnB>
                    <a:solidFill>
                      <a:srgbClr val="FFFFFF"/>
                    </a:solidFill>
                  </a:tcPr>
                </a:tc>
                <a:tc>
                  <a:txBody>
                    <a:bodyPr/>
                    <a:lstStyle/>
                    <a:p>
                      <a:pPr algn="l">
                        <a:buNone/>
                      </a:pPr>
                      <a:r>
                        <a:rPr sz="1200"/>
                        <a:t>Position list (Vị trí gốc)</a:t>
                      </a:r>
                    </a:p>
                  </a:txBody>
                  <a:tcPr marL="77924" marR="77924" marT="38962" marB="38962">
                    <a:lnL>
                      <a:noFill/>
                    </a:lnL>
                    <a:lnR>
                      <a:noFill/>
                    </a:lnR>
                    <a:lnT>
                      <a:noFill/>
                    </a:lnT>
                    <a:lnB w="9525" cmpd="sng">
                      <a:solidFill>
                        <a:srgbClr val="919191"/>
                      </a:solidFill>
                      <a:prstDash val="solid"/>
                    </a:lnB>
                    <a:solidFill>
                      <a:srgbClr val="FFFFFF"/>
                    </a:solidFill>
                  </a:tcPr>
                </a:tc>
                <a:tc>
                  <a:txBody>
                    <a:bodyPr/>
                    <a:lstStyle/>
                    <a:p>
                      <a:pPr algn="l">
                        <a:buNone/>
                      </a:pPr>
                      <a:r>
                        <a:rPr sz="1200"/>
                        <a:t>Quá trình cắt mảng (Dựa vào Start index)</a:t>
                      </a:r>
                    </a:p>
                  </a:txBody>
                  <a:tcPr marL="77924" marR="77924" marT="38962" marB="38962">
                    <a:lnL>
                      <a:noFill/>
                    </a:lnL>
                    <a:lnR>
                      <a:noFill/>
                    </a:lnR>
                    <a:lnT>
                      <a:noFill/>
                    </a:lnT>
                    <a:lnB w="9525" cmpd="sng">
                      <a:solidFill>
                        <a:srgbClr val="919191"/>
                      </a:solidFill>
                      <a:prstDash val="solid"/>
                    </a:lnB>
                    <a:solidFill>
                      <a:srgbClr val="FFFFFF"/>
                    </a:solidFill>
                  </a:tcPr>
                </a:tc>
                <a:tc>
                  <a:txBody>
                    <a:bodyPr/>
                    <a:lstStyle/>
                    <a:p>
                      <a:pPr algn="l">
                        <a:buNone/>
                      </a:pPr>
                      <a:r>
                        <a:rPr sz="1200"/>
                        <a:t>Kết quả ngầm định thuật toán nhận được</a:t>
                      </a:r>
                    </a:p>
                  </a:txBody>
                  <a:tcPr marL="77924" marR="77924" marT="38962" marB="38962">
                    <a:lnL>
                      <a:noFill/>
                    </a:lnL>
                    <a:lnR>
                      <a:noFill/>
                    </a:lnR>
                    <a:lnT>
                      <a:noFill/>
                    </a:lnT>
                    <a:lnB w="9525" cmpd="sng">
                      <a:solidFill>
                        <a:srgbClr val="919191"/>
                      </a:solidFill>
                      <a:prstDash val="solid"/>
                    </a:lnB>
                    <a:solidFill>
                      <a:srgbClr val="FFFFFF"/>
                    </a:solidFill>
                  </a:tcPr>
                </a:tc>
                <a:extLst>
                  <a:ext uri="{0D108BD9-81ED-4DB2-BD59-A6C34878D82A}">
                    <a16:rowId xmlns:a16="http://schemas.microsoft.com/office/drawing/2014/main" val="10000"/>
                  </a:ext>
                </a:extLst>
              </a:tr>
              <a:tr h="641615">
                <a:tc>
                  <a:txBody>
                    <a:bodyPr/>
                    <a:lstStyle/>
                    <a:p>
                      <a:pPr algn="l">
                        <a:buNone/>
                      </a:pPr>
                      <a:r>
                        <a:rPr sz="1200" b="1"/>
                        <a:t>1</a:t>
                      </a:r>
                    </a:p>
                  </a:txBody>
                  <a:tcPr marL="77924" marR="77924" marT="38962" marB="38962">
                    <a:lnL>
                      <a:noFill/>
                    </a:lnL>
                    <a:lnR>
                      <a:noFill/>
                    </a:lnR>
                    <a:lnT w="9525" cmpd="sng">
                      <a:solidFill>
                        <a:srgbClr val="919191"/>
                      </a:solidFill>
                      <a:prstDash val="solid"/>
                    </a:lnT>
                    <a:lnB w="9525" cmpd="sng">
                      <a:solidFill>
                        <a:srgbClr val="DDE1EB"/>
                      </a:solidFill>
                      <a:prstDash val="solid"/>
                    </a:lnB>
                    <a:solidFill>
                      <a:srgbClr val="FFFFFF"/>
                    </a:solidFill>
                  </a:tcPr>
                </a:tc>
                <a:tc>
                  <a:txBody>
                    <a:bodyPr/>
                    <a:lstStyle/>
                    <a:p>
                      <a:pPr algn="l">
                        <a:buNone/>
                      </a:pPr>
                      <a:r>
                        <a:rPr sz="1200"/>
                        <a:t>100</a:t>
                      </a:r>
                    </a:p>
                  </a:txBody>
                  <a:tcPr marL="77924" marR="77924" marT="38962" marB="38962">
                    <a:lnL>
                      <a:noFill/>
                    </a:lnL>
                    <a:lnR>
                      <a:noFill/>
                    </a:lnR>
                    <a:lnT w="9525" cmpd="sng">
                      <a:solidFill>
                        <a:srgbClr val="919191"/>
                      </a:solidFill>
                      <a:prstDash val="solid"/>
                    </a:lnT>
                    <a:lnB w="9525" cmpd="sng">
                      <a:solidFill>
                        <a:srgbClr val="DDE1EB"/>
                      </a:solidFill>
                      <a:prstDash val="solid"/>
                    </a:lnB>
                    <a:solidFill>
                      <a:srgbClr val="FFFFFF"/>
                    </a:solidFill>
                  </a:tcPr>
                </a:tc>
                <a:tc>
                  <a:txBody>
                    <a:bodyPr/>
                    <a:lstStyle/>
                    <a:p>
                      <a:pPr algn="l">
                        <a:buNone/>
                      </a:pPr>
                      <a:r>
                        <a:rPr sz="1200"/>
                        <a:t>2, </a:t>
                      </a:r>
                      <a:r>
                        <a:rPr sz="1200" b="1"/>
                        <a:t>6, 9</a:t>
                      </a:r>
                    </a:p>
                  </a:txBody>
                  <a:tcPr marL="77924" marR="77924" marT="38962" marB="38962">
                    <a:lnL>
                      <a:noFill/>
                    </a:lnL>
                    <a:lnR>
                      <a:noFill/>
                    </a:lnR>
                    <a:lnT w="9525" cmpd="sng">
                      <a:solidFill>
                        <a:srgbClr val="919191"/>
                      </a:solidFill>
                      <a:prstDash val="solid"/>
                    </a:lnT>
                    <a:lnB w="9525" cmpd="sng">
                      <a:solidFill>
                        <a:srgbClr val="DDE1EB"/>
                      </a:solidFill>
                      <a:prstDash val="solid"/>
                    </a:lnB>
                    <a:solidFill>
                      <a:srgbClr val="FFFFFF"/>
                    </a:solidFill>
                  </a:tcPr>
                </a:tc>
                <a:tc>
                  <a:txBody>
                    <a:bodyPr/>
                    <a:lstStyle/>
                    <a:p>
                      <a:pPr algn="l">
                        <a:buNone/>
                      </a:pPr>
                      <a:r>
                        <a:rPr sz="1200" b="0">
                          <a:solidFill>
                            <a:srgbClr val="303030"/>
                          </a:solidFill>
                          <a:latin typeface="Google Sans Code"/>
                          <a:ea typeface="Google Sans Code"/>
                          <a:cs typeface="Google Sans Code"/>
                        </a:rPr>
                        <a:t>Start index = 2</a:t>
                      </a:r>
                      <a:r>
                        <a:rPr sz="1200"/>
                        <a:t> </a:t>
                      </a:r>
                      <a:r>
                        <a:rPr sz="1200">
                          <a:latin typeface="KaTeX_Main"/>
                          <a:ea typeface="KaTeX_Main"/>
                          <a:cs typeface="KaTeX_Main"/>
                        </a:rPr>
                        <a:t>→</a:t>
                      </a:r>
                      <a:r>
                        <a:rPr sz="1200"/>
                        <a:t> Cắt từ phần tử thứ 2</a:t>
                      </a:r>
                    </a:p>
                  </a:txBody>
                  <a:tcPr marL="77924" marR="77924" marT="38962" marB="38962">
                    <a:lnL>
                      <a:noFill/>
                    </a:lnL>
                    <a:lnR>
                      <a:noFill/>
                    </a:lnR>
                    <a:lnT w="9525" cmpd="sng">
                      <a:solidFill>
                        <a:srgbClr val="919191"/>
                      </a:solidFill>
                      <a:prstDash val="solid"/>
                    </a:lnT>
                    <a:lnB w="9525" cmpd="sng">
                      <a:solidFill>
                        <a:srgbClr val="DDE1EB"/>
                      </a:solidFill>
                      <a:prstDash val="solid"/>
                    </a:lnB>
                    <a:solidFill>
                      <a:srgbClr val="FFFFFF"/>
                    </a:solidFill>
                  </a:tcPr>
                </a:tc>
                <a:tc>
                  <a:txBody>
                    <a:bodyPr/>
                    <a:lstStyle/>
                    <a:p>
                      <a:pPr algn="l">
                        <a:buNone/>
                      </a:pPr>
                      <a:r>
                        <a:rPr sz="1200">
                          <a:latin typeface="KaTeX_Main"/>
                          <a:ea typeface="KaTeX_Main"/>
                          <a:cs typeface="KaTeX_Main"/>
                        </a:rPr>
                        <a:t>→</a:t>
                      </a:r>
                      <a:r>
                        <a:rPr sz="1200"/>
                        <a:t> </a:t>
                      </a:r>
                      <a:r>
                        <a:rPr sz="1200" b="1"/>
                        <a:t>(6, 9)</a:t>
                      </a:r>
                    </a:p>
                  </a:txBody>
                  <a:tcPr marL="77924" marR="77924" marT="38962" marB="38962">
                    <a:lnL>
                      <a:noFill/>
                    </a:lnL>
                    <a:lnR>
                      <a:noFill/>
                    </a:lnR>
                    <a:lnT w="9525" cmpd="sng">
                      <a:solidFill>
                        <a:srgbClr val="919191"/>
                      </a:solidFill>
                      <a:prstDash val="solid"/>
                    </a:lnT>
                    <a:lnB w="9525" cmpd="sng">
                      <a:solidFill>
                        <a:srgbClr val="DDE1EB"/>
                      </a:solidFill>
                      <a:prstDash val="solid"/>
                    </a:lnB>
                    <a:solidFill>
                      <a:srgbClr val="FFFFFF"/>
                    </a:solidFill>
                  </a:tcPr>
                </a:tc>
                <a:extLst>
                  <a:ext uri="{0D108BD9-81ED-4DB2-BD59-A6C34878D82A}">
                    <a16:rowId xmlns:a16="http://schemas.microsoft.com/office/drawing/2014/main" val="10001"/>
                  </a:ext>
                </a:extLst>
              </a:tr>
              <a:tr h="829512">
                <a:tc>
                  <a:txBody>
                    <a:bodyPr/>
                    <a:lstStyle/>
                    <a:p>
                      <a:pPr algn="l">
                        <a:buNone/>
                      </a:pPr>
                      <a:r>
                        <a:rPr sz="1200"/>
                        <a:t>2</a:t>
                      </a:r>
                    </a:p>
                  </a:txBody>
                  <a:tcPr marL="77924" marR="77924" marT="38962" marB="38962">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1200"/>
                        <a:t>200</a:t>
                      </a:r>
                    </a:p>
                  </a:txBody>
                  <a:tcPr marL="77924" marR="77924" marT="38962" marB="38962">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1200"/>
                        <a:t>5</a:t>
                      </a:r>
                    </a:p>
                  </a:txBody>
                  <a:tcPr marL="77924" marR="77924" marT="38962" marB="38962">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1200" i="1"/>
                        <a:t>(Bỏ qua vì không có Data id = 2 bên bảng ảo)</a:t>
                      </a:r>
                    </a:p>
                  </a:txBody>
                  <a:tcPr marL="77924" marR="77924" marT="38962" marB="38962">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endParaRPr/>
                    </a:p>
                  </a:txBody>
                  <a:tcPr marL="77924" marR="77924" marT="38962" marB="38962">
                    <a:lnL>
                      <a:noFill/>
                    </a:lnL>
                    <a:lnR>
                      <a:noFill/>
                    </a:lnR>
                    <a:lnT w="9525" cmpd="sng">
                      <a:solidFill>
                        <a:srgbClr val="DDE1EB"/>
                      </a:solidFill>
                      <a:prstDash val="solid"/>
                    </a:lnT>
                    <a:lnB w="9525" cmpd="sng">
                      <a:solidFill>
                        <a:srgbClr val="DDE1EB"/>
                      </a:solidFill>
                      <a:prstDash val="solid"/>
                    </a:lnB>
                    <a:solidFill>
                      <a:srgbClr val="FFFFFF"/>
                    </a:solidFill>
                  </a:tcPr>
                </a:tc>
                <a:extLst>
                  <a:ext uri="{0D108BD9-81ED-4DB2-BD59-A6C34878D82A}">
                    <a16:rowId xmlns:a16="http://schemas.microsoft.com/office/drawing/2014/main" val="10002"/>
                  </a:ext>
                </a:extLst>
              </a:tr>
              <a:tr h="641615">
                <a:tc>
                  <a:txBody>
                    <a:bodyPr/>
                    <a:lstStyle/>
                    <a:p>
                      <a:pPr algn="l">
                        <a:buNone/>
                      </a:pPr>
                      <a:r>
                        <a:rPr sz="1200" b="1"/>
                        <a:t>3</a:t>
                      </a:r>
                    </a:p>
                  </a:txBody>
                  <a:tcPr marL="77924" marR="77924" marT="38962" marB="38962">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1200"/>
                        <a:t>400</a:t>
                      </a:r>
                    </a:p>
                  </a:txBody>
                  <a:tcPr marL="77924" marR="77924" marT="38962" marB="38962">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1200" b="1"/>
                        <a:t>4, 6</a:t>
                      </a:r>
                    </a:p>
                  </a:txBody>
                  <a:tcPr marL="77924" marR="77924" marT="38962" marB="38962">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1200" b="0">
                          <a:solidFill>
                            <a:srgbClr val="303030"/>
                          </a:solidFill>
                          <a:latin typeface="Google Sans Code"/>
                          <a:ea typeface="Google Sans Code"/>
                          <a:cs typeface="Google Sans Code"/>
                        </a:rPr>
                        <a:t>Start index = 1</a:t>
                      </a:r>
                      <a:r>
                        <a:rPr sz="1200"/>
                        <a:t> </a:t>
                      </a:r>
                      <a:r>
                        <a:rPr sz="1200">
                          <a:latin typeface="KaTeX_Main"/>
                          <a:ea typeface="KaTeX_Main"/>
                          <a:cs typeface="KaTeX_Main"/>
                        </a:rPr>
                        <a:t>→</a:t>
                      </a:r>
                      <a:r>
                        <a:rPr sz="1200"/>
                        <a:t> Cắt từ phần tử đầu tiên</a:t>
                      </a:r>
                    </a:p>
                  </a:txBody>
                  <a:tcPr marL="77924" marR="77924" marT="38962" marB="38962">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sz="1200">
                          <a:latin typeface="KaTeX_Main"/>
                          <a:ea typeface="KaTeX_Main"/>
                          <a:cs typeface="KaTeX_Main"/>
                        </a:rPr>
                        <a:t>→</a:t>
                      </a:r>
                      <a:r>
                        <a:rPr sz="1200"/>
                        <a:t> </a:t>
                      </a:r>
                      <a:r>
                        <a:rPr sz="1200" b="1"/>
                        <a:t>(4, 6)</a:t>
                      </a:r>
                    </a:p>
                  </a:txBody>
                  <a:tcPr marL="77924" marR="77924" marT="38962" marB="38962">
                    <a:lnL>
                      <a:noFill/>
                    </a:lnL>
                    <a:lnR>
                      <a:noFill/>
                    </a:lnR>
                    <a:lnT w="9525" cmpd="sng">
                      <a:solidFill>
                        <a:srgbClr val="DDE1EB"/>
                      </a:solidFill>
                      <a:prstDash val="solid"/>
                    </a:lnT>
                    <a:lnB w="9525" cmpd="sng">
                      <a:solidFill>
                        <a:srgbClr val="DDE1EB"/>
                      </a:solidFill>
                      <a:prstDash val="solid"/>
                    </a:lnB>
                    <a:solidFill>
                      <a:srgbClr val="FFFFFF"/>
                    </a:solidFill>
                  </a:tcPr>
                </a:tc>
                <a:extLst>
                  <a:ext uri="{0D108BD9-81ED-4DB2-BD59-A6C34878D82A}">
                    <a16:rowId xmlns:a16="http://schemas.microsoft.com/office/drawing/2014/main" val="10003"/>
                  </a:ext>
                </a:extLst>
              </a:tr>
            </a:tbl>
          </a:graphicData>
        </a:graphic>
      </p:graphicFrame>
      <p:grpSp>
        <p:nvGrpSpPr>
          <p:cNvPr id="2" name="Group 3">
            <a:extLst>
              <a:ext uri="{FF2B5EF4-FFF2-40B4-BE49-F238E27FC236}">
                <a16:creationId xmlns:a16="http://schemas.microsoft.com/office/drawing/2014/main" id="{8D794602-48DE-F7B7-53FB-CAA4F95AF3A6}"/>
              </a:ext>
            </a:extLst>
          </p:cNvPr>
          <p:cNvGrpSpPr/>
          <p:nvPr/>
        </p:nvGrpSpPr>
        <p:grpSpPr>
          <a:xfrm>
            <a:off x="0" y="-19526"/>
            <a:ext cx="9144000" cy="535020"/>
            <a:chOff x="0" y="0"/>
            <a:chExt cx="24384000" cy="1426718"/>
          </a:xfrm>
        </p:grpSpPr>
        <p:sp>
          <p:nvSpPr>
            <p:cNvPr id="3" name="Freeform 4">
              <a:extLst>
                <a:ext uri="{FF2B5EF4-FFF2-40B4-BE49-F238E27FC236}">
                  <a16:creationId xmlns:a16="http://schemas.microsoft.com/office/drawing/2014/main" id="{2118154B-F33B-AA39-F4FF-B2C8E66B600D}"/>
                </a:ext>
              </a:extLst>
            </p:cNvPr>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E95856"/>
            </a:solidFill>
            <a:ln w="12700">
              <a:solidFill>
                <a:srgbClr val="000000"/>
              </a:solidFill>
            </a:ln>
          </p:spPr>
        </p:sp>
      </p:grpSp>
      <p:grpSp>
        <p:nvGrpSpPr>
          <p:cNvPr id="6" name="Group 7">
            <a:extLst>
              <a:ext uri="{FF2B5EF4-FFF2-40B4-BE49-F238E27FC236}">
                <a16:creationId xmlns:a16="http://schemas.microsoft.com/office/drawing/2014/main" id="{27D39903-63CE-5D4F-5B75-6396384CBE8D}"/>
              </a:ext>
            </a:extLst>
          </p:cNvPr>
          <p:cNvGrpSpPr/>
          <p:nvPr/>
        </p:nvGrpSpPr>
        <p:grpSpPr>
          <a:xfrm>
            <a:off x="514350" y="4969883"/>
            <a:ext cx="7833601" cy="76945"/>
            <a:chOff x="0" y="0"/>
            <a:chExt cx="20889601" cy="205185"/>
          </a:xfrm>
        </p:grpSpPr>
        <p:sp>
          <p:nvSpPr>
            <p:cNvPr id="7" name="Freeform 8">
              <a:extLst>
                <a:ext uri="{FF2B5EF4-FFF2-40B4-BE49-F238E27FC236}">
                  <a16:creationId xmlns:a16="http://schemas.microsoft.com/office/drawing/2014/main" id="{DD92B40E-E713-F603-CDFD-2AFE88753474}"/>
                </a:ext>
              </a:extLst>
            </p:cNvPr>
            <p:cNvSpPr/>
            <p:nvPr/>
          </p:nvSpPr>
          <p:spPr>
            <a:xfrm>
              <a:off x="0" y="0"/>
              <a:ext cx="20889595" cy="205232"/>
            </a:xfrm>
            <a:custGeom>
              <a:avLst/>
              <a:gdLst/>
              <a:ahLst/>
              <a:cxnLst/>
              <a:rect l="l" t="t" r="r" b="b"/>
              <a:pathLst>
                <a:path w="20889595" h="205232">
                  <a:moveTo>
                    <a:pt x="0" y="0"/>
                  </a:moveTo>
                  <a:lnTo>
                    <a:pt x="20889595" y="0"/>
                  </a:lnTo>
                  <a:lnTo>
                    <a:pt x="20889595" y="205232"/>
                  </a:lnTo>
                  <a:lnTo>
                    <a:pt x="0" y="205232"/>
                  </a:lnTo>
                  <a:lnTo>
                    <a:pt x="0" y="0"/>
                  </a:lnTo>
                  <a:close/>
                </a:path>
              </a:pathLst>
            </a:custGeom>
            <a:blipFill>
              <a:blip r:embed="rId3"/>
              <a:stretch>
                <a:fillRect t="-17868" b="-17845"/>
              </a:stretch>
            </a:blipFill>
          </p:spPr>
        </p:sp>
      </p:grpSp>
      <p:grpSp>
        <p:nvGrpSpPr>
          <p:cNvPr id="8" name="Group 9">
            <a:extLst>
              <a:ext uri="{FF2B5EF4-FFF2-40B4-BE49-F238E27FC236}">
                <a16:creationId xmlns:a16="http://schemas.microsoft.com/office/drawing/2014/main" id="{86A703E2-2D64-C923-F4A9-7BC579C02283}"/>
              </a:ext>
            </a:extLst>
          </p:cNvPr>
          <p:cNvGrpSpPr/>
          <p:nvPr/>
        </p:nvGrpSpPr>
        <p:grpSpPr>
          <a:xfrm>
            <a:off x="238964" y="1668"/>
            <a:ext cx="2467785" cy="513826"/>
            <a:chOff x="0" y="0"/>
            <a:chExt cx="6580759" cy="1370203"/>
          </a:xfrm>
        </p:grpSpPr>
        <p:sp>
          <p:nvSpPr>
            <p:cNvPr id="9" name="Freeform 10" descr="A black background with white text  Description automatically generated">
              <a:extLst>
                <a:ext uri="{FF2B5EF4-FFF2-40B4-BE49-F238E27FC236}">
                  <a16:creationId xmlns:a16="http://schemas.microsoft.com/office/drawing/2014/main" id="{D324DF67-A227-D211-99F4-0FCBEF0CEBD1}"/>
                </a:ext>
              </a:extLst>
            </p:cNvPr>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4"/>
              <a:stretch>
                <a:fillRect l="-194" r="-194"/>
              </a:stretch>
            </a:blipFill>
          </p:spPr>
        </p:sp>
      </p:grpSp>
    </p:spTree>
    <p:extLst>
      <p:ext uri="{BB962C8B-B14F-4D97-AF65-F5344CB8AC3E}">
        <p14:creationId xmlns:p14="http://schemas.microsoft.com/office/powerpoint/2010/main" val="596834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5">
            <a:extLst>
              <a:ext uri="{FF2B5EF4-FFF2-40B4-BE49-F238E27FC236}">
                <a16:creationId xmlns:a16="http://schemas.microsoft.com/office/drawing/2014/main" id="{EC97918F-F736-4B2C-447C-C78522FCF41A}"/>
              </a:ext>
            </a:extLst>
          </p:cNvPr>
          <p:cNvGrpSpPr/>
          <p:nvPr/>
        </p:nvGrpSpPr>
        <p:grpSpPr>
          <a:xfrm>
            <a:off x="-160282" y="4969883"/>
            <a:ext cx="9304283" cy="284619"/>
            <a:chOff x="0" y="0"/>
            <a:chExt cx="24811420" cy="758984"/>
          </a:xfrm>
        </p:grpSpPr>
        <p:sp>
          <p:nvSpPr>
            <p:cNvPr id="5" name="Freeform 6">
              <a:extLst>
                <a:ext uri="{FF2B5EF4-FFF2-40B4-BE49-F238E27FC236}">
                  <a16:creationId xmlns:a16="http://schemas.microsoft.com/office/drawing/2014/main" id="{51D21A6A-A79C-2681-23E4-27E80A474B16}"/>
                </a:ext>
              </a:extLst>
            </p:cNvPr>
            <p:cNvSpPr/>
            <p:nvPr/>
          </p:nvSpPr>
          <p:spPr>
            <a:xfrm>
              <a:off x="0" y="0"/>
              <a:ext cx="24811482" cy="758952"/>
            </a:xfrm>
            <a:custGeom>
              <a:avLst/>
              <a:gdLst/>
              <a:ahLst/>
              <a:cxnLst/>
              <a:rect l="l" t="t" r="r" b="b"/>
              <a:pathLst>
                <a:path w="24811482" h="758952">
                  <a:moveTo>
                    <a:pt x="285242" y="0"/>
                  </a:moveTo>
                  <a:lnTo>
                    <a:pt x="24811482" y="0"/>
                  </a:lnTo>
                  <a:lnTo>
                    <a:pt x="24811482" y="740410"/>
                  </a:lnTo>
                  <a:lnTo>
                    <a:pt x="0" y="758952"/>
                  </a:lnTo>
                  <a:lnTo>
                    <a:pt x="285242" y="0"/>
                  </a:lnTo>
                  <a:close/>
                </a:path>
              </a:pathLst>
            </a:custGeom>
            <a:solidFill>
              <a:srgbClr val="E95856"/>
            </a:solidFill>
            <a:ln w="12700">
              <a:solidFill>
                <a:srgbClr val="000000"/>
              </a:solidFill>
            </a:ln>
          </p:spPr>
        </p:sp>
      </p:grpSp>
      <p:sp>
        <p:nvSpPr>
          <p:cNvPr id="16" name="Slide Number Placeholder 14">
            <a:extLst>
              <a:ext uri="{FF2B5EF4-FFF2-40B4-BE49-F238E27FC236}">
                <a16:creationId xmlns:a16="http://schemas.microsoft.com/office/drawing/2014/main" id="{2767A199-8FC6-6E4C-E060-F070765DA4A0}"/>
              </a:ext>
            </a:extLst>
          </p:cNvPr>
          <p:cNvSpPr>
            <a:spLocks noGrp="1"/>
          </p:cNvSpPr>
          <p:nvPr/>
        </p:nvSpPr>
        <p:spPr>
          <a:xfrm>
            <a:off x="8347710" y="4970145"/>
            <a:ext cx="795655" cy="259715"/>
          </a:xfrm>
        </p:spPr>
        <p:txBody>
          <a:bodyPr/>
          <a:lst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a:lstStyle>
          <a:p>
            <a:pPr algn="ctr">
              <a:buNone/>
            </a:pPr>
            <a:fld id="{B6F15528-21DE-4FAA-801E-634DDDAF4B2B}" type="slidenum">
              <a:rPr>
                <a:latin typeface="Times New Roman"/>
                <a:ea typeface="Times New Roman"/>
                <a:cs typeface="Times New Roman"/>
              </a:rPr>
              <a:t>16</a:t>
            </a:fld>
            <a:endParaRPr>
              <a:latin typeface="Times New Roman"/>
              <a:ea typeface="Times New Roman"/>
              <a:cs typeface="Times New Roman"/>
            </a:endParaRPr>
          </a:p>
        </p:txBody>
      </p:sp>
      <p:sp>
        <p:nvSpPr>
          <p:cNvPr id="12" name="TextBox 14">
            <a:extLst>
              <a:ext uri="{FF2B5EF4-FFF2-40B4-BE49-F238E27FC236}">
                <a16:creationId xmlns:a16="http://schemas.microsoft.com/office/drawing/2014/main" id="{7FFD2F5D-DF1C-7471-5A06-123A7ACF25FB}"/>
              </a:ext>
            </a:extLst>
          </p:cNvPr>
          <p:cNvSpPr>
            <a:spLocks noGrp="1"/>
          </p:cNvSpPr>
          <p:nvPr/>
        </p:nvSpPr>
        <p:spPr>
          <a:xfrm>
            <a:off x="344476" y="668800"/>
            <a:ext cx="8432712" cy="2339102"/>
          </a:xfrm>
          <a:prstGeom prst="rect">
            <a:avLst/>
          </a:prstGeom>
        </p:spPr>
        <p:txBody>
          <a:bodyPr lIns="0" tIns="0" rIns="0" bIns="0" anchor="t">
            <a:spAutoFit/>
          </a:bodyPr>
          <a:lstStyle/>
          <a:p>
            <a:r>
              <a:rPr sz="2400" b="1" dirty="0">
                <a:latin typeface="Times New Roman"/>
                <a:ea typeface="Times New Roman"/>
                <a:cs typeface="Times New Roman"/>
              </a:rPr>
              <a:t>2. QUY TRÌNH GIẢI QUYẾT</a:t>
            </a:r>
          </a:p>
          <a:p>
            <a:r>
              <a:rPr sz="1800" b="1" dirty="0">
                <a:latin typeface="+mj-lt"/>
                <a:ea typeface="+mj-lt"/>
                <a:cs typeface="+mj-lt"/>
              </a:rPr>
              <a:t>2.2 </a:t>
            </a:r>
            <a:r>
              <a:rPr sz="1800" b="1" dirty="0" err="1">
                <a:latin typeface="+mj-lt"/>
                <a:ea typeface="+mj-lt"/>
                <a:cs typeface="+mj-lt"/>
              </a:rPr>
              <a:t>Ví</a:t>
            </a:r>
            <a:r>
              <a:rPr sz="1800" b="1" dirty="0">
                <a:latin typeface="+mj-lt"/>
                <a:ea typeface="+mj-lt"/>
                <a:cs typeface="+mj-lt"/>
              </a:rPr>
              <a:t> </a:t>
            </a:r>
            <a:r>
              <a:rPr sz="1800" b="1" dirty="0" err="1">
                <a:latin typeface="+mj-lt"/>
                <a:ea typeface="+mj-lt"/>
                <a:cs typeface="+mj-lt"/>
              </a:rPr>
              <a:t>dụ</a:t>
            </a:r>
            <a:r>
              <a:rPr sz="1800" b="1" dirty="0">
                <a:latin typeface="+mj-lt"/>
                <a:ea typeface="+mj-lt"/>
                <a:cs typeface="+mj-lt"/>
              </a:rPr>
              <a:t> </a:t>
            </a:r>
            <a:r>
              <a:rPr sz="1800" b="1" dirty="0" err="1">
                <a:latin typeface="+mj-lt"/>
                <a:ea typeface="+mj-lt"/>
                <a:cs typeface="+mj-lt"/>
              </a:rPr>
              <a:t>trực</a:t>
            </a:r>
            <a:r>
              <a:rPr sz="1800" b="1" dirty="0">
                <a:latin typeface="+mj-lt"/>
                <a:ea typeface="+mj-lt"/>
                <a:cs typeface="+mj-lt"/>
              </a:rPr>
              <a:t> </a:t>
            </a:r>
            <a:r>
              <a:rPr sz="1800" b="1" dirty="0" err="1">
                <a:latin typeface="+mj-lt"/>
                <a:ea typeface="+mj-lt"/>
                <a:cs typeface="+mj-lt"/>
              </a:rPr>
              <a:t>quan</a:t>
            </a:r>
            <a:r>
              <a:rPr sz="1800" b="1" dirty="0">
                <a:latin typeface="+mj-lt"/>
                <a:ea typeface="+mj-lt"/>
                <a:cs typeface="+mj-lt"/>
              </a:rPr>
              <a:t>:</a:t>
            </a:r>
          </a:p>
          <a:p>
            <a:r>
              <a:rPr sz="2000" b="1" dirty="0">
                <a:latin typeface="Times New Roman"/>
                <a:ea typeface="Times New Roman"/>
                <a:cs typeface="Times New Roman"/>
              </a:rPr>
              <a:t> </a:t>
            </a:r>
            <a:r>
              <a:rPr sz="1800" b="1" dirty="0" err="1">
                <a:latin typeface="Times New Roman"/>
                <a:ea typeface="Times New Roman"/>
                <a:cs typeface="Times New Roman"/>
              </a:rPr>
              <a:t>Bước</a:t>
            </a:r>
            <a:r>
              <a:rPr sz="1800" b="1" dirty="0">
                <a:latin typeface="Times New Roman"/>
                <a:ea typeface="Times New Roman"/>
                <a:cs typeface="Times New Roman"/>
              </a:rPr>
              <a:t> 3: </a:t>
            </a:r>
            <a:r>
              <a:rPr sz="1800" b="1" dirty="0" err="1">
                <a:latin typeface="Times New Roman"/>
                <a:ea typeface="Times New Roman"/>
                <a:cs typeface="Times New Roman"/>
              </a:rPr>
              <a:t>Khởi</a:t>
            </a:r>
            <a:r>
              <a:rPr sz="1800" b="1" dirty="0">
                <a:latin typeface="Times New Roman"/>
                <a:ea typeface="Times New Roman"/>
                <a:cs typeface="Times New Roman"/>
              </a:rPr>
              <a:t> </a:t>
            </a:r>
            <a:r>
              <a:rPr sz="1800" b="1" dirty="0" err="1">
                <a:latin typeface="Times New Roman"/>
                <a:ea typeface="Times New Roman"/>
                <a:cs typeface="Times New Roman"/>
              </a:rPr>
              <a:t>tạo</a:t>
            </a:r>
            <a:r>
              <a:rPr sz="1800" b="1" dirty="0">
                <a:latin typeface="Times New Roman"/>
                <a:ea typeface="Times New Roman"/>
                <a:cs typeface="Times New Roman"/>
              </a:rPr>
              <a:t> Pseudo-</a:t>
            </a:r>
            <a:r>
              <a:rPr sz="1800" b="1" dirty="0" err="1">
                <a:latin typeface="Times New Roman"/>
                <a:ea typeface="Times New Roman"/>
                <a:cs typeface="Times New Roman"/>
              </a:rPr>
              <a:t>IDList</a:t>
            </a:r>
            <a:r>
              <a:rPr sz="1800" b="1" dirty="0">
                <a:latin typeface="Times New Roman"/>
                <a:ea typeface="Times New Roman"/>
                <a:cs typeface="Times New Roman"/>
              </a:rPr>
              <a:t> </a:t>
            </a:r>
            <a:r>
              <a:rPr sz="1800" b="1" dirty="0" err="1">
                <a:latin typeface="Times New Roman"/>
                <a:ea typeface="Times New Roman"/>
                <a:cs typeface="Times New Roman"/>
              </a:rPr>
              <a:t>và</a:t>
            </a:r>
            <a:r>
              <a:rPr sz="1800" b="1" dirty="0">
                <a:latin typeface="Times New Roman"/>
                <a:ea typeface="Times New Roman"/>
                <a:cs typeface="Times New Roman"/>
              </a:rPr>
              <a:t> </a:t>
            </a:r>
            <a:r>
              <a:rPr sz="1800" b="1" dirty="0" err="1">
                <a:latin typeface="Times New Roman"/>
                <a:ea typeface="Times New Roman"/>
                <a:cs typeface="Times New Roman"/>
              </a:rPr>
              <a:t>kiểm</a:t>
            </a:r>
            <a:r>
              <a:rPr sz="1800" b="1" dirty="0">
                <a:latin typeface="Times New Roman"/>
                <a:ea typeface="Times New Roman"/>
                <a:cs typeface="Times New Roman"/>
              </a:rPr>
              <a:t> </a:t>
            </a:r>
            <a:r>
              <a:rPr sz="1800" b="1" dirty="0" err="1">
                <a:latin typeface="Times New Roman"/>
                <a:ea typeface="Times New Roman"/>
                <a:cs typeface="Times New Roman"/>
              </a:rPr>
              <a:t>tra</a:t>
            </a:r>
            <a:r>
              <a:rPr sz="1800" b="1" dirty="0">
                <a:latin typeface="Times New Roman"/>
                <a:ea typeface="Times New Roman"/>
                <a:cs typeface="Times New Roman"/>
              </a:rPr>
              <a:t> </a:t>
            </a:r>
            <a:r>
              <a:rPr sz="1800" b="1" dirty="0" err="1">
                <a:latin typeface="Times New Roman"/>
                <a:ea typeface="Times New Roman"/>
                <a:cs typeface="Times New Roman"/>
              </a:rPr>
              <a:t>độ</a:t>
            </a:r>
            <a:r>
              <a:rPr sz="1800" b="1" dirty="0">
                <a:latin typeface="Times New Roman"/>
                <a:ea typeface="Times New Roman"/>
                <a:cs typeface="Times New Roman"/>
              </a:rPr>
              <a:t> </a:t>
            </a:r>
            <a:r>
              <a:rPr sz="1800" b="1" dirty="0" err="1">
                <a:latin typeface="Times New Roman"/>
                <a:ea typeface="Times New Roman"/>
                <a:cs typeface="Times New Roman"/>
              </a:rPr>
              <a:t>hỗ</a:t>
            </a:r>
            <a:r>
              <a:rPr sz="1800" b="1" dirty="0">
                <a:latin typeface="Times New Roman"/>
                <a:ea typeface="Times New Roman"/>
                <a:cs typeface="Times New Roman"/>
              </a:rPr>
              <a:t> </a:t>
            </a:r>
            <a:r>
              <a:rPr sz="1800" b="1" dirty="0" err="1">
                <a:latin typeface="Times New Roman"/>
                <a:ea typeface="Times New Roman"/>
                <a:cs typeface="Times New Roman"/>
              </a:rPr>
              <a:t>trợ</a:t>
            </a:r>
            <a:r>
              <a:rPr sz="1800" b="1" dirty="0">
                <a:latin typeface="Times New Roman"/>
                <a:ea typeface="Times New Roman"/>
                <a:cs typeface="Times New Roman"/>
              </a:rPr>
              <a:t>:</a:t>
            </a:r>
          </a:p>
          <a:p>
            <a:endParaRPr sz="1800" b="1" dirty="0">
              <a:latin typeface="Times New Roman"/>
              <a:ea typeface="Times New Roman"/>
              <a:cs typeface="Times New Roman"/>
            </a:endParaRPr>
          </a:p>
          <a:p>
            <a:r>
              <a:rPr sz="1800" b="1" dirty="0">
                <a:latin typeface="Times New Roman"/>
                <a:ea typeface="Times New Roman"/>
                <a:cs typeface="Times New Roman"/>
              </a:rPr>
              <a:t> </a:t>
            </a:r>
            <a:r>
              <a:rPr sz="1800" b="1" dirty="0" err="1">
                <a:latin typeface="Times New Roman"/>
                <a:ea typeface="Times New Roman"/>
                <a:cs typeface="Times New Roman"/>
              </a:rPr>
              <a:t>Kết</a:t>
            </a:r>
            <a:r>
              <a:rPr sz="1800" b="1" dirty="0">
                <a:latin typeface="Times New Roman"/>
                <a:ea typeface="Times New Roman"/>
                <a:cs typeface="Times New Roman"/>
              </a:rPr>
              <a:t> </a:t>
            </a:r>
            <a:r>
              <a:rPr sz="1800" b="1" dirty="0" err="1">
                <a:latin typeface="Times New Roman"/>
                <a:ea typeface="Times New Roman"/>
                <a:cs typeface="Times New Roman"/>
              </a:rPr>
              <a:t>quả</a:t>
            </a:r>
            <a:r>
              <a:rPr sz="1800" b="1" dirty="0">
                <a:latin typeface="Times New Roman"/>
                <a:ea typeface="Times New Roman"/>
                <a:cs typeface="Times New Roman"/>
              </a:rPr>
              <a:t> </a:t>
            </a:r>
            <a:r>
              <a:rPr sz="1800" b="1" dirty="0" err="1">
                <a:latin typeface="Times New Roman"/>
                <a:ea typeface="Times New Roman"/>
                <a:cs typeface="Times New Roman"/>
              </a:rPr>
              <a:t>ảo</a:t>
            </a:r>
            <a:r>
              <a:rPr sz="1800" b="1" dirty="0">
                <a:latin typeface="Times New Roman"/>
                <a:ea typeface="Times New Roman"/>
                <a:cs typeface="Times New Roman"/>
              </a:rPr>
              <a:t> </a:t>
            </a:r>
            <a:r>
              <a:rPr sz="1800" b="1" dirty="0" err="1">
                <a:latin typeface="Times New Roman"/>
                <a:ea typeface="Times New Roman"/>
                <a:cs typeface="Times New Roman"/>
              </a:rPr>
              <a:t>thu</a:t>
            </a:r>
            <a:r>
              <a:rPr sz="1800" b="1" dirty="0">
                <a:latin typeface="Times New Roman"/>
                <a:ea typeface="Times New Roman"/>
                <a:cs typeface="Times New Roman"/>
              </a:rPr>
              <a:t> </a:t>
            </a:r>
            <a:r>
              <a:rPr sz="1800" b="1" dirty="0" err="1">
                <a:latin typeface="Times New Roman"/>
                <a:ea typeface="Times New Roman"/>
                <a:cs typeface="Times New Roman"/>
              </a:rPr>
              <a:t>được</a:t>
            </a:r>
            <a:r>
              <a:rPr sz="1800" b="1" dirty="0">
                <a:latin typeface="Times New Roman"/>
                <a:ea typeface="Times New Roman"/>
                <a:cs typeface="Times New Roman"/>
              </a:rPr>
              <a:t>:</a:t>
            </a:r>
          </a:p>
          <a:p>
            <a:endParaRPr sz="1800" b="1" dirty="0">
              <a:latin typeface="Times New Roman"/>
              <a:ea typeface="Times New Roman"/>
              <a:cs typeface="Times New Roman"/>
            </a:endParaRPr>
          </a:p>
          <a:p>
            <a:endParaRPr sz="1800" b="1" dirty="0">
              <a:latin typeface="Times New Roman"/>
              <a:ea typeface="Times New Roman"/>
              <a:cs typeface="Times New Roman"/>
            </a:endParaRPr>
          </a:p>
          <a:p>
            <a:endParaRPr sz="1800" b="1" dirty="0">
              <a:latin typeface="Times New Roman"/>
              <a:ea typeface="Times New Roman"/>
              <a:cs typeface="Times New Roman"/>
            </a:endParaRPr>
          </a:p>
        </p:txBody>
      </p:sp>
      <p:graphicFrame>
        <p:nvGraphicFramePr>
          <p:cNvPr id="20" name="Bảng 10"/>
          <p:cNvGraphicFramePr/>
          <p:nvPr/>
        </p:nvGraphicFramePr>
        <p:xfrm>
          <a:off x="629286" y="2490668"/>
          <a:ext cx="7718424" cy="1270000"/>
        </p:xfrm>
        <a:graphic>
          <a:graphicData uri="http://schemas.openxmlformats.org/drawingml/2006/table">
            <a:tbl>
              <a:tblPr/>
              <a:tblGrid>
                <a:gridCol w="2572808">
                  <a:extLst>
                    <a:ext uri="{9D8B030D-6E8A-4147-A177-3AD203B41FA5}">
                      <a16:colId xmlns:a16="http://schemas.microsoft.com/office/drawing/2014/main" val="20000"/>
                    </a:ext>
                  </a:extLst>
                </a:gridCol>
                <a:gridCol w="2572808">
                  <a:extLst>
                    <a:ext uri="{9D8B030D-6E8A-4147-A177-3AD203B41FA5}">
                      <a16:colId xmlns:a16="http://schemas.microsoft.com/office/drawing/2014/main" val="20001"/>
                    </a:ext>
                  </a:extLst>
                </a:gridCol>
                <a:gridCol w="2572808">
                  <a:extLst>
                    <a:ext uri="{9D8B030D-6E8A-4147-A177-3AD203B41FA5}">
                      <a16:colId xmlns:a16="http://schemas.microsoft.com/office/drawing/2014/main" val="20002"/>
                    </a:ext>
                  </a:extLst>
                </a:gridCol>
              </a:tblGrid>
              <a:tr h="375920">
                <a:tc>
                  <a:txBody>
                    <a:bodyPr/>
                    <a:lstStyle/>
                    <a:p>
                      <a:pPr algn="l">
                        <a:buNone/>
                      </a:pPr>
                      <a:r>
                        <a:t>Local id</a:t>
                      </a:r>
                    </a:p>
                  </a:txBody>
                  <a:tcPr>
                    <a:lnL>
                      <a:noFill/>
                    </a:lnL>
                    <a:lnR>
                      <a:noFill/>
                    </a:lnR>
                    <a:lnT>
                      <a:noFill/>
                    </a:lnT>
                    <a:lnB w="9525" cmpd="sng">
                      <a:solidFill>
                        <a:srgbClr val="919191"/>
                      </a:solidFill>
                      <a:prstDash val="solid"/>
                    </a:lnB>
                    <a:solidFill>
                      <a:srgbClr val="FFFFFF"/>
                    </a:solidFill>
                  </a:tcPr>
                </a:tc>
                <a:tc>
                  <a:txBody>
                    <a:bodyPr/>
                    <a:lstStyle/>
                    <a:p>
                      <a:pPr algn="l">
                        <a:buNone/>
                      </a:pPr>
                      <a:r>
                        <a:t>UCID (Người dùng)</a:t>
                      </a:r>
                    </a:p>
                  </a:txBody>
                  <a:tcPr>
                    <a:lnL>
                      <a:noFill/>
                    </a:lnL>
                    <a:lnR>
                      <a:noFill/>
                    </a:lnR>
                    <a:lnT>
                      <a:noFill/>
                    </a:lnT>
                    <a:lnB w="9525" cmpd="sng">
                      <a:solidFill>
                        <a:srgbClr val="919191"/>
                      </a:solidFill>
                      <a:prstDash val="solid"/>
                    </a:lnB>
                    <a:solidFill>
                      <a:srgbClr val="FFFFFF"/>
                    </a:solidFill>
                  </a:tcPr>
                </a:tc>
                <a:tc>
                  <a:txBody>
                    <a:bodyPr/>
                    <a:lstStyle/>
                    <a:p>
                      <a:pPr algn="l">
                        <a:buNone/>
                      </a:pPr>
                      <a:r>
                        <a:t>Position list (Vị trí thực tế của </a:t>
                      </a:r>
                      <a:r>
                        <a:rPr b="0">
                          <a:solidFill>
                            <a:srgbClr val="303030"/>
                          </a:solidFill>
                          <a:latin typeface="Google Sans Code"/>
                          <a:ea typeface="Google Sans Code"/>
                          <a:cs typeface="Google Sans Code"/>
                        </a:rPr>
                        <a:t>&lt;a, c&gt;</a:t>
                      </a:r>
                      <a:r>
                        <a:t>)</a:t>
                      </a:r>
                    </a:p>
                  </a:txBody>
                  <a:tcPr>
                    <a:lnL>
                      <a:noFill/>
                    </a:lnL>
                    <a:lnR>
                      <a:noFill/>
                    </a:lnR>
                    <a:lnT>
                      <a:noFill/>
                    </a:lnT>
                    <a:lnB w="9525" cmpd="sng">
                      <a:solidFill>
                        <a:srgbClr val="919191"/>
                      </a:solidFill>
                      <a:prstDash val="solid"/>
                    </a:lnB>
                    <a:solidFill>
                      <a:srgbClr val="FFFFFF"/>
                    </a:solidFill>
                  </a:tcPr>
                </a:tc>
                <a:extLst>
                  <a:ext uri="{0D108BD9-81ED-4DB2-BD59-A6C34878D82A}">
                    <a16:rowId xmlns:a16="http://schemas.microsoft.com/office/drawing/2014/main" val="10000"/>
                  </a:ext>
                </a:extLst>
              </a:tr>
              <a:tr h="375920">
                <a:tc>
                  <a:txBody>
                    <a:bodyPr/>
                    <a:lstStyle/>
                    <a:p>
                      <a:pPr algn="l">
                        <a:buNone/>
                      </a:pPr>
                      <a:r>
                        <a:rPr b="1"/>
                        <a:t>1</a:t>
                      </a:r>
                    </a:p>
                  </a:txBody>
                  <a:tcPr>
                    <a:lnL>
                      <a:noFill/>
                    </a:lnL>
                    <a:lnR>
                      <a:noFill/>
                    </a:lnR>
                    <a:lnT w="9525" cmpd="sng">
                      <a:solidFill>
                        <a:srgbClr val="919191"/>
                      </a:solidFill>
                      <a:prstDash val="solid"/>
                    </a:lnT>
                    <a:lnB w="9525" cmpd="sng">
                      <a:solidFill>
                        <a:srgbClr val="DDE1EB"/>
                      </a:solidFill>
                      <a:prstDash val="solid"/>
                    </a:lnB>
                    <a:solidFill>
                      <a:srgbClr val="FFFFFF"/>
                    </a:solidFill>
                  </a:tcPr>
                </a:tc>
                <a:tc>
                  <a:txBody>
                    <a:bodyPr/>
                    <a:lstStyle/>
                    <a:p>
                      <a:pPr algn="l">
                        <a:buNone/>
                      </a:pPr>
                      <a:r>
                        <a:t>100</a:t>
                      </a:r>
                    </a:p>
                  </a:txBody>
                  <a:tcPr>
                    <a:lnL>
                      <a:noFill/>
                    </a:lnL>
                    <a:lnR>
                      <a:noFill/>
                    </a:lnR>
                    <a:lnT w="9525" cmpd="sng">
                      <a:solidFill>
                        <a:srgbClr val="919191"/>
                      </a:solidFill>
                      <a:prstDash val="solid"/>
                    </a:lnT>
                    <a:lnB w="9525" cmpd="sng">
                      <a:solidFill>
                        <a:srgbClr val="DDE1EB"/>
                      </a:solidFill>
                      <a:prstDash val="solid"/>
                    </a:lnB>
                    <a:solidFill>
                      <a:srgbClr val="FFFFFF"/>
                    </a:solidFill>
                  </a:tcPr>
                </a:tc>
                <a:tc>
                  <a:txBody>
                    <a:bodyPr/>
                    <a:lstStyle/>
                    <a:p>
                      <a:pPr algn="l">
                        <a:buNone/>
                      </a:pPr>
                      <a:r>
                        <a:rPr b="1"/>
                        <a:t>6, 9</a:t>
                      </a:r>
                    </a:p>
                  </a:txBody>
                  <a:tcPr>
                    <a:lnL>
                      <a:noFill/>
                    </a:lnL>
                    <a:lnR>
                      <a:noFill/>
                    </a:lnR>
                    <a:lnT w="9525" cmpd="sng">
                      <a:solidFill>
                        <a:srgbClr val="919191"/>
                      </a:solidFill>
                      <a:prstDash val="solid"/>
                    </a:lnT>
                    <a:lnB w="9525" cmpd="sng">
                      <a:solidFill>
                        <a:srgbClr val="DDE1EB"/>
                      </a:solidFill>
                      <a:prstDash val="solid"/>
                    </a:lnB>
                    <a:solidFill>
                      <a:srgbClr val="FFFFFF"/>
                    </a:solidFill>
                  </a:tcPr>
                </a:tc>
                <a:extLst>
                  <a:ext uri="{0D108BD9-81ED-4DB2-BD59-A6C34878D82A}">
                    <a16:rowId xmlns:a16="http://schemas.microsoft.com/office/drawing/2014/main" val="10001"/>
                  </a:ext>
                </a:extLst>
              </a:tr>
              <a:tr h="375920">
                <a:tc>
                  <a:txBody>
                    <a:bodyPr/>
                    <a:lstStyle/>
                    <a:p>
                      <a:pPr algn="l">
                        <a:buNone/>
                      </a:pPr>
                      <a:r>
                        <a:rPr b="1"/>
                        <a:t>2</a:t>
                      </a:r>
                    </a:p>
                  </a:txBody>
                  <a:tcPr>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t>400</a:t>
                      </a:r>
                    </a:p>
                  </a:txBody>
                  <a:tcPr>
                    <a:lnL>
                      <a:noFill/>
                    </a:lnL>
                    <a:lnR>
                      <a:noFill/>
                    </a:lnR>
                    <a:lnT w="9525" cmpd="sng">
                      <a:solidFill>
                        <a:srgbClr val="DDE1EB"/>
                      </a:solidFill>
                      <a:prstDash val="solid"/>
                    </a:lnT>
                    <a:lnB w="9525" cmpd="sng">
                      <a:solidFill>
                        <a:srgbClr val="DDE1EB"/>
                      </a:solidFill>
                      <a:prstDash val="solid"/>
                    </a:lnB>
                    <a:solidFill>
                      <a:srgbClr val="FFFFFF"/>
                    </a:solidFill>
                  </a:tcPr>
                </a:tc>
                <a:tc>
                  <a:txBody>
                    <a:bodyPr/>
                    <a:lstStyle/>
                    <a:p>
                      <a:pPr algn="l">
                        <a:buNone/>
                      </a:pPr>
                      <a:r>
                        <a:rPr b="1"/>
                        <a:t>4, 6</a:t>
                      </a:r>
                    </a:p>
                  </a:txBody>
                  <a:tcPr>
                    <a:lnL>
                      <a:noFill/>
                    </a:lnL>
                    <a:lnR>
                      <a:noFill/>
                    </a:lnR>
                    <a:lnT w="9525" cmpd="sng">
                      <a:solidFill>
                        <a:srgbClr val="DDE1EB"/>
                      </a:solidFill>
                      <a:prstDash val="solid"/>
                    </a:lnT>
                    <a:lnB w="9525" cmpd="sng">
                      <a:solidFill>
                        <a:srgbClr val="DDE1EB"/>
                      </a:solidFill>
                      <a:prstDash val="solid"/>
                    </a:lnB>
                    <a:solidFill>
                      <a:srgbClr val="FFFFFF"/>
                    </a:solidFill>
                  </a:tcPr>
                </a:tc>
                <a:extLst>
                  <a:ext uri="{0D108BD9-81ED-4DB2-BD59-A6C34878D82A}">
                    <a16:rowId xmlns:a16="http://schemas.microsoft.com/office/drawing/2014/main" val="10002"/>
                  </a:ext>
                </a:extLst>
              </a:tr>
            </a:tbl>
          </a:graphicData>
        </a:graphic>
      </p:graphicFrame>
      <p:grpSp>
        <p:nvGrpSpPr>
          <p:cNvPr id="2" name="Group 3">
            <a:extLst>
              <a:ext uri="{FF2B5EF4-FFF2-40B4-BE49-F238E27FC236}">
                <a16:creationId xmlns:a16="http://schemas.microsoft.com/office/drawing/2014/main" id="{83CEA7BF-64C4-374B-BCAF-DCBC4207BB41}"/>
              </a:ext>
            </a:extLst>
          </p:cNvPr>
          <p:cNvGrpSpPr/>
          <p:nvPr/>
        </p:nvGrpSpPr>
        <p:grpSpPr>
          <a:xfrm>
            <a:off x="0" y="-19526"/>
            <a:ext cx="9144000" cy="535020"/>
            <a:chOff x="0" y="0"/>
            <a:chExt cx="24384000" cy="1426718"/>
          </a:xfrm>
        </p:grpSpPr>
        <p:sp>
          <p:nvSpPr>
            <p:cNvPr id="3" name="Freeform 4">
              <a:extLst>
                <a:ext uri="{FF2B5EF4-FFF2-40B4-BE49-F238E27FC236}">
                  <a16:creationId xmlns:a16="http://schemas.microsoft.com/office/drawing/2014/main" id="{05084A4E-CB0D-5E21-CF25-48C77A1B0F3A}"/>
                </a:ext>
              </a:extLst>
            </p:cNvPr>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E95856"/>
            </a:solidFill>
            <a:ln w="12700">
              <a:solidFill>
                <a:srgbClr val="000000"/>
              </a:solidFill>
            </a:ln>
          </p:spPr>
        </p:sp>
      </p:grpSp>
      <p:grpSp>
        <p:nvGrpSpPr>
          <p:cNvPr id="6" name="Group 7">
            <a:extLst>
              <a:ext uri="{FF2B5EF4-FFF2-40B4-BE49-F238E27FC236}">
                <a16:creationId xmlns:a16="http://schemas.microsoft.com/office/drawing/2014/main" id="{190C981C-2384-4778-CA42-96B8F2ACB2D3}"/>
              </a:ext>
            </a:extLst>
          </p:cNvPr>
          <p:cNvGrpSpPr/>
          <p:nvPr/>
        </p:nvGrpSpPr>
        <p:grpSpPr>
          <a:xfrm>
            <a:off x="514350" y="4969883"/>
            <a:ext cx="7833601" cy="76945"/>
            <a:chOff x="0" y="0"/>
            <a:chExt cx="20889601" cy="205185"/>
          </a:xfrm>
        </p:grpSpPr>
        <p:sp>
          <p:nvSpPr>
            <p:cNvPr id="7" name="Freeform 8">
              <a:extLst>
                <a:ext uri="{FF2B5EF4-FFF2-40B4-BE49-F238E27FC236}">
                  <a16:creationId xmlns:a16="http://schemas.microsoft.com/office/drawing/2014/main" id="{A1CFD44A-57D2-A2C2-F128-AD7A5D46E0A1}"/>
                </a:ext>
              </a:extLst>
            </p:cNvPr>
            <p:cNvSpPr/>
            <p:nvPr/>
          </p:nvSpPr>
          <p:spPr>
            <a:xfrm>
              <a:off x="0" y="0"/>
              <a:ext cx="20889595" cy="205232"/>
            </a:xfrm>
            <a:custGeom>
              <a:avLst/>
              <a:gdLst/>
              <a:ahLst/>
              <a:cxnLst/>
              <a:rect l="l" t="t" r="r" b="b"/>
              <a:pathLst>
                <a:path w="20889595" h="205232">
                  <a:moveTo>
                    <a:pt x="0" y="0"/>
                  </a:moveTo>
                  <a:lnTo>
                    <a:pt x="20889595" y="0"/>
                  </a:lnTo>
                  <a:lnTo>
                    <a:pt x="20889595" y="205232"/>
                  </a:lnTo>
                  <a:lnTo>
                    <a:pt x="0" y="205232"/>
                  </a:lnTo>
                  <a:lnTo>
                    <a:pt x="0" y="0"/>
                  </a:lnTo>
                  <a:close/>
                </a:path>
              </a:pathLst>
            </a:custGeom>
            <a:blipFill>
              <a:blip r:embed="rId3"/>
              <a:stretch>
                <a:fillRect t="-17868" b="-17845"/>
              </a:stretch>
            </a:blipFill>
          </p:spPr>
        </p:sp>
      </p:grpSp>
      <p:grpSp>
        <p:nvGrpSpPr>
          <p:cNvPr id="8" name="Group 9">
            <a:extLst>
              <a:ext uri="{FF2B5EF4-FFF2-40B4-BE49-F238E27FC236}">
                <a16:creationId xmlns:a16="http://schemas.microsoft.com/office/drawing/2014/main" id="{73BA3564-46B7-9C7D-6394-56A7A5113336}"/>
              </a:ext>
            </a:extLst>
          </p:cNvPr>
          <p:cNvGrpSpPr/>
          <p:nvPr/>
        </p:nvGrpSpPr>
        <p:grpSpPr>
          <a:xfrm>
            <a:off x="238964" y="1668"/>
            <a:ext cx="2467785" cy="513826"/>
            <a:chOff x="0" y="0"/>
            <a:chExt cx="6580759" cy="1370203"/>
          </a:xfrm>
        </p:grpSpPr>
        <p:sp>
          <p:nvSpPr>
            <p:cNvPr id="9" name="Freeform 10" descr="A black background with white text  Description automatically generated">
              <a:extLst>
                <a:ext uri="{FF2B5EF4-FFF2-40B4-BE49-F238E27FC236}">
                  <a16:creationId xmlns:a16="http://schemas.microsoft.com/office/drawing/2014/main" id="{3F7291A0-C287-A2AA-4BD5-7A5C08EF628D}"/>
                </a:ext>
              </a:extLst>
            </p:cNvPr>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4"/>
              <a:stretch>
                <a:fillRect l="-194" r="-194"/>
              </a:stretch>
            </a:blipFill>
          </p:spPr>
        </p:sp>
      </p:grpSp>
    </p:spTree>
    <p:extLst>
      <p:ext uri="{BB962C8B-B14F-4D97-AF65-F5344CB8AC3E}">
        <p14:creationId xmlns:p14="http://schemas.microsoft.com/office/powerpoint/2010/main" val="1043513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5">
            <a:extLst>
              <a:ext uri="{FF2B5EF4-FFF2-40B4-BE49-F238E27FC236}">
                <a16:creationId xmlns:a16="http://schemas.microsoft.com/office/drawing/2014/main" id="{C30C2D80-B8FF-6795-7ACD-57F548DCB161}"/>
              </a:ext>
            </a:extLst>
          </p:cNvPr>
          <p:cNvGrpSpPr/>
          <p:nvPr/>
        </p:nvGrpSpPr>
        <p:grpSpPr>
          <a:xfrm>
            <a:off x="-160282" y="4969883"/>
            <a:ext cx="9304283" cy="284619"/>
            <a:chOff x="0" y="0"/>
            <a:chExt cx="24811420" cy="758984"/>
          </a:xfrm>
        </p:grpSpPr>
        <p:sp>
          <p:nvSpPr>
            <p:cNvPr id="5" name="Freeform 6">
              <a:extLst>
                <a:ext uri="{FF2B5EF4-FFF2-40B4-BE49-F238E27FC236}">
                  <a16:creationId xmlns:a16="http://schemas.microsoft.com/office/drawing/2014/main" id="{5502F3D1-1F7C-755A-9934-E8BEA222D2AF}"/>
                </a:ext>
              </a:extLst>
            </p:cNvPr>
            <p:cNvSpPr/>
            <p:nvPr/>
          </p:nvSpPr>
          <p:spPr>
            <a:xfrm>
              <a:off x="0" y="0"/>
              <a:ext cx="24811482" cy="758952"/>
            </a:xfrm>
            <a:custGeom>
              <a:avLst/>
              <a:gdLst/>
              <a:ahLst/>
              <a:cxnLst/>
              <a:rect l="l" t="t" r="r" b="b"/>
              <a:pathLst>
                <a:path w="24811482" h="758952">
                  <a:moveTo>
                    <a:pt x="285242" y="0"/>
                  </a:moveTo>
                  <a:lnTo>
                    <a:pt x="24811482" y="0"/>
                  </a:lnTo>
                  <a:lnTo>
                    <a:pt x="24811482" y="740410"/>
                  </a:lnTo>
                  <a:lnTo>
                    <a:pt x="0" y="758952"/>
                  </a:lnTo>
                  <a:lnTo>
                    <a:pt x="285242" y="0"/>
                  </a:lnTo>
                  <a:close/>
                </a:path>
              </a:pathLst>
            </a:custGeom>
            <a:solidFill>
              <a:srgbClr val="E95856"/>
            </a:solidFill>
            <a:ln w="12700">
              <a:solidFill>
                <a:srgbClr val="000000"/>
              </a:solidFill>
            </a:ln>
          </p:spPr>
        </p:sp>
      </p:grpSp>
      <p:sp>
        <p:nvSpPr>
          <p:cNvPr id="16" name="Slide Number Placeholder 14">
            <a:extLst>
              <a:ext uri="{FF2B5EF4-FFF2-40B4-BE49-F238E27FC236}">
                <a16:creationId xmlns:a16="http://schemas.microsoft.com/office/drawing/2014/main" id="{770B7E93-5C5E-3A7E-C36F-001E79128CAE}"/>
              </a:ext>
            </a:extLst>
          </p:cNvPr>
          <p:cNvSpPr>
            <a:spLocks noGrp="1"/>
          </p:cNvSpPr>
          <p:nvPr/>
        </p:nvSpPr>
        <p:spPr>
          <a:xfrm>
            <a:off x="8347710" y="4970145"/>
            <a:ext cx="795655" cy="259715"/>
          </a:xfrm>
        </p:spPr>
        <p:txBody>
          <a:bodyPr/>
          <a:lst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a:lstStyle>
          <a:p>
            <a:pPr algn="ctr">
              <a:buNone/>
            </a:pPr>
            <a:fld id="{B1C6C81E-38B9-7560-621D-5A151A79DF9B}" type="slidenum">
              <a:rPr>
                <a:latin typeface="Times New Roman"/>
                <a:ea typeface="Times New Roman"/>
                <a:cs typeface="Times New Roman"/>
              </a:rPr>
              <a:t>17</a:t>
            </a:fld>
            <a:endParaRPr>
              <a:latin typeface="Times New Roman"/>
              <a:ea typeface="Times New Roman"/>
              <a:cs typeface="Times New Roman"/>
            </a:endParaRPr>
          </a:p>
        </p:txBody>
      </p:sp>
      <p:sp>
        <p:nvSpPr>
          <p:cNvPr id="13" name="TextBox 14">
            <a:extLst>
              <a:ext uri="{FF2B5EF4-FFF2-40B4-BE49-F238E27FC236}">
                <a16:creationId xmlns:a16="http://schemas.microsoft.com/office/drawing/2014/main" id="{78102E98-2C0C-57BB-6853-BAB221303F52}"/>
              </a:ext>
            </a:extLst>
          </p:cNvPr>
          <p:cNvSpPr>
            <a:spLocks noGrp="1"/>
          </p:cNvSpPr>
          <p:nvPr/>
        </p:nvSpPr>
        <p:spPr>
          <a:xfrm>
            <a:off x="357187" y="582803"/>
            <a:ext cx="8429625" cy="4362450"/>
          </a:xfrm>
          <a:prstGeom prst="rect">
            <a:avLst/>
          </a:prstGeom>
        </p:spPr>
        <p:txBody>
          <a:bodyPr lIns="19050" tIns="38100" rIns="57150" bIns="19050" anchor="t">
            <a:normAutofit fontScale="92500" lnSpcReduction="10000"/>
          </a:bodyPr>
          <a:lstStyle/>
          <a:p>
            <a:pPr>
              <a:lnSpc>
                <a:spcPct val="102000"/>
              </a:lnSpc>
              <a:spcAft>
                <a:spcPts val="1"/>
              </a:spcAft>
              <a:buNone/>
              <a:defRPr sz="1500">
                <a:solidFill>
                  <a:srgbClr val="111111"/>
                </a:solidFill>
                <a:latin typeface="Times New Roman"/>
                <a:ea typeface="Times New Roman"/>
                <a:cs typeface="Times New Roman"/>
              </a:defRPr>
            </a:pPr>
            <a:r>
              <a:rPr sz="2400" b="1" dirty="0">
                <a:solidFill>
                  <a:srgbClr val="111111"/>
                </a:solidFill>
                <a:latin typeface="Times New Roman"/>
                <a:ea typeface="Times New Roman"/>
                <a:cs typeface="Times New Roman"/>
              </a:rPr>
              <a:t>3. PSEUDO-IDLIST</a:t>
            </a:r>
          </a:p>
          <a:p>
            <a:pPr>
              <a:lnSpc>
                <a:spcPct val="102000"/>
              </a:lnSpc>
              <a:spcAft>
                <a:spcPts val="10"/>
              </a:spcAft>
              <a:buNone/>
              <a:defRPr sz="1500">
                <a:solidFill>
                  <a:srgbClr val="111111"/>
                </a:solidFill>
                <a:latin typeface="Times New Roman"/>
                <a:ea typeface="Times New Roman"/>
                <a:cs typeface="Times New Roman"/>
              </a:defRPr>
            </a:pPr>
            <a:r>
              <a:rPr sz="1900" b="1" dirty="0">
                <a:solidFill>
                  <a:srgbClr val="111111"/>
                </a:solidFill>
                <a:latin typeface="Times New Roman"/>
                <a:ea typeface="Times New Roman"/>
                <a:cs typeface="Times New Roman"/>
              </a:rPr>
              <a:t>3.</a:t>
            </a:r>
            <a:r>
              <a:rPr lang="vi-VN" sz="1900" b="1" dirty="0">
                <a:solidFill>
                  <a:srgbClr val="111111"/>
                </a:solidFill>
                <a:latin typeface="Times New Roman"/>
                <a:ea typeface="Times New Roman"/>
                <a:cs typeface="Times New Roman"/>
              </a:rPr>
              <a:t>1</a:t>
            </a:r>
            <a:r>
              <a:rPr sz="1900" b="1" dirty="0">
                <a:solidFill>
                  <a:srgbClr val="111111"/>
                </a:solidFill>
                <a:latin typeface="Times New Roman"/>
                <a:ea typeface="Times New Roman"/>
                <a:cs typeface="Times New Roman"/>
              </a:rPr>
              <a:t>. Định </a:t>
            </a:r>
            <a:r>
              <a:rPr sz="1900" b="1" dirty="0" err="1">
                <a:solidFill>
                  <a:srgbClr val="111111"/>
                </a:solidFill>
                <a:latin typeface="Times New Roman"/>
                <a:ea typeface="Times New Roman"/>
                <a:cs typeface="Times New Roman"/>
              </a:rPr>
              <a:t>nghĩa</a:t>
            </a:r>
            <a:r>
              <a:rPr sz="1900" b="1" dirty="0">
                <a:solidFill>
                  <a:srgbClr val="111111"/>
                </a:solidFill>
                <a:latin typeface="Times New Roman"/>
                <a:ea typeface="Times New Roman"/>
                <a:cs typeface="Times New Roman"/>
              </a:rPr>
              <a:t> </a:t>
            </a:r>
            <a:r>
              <a:rPr sz="1900" b="1" dirty="0" err="1">
                <a:solidFill>
                  <a:srgbClr val="111111"/>
                </a:solidFill>
                <a:latin typeface="Times New Roman"/>
                <a:ea typeface="Times New Roman"/>
                <a:cs typeface="Times New Roman"/>
              </a:rPr>
              <a:t>hình</a:t>
            </a:r>
            <a:r>
              <a:rPr sz="1900" b="1" dirty="0">
                <a:solidFill>
                  <a:srgbClr val="111111"/>
                </a:solidFill>
                <a:latin typeface="Times New Roman"/>
                <a:ea typeface="Times New Roman"/>
                <a:cs typeface="Times New Roman"/>
              </a:rPr>
              <a:t> </a:t>
            </a:r>
            <a:r>
              <a:rPr sz="1900" b="1" dirty="0" err="1">
                <a:solidFill>
                  <a:srgbClr val="111111"/>
                </a:solidFill>
                <a:latin typeface="Times New Roman"/>
                <a:ea typeface="Times New Roman"/>
                <a:cs typeface="Times New Roman"/>
              </a:rPr>
              <a:t>thức</a:t>
            </a:r>
            <a:r>
              <a:rPr sz="1900" b="1" dirty="0">
                <a:solidFill>
                  <a:srgbClr val="111111"/>
                </a:solidFill>
                <a:latin typeface="Times New Roman"/>
                <a:ea typeface="Times New Roman"/>
                <a:cs typeface="Times New Roman"/>
              </a:rPr>
              <a:t> </a:t>
            </a:r>
            <a:r>
              <a:rPr sz="1900" b="1" dirty="0" err="1">
                <a:solidFill>
                  <a:srgbClr val="111111"/>
                </a:solidFill>
                <a:latin typeface="Times New Roman"/>
                <a:ea typeface="Times New Roman"/>
                <a:cs typeface="Times New Roman"/>
              </a:rPr>
              <a:t>của</a:t>
            </a:r>
            <a:r>
              <a:rPr sz="1900" b="1" dirty="0">
                <a:solidFill>
                  <a:srgbClr val="111111"/>
                </a:solidFill>
                <a:latin typeface="Times New Roman"/>
                <a:ea typeface="Times New Roman"/>
                <a:cs typeface="Times New Roman"/>
              </a:rPr>
              <a:t> Pseudo-</a:t>
            </a:r>
            <a:r>
              <a:rPr sz="1900" b="1" dirty="0" err="1">
                <a:solidFill>
                  <a:srgbClr val="111111"/>
                </a:solidFill>
                <a:latin typeface="Times New Roman"/>
                <a:ea typeface="Times New Roman"/>
                <a:cs typeface="Times New Roman"/>
              </a:rPr>
              <a:t>IDList</a:t>
            </a:r>
            <a:endParaRPr lang="vi-VN" sz="1900" b="1" dirty="0">
              <a:solidFill>
                <a:srgbClr val="111111"/>
              </a:solidFill>
              <a:latin typeface="Times New Roman"/>
              <a:ea typeface="Times New Roman"/>
              <a:cs typeface="Times New Roman"/>
            </a:endParaRPr>
          </a:p>
          <a:p>
            <a:pPr>
              <a:lnSpc>
                <a:spcPct val="102000"/>
              </a:lnSpc>
              <a:spcAft>
                <a:spcPts val="10"/>
              </a:spcAft>
              <a:buNone/>
              <a:defRPr sz="1500">
                <a:solidFill>
                  <a:srgbClr val="111111"/>
                </a:solidFill>
                <a:latin typeface="Times New Roman"/>
                <a:ea typeface="Times New Roman"/>
                <a:cs typeface="Times New Roman"/>
              </a:defRPr>
            </a:pPr>
            <a:endParaRPr sz="1500" b="1" dirty="0">
              <a:solidFill>
                <a:srgbClr val="111111"/>
              </a:solidFill>
              <a:latin typeface="Times New Roman"/>
              <a:ea typeface="Times New Roman"/>
              <a:cs typeface="Times New Roman"/>
            </a:endParaRPr>
          </a:p>
          <a:p>
            <a:pPr>
              <a:lnSpc>
                <a:spcPct val="102000"/>
              </a:lnSpc>
              <a:spcAft>
                <a:spcPts val="10"/>
              </a:spcAft>
              <a:buNone/>
              <a:defRPr sz="1500">
                <a:solidFill>
                  <a:srgbClr val="111111"/>
                </a:solidFill>
                <a:latin typeface="Times New Roman"/>
                <a:ea typeface="Times New Roman"/>
                <a:cs typeface="Times New Roman"/>
              </a:defRPr>
            </a:pPr>
            <a:r>
              <a:rPr sz="1500" b="1" dirty="0">
                <a:solidFill>
                  <a:srgbClr val="111111"/>
                </a:solidFill>
                <a:latin typeface="Times New Roman"/>
                <a:ea typeface="Times New Roman"/>
                <a:cs typeface="Times New Roman"/>
              </a:rPr>
              <a:t>Pseudo-</a:t>
            </a:r>
            <a:r>
              <a:rPr sz="1500" b="1" dirty="0" err="1">
                <a:solidFill>
                  <a:srgbClr val="111111"/>
                </a:solidFill>
                <a:latin typeface="Times New Roman"/>
                <a:ea typeface="Times New Roman"/>
                <a:cs typeface="Times New Roman"/>
              </a:rPr>
              <a:t>IDList</a:t>
            </a:r>
            <a:r>
              <a:rPr sz="1500" b="1" dirty="0">
                <a:solidFill>
                  <a:srgbClr val="111111"/>
                </a:solidFill>
                <a:latin typeface="Times New Roman"/>
                <a:ea typeface="Times New Roman"/>
                <a:cs typeface="Times New Roman"/>
              </a:rPr>
              <a:t>(P) = &lt;P, DIP, M&gt;</a:t>
            </a:r>
            <a:endParaRPr lang="vi-VN" sz="1500" b="1" dirty="0">
              <a:solidFill>
                <a:srgbClr val="111111"/>
              </a:solidFill>
              <a:latin typeface="Times New Roman"/>
              <a:ea typeface="Times New Roman"/>
              <a:cs typeface="Times New Roman"/>
            </a:endParaRPr>
          </a:p>
          <a:p>
            <a:pPr>
              <a:lnSpc>
                <a:spcPct val="102000"/>
              </a:lnSpc>
              <a:spcAft>
                <a:spcPts val="10"/>
              </a:spcAft>
              <a:buNone/>
              <a:defRPr sz="1500">
                <a:solidFill>
                  <a:srgbClr val="111111"/>
                </a:solidFill>
                <a:latin typeface="Times New Roman"/>
                <a:ea typeface="Times New Roman"/>
                <a:cs typeface="Times New Roman"/>
              </a:defRPr>
            </a:pPr>
            <a:endParaRPr sz="1500" b="1"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r>
              <a:rPr sz="1500" b="1" dirty="0">
                <a:solidFill>
                  <a:srgbClr val="111111"/>
                </a:solidFill>
                <a:latin typeface="Times New Roman"/>
                <a:ea typeface="Times New Roman"/>
                <a:cs typeface="Times New Roman"/>
              </a:rPr>
              <a:t>P - Pattern: </a:t>
            </a:r>
            <a:r>
              <a:rPr sz="1500" dirty="0" err="1">
                <a:solidFill>
                  <a:srgbClr val="111111"/>
                </a:solidFill>
                <a:latin typeface="Times New Roman"/>
                <a:ea typeface="Times New Roman"/>
                <a:cs typeface="Times New Roman"/>
              </a:rPr>
              <a:t>Chuỗi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sự</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kiện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đang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được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biểu</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diễn</a:t>
            </a:r>
            <a:r>
              <a:rPr sz="1500" dirty="0">
                <a:solidFill>
                  <a:srgbClr val="111111"/>
                </a:solidFill>
                <a:latin typeface="Times New Roman"/>
                <a:ea typeface="Times New Roman"/>
                <a:cs typeface="Times New Roman"/>
              </a:rPr>
              <a:t>. Trong clickstream </a:t>
            </a:r>
            <a:r>
              <a:rPr sz="1500" dirty="0" err="1">
                <a:solidFill>
                  <a:srgbClr val="111111"/>
                </a:solidFill>
                <a:latin typeface="Times New Roman"/>
                <a:ea typeface="Times New Roman"/>
                <a:cs typeface="Times New Roman"/>
              </a:rPr>
              <a:t>của</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bài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báo</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mỗi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thời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điểm</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chứa</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đúng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một</a:t>
            </a:r>
            <a:r>
              <a:rPr sz="1500" dirty="0">
                <a:solidFill>
                  <a:srgbClr val="111111"/>
                </a:solidFill>
                <a:latin typeface="Times New Roman"/>
                <a:ea typeface="Times New Roman"/>
                <a:cs typeface="Times New Roman"/>
              </a:rPr>
              <a:t> event </a:t>
            </a:r>
            <a:r>
              <a:rPr sz="1500" dirty="0" err="1">
                <a:solidFill>
                  <a:srgbClr val="111111"/>
                </a:solidFill>
                <a:latin typeface="Times New Roman"/>
                <a:ea typeface="Times New Roman"/>
                <a:cs typeface="Times New Roman"/>
              </a:rPr>
              <a:t>nên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thứ</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tự</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vị</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trí</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xác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định</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trực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tiếp</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quan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hệ</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nối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tiếp</a:t>
            </a:r>
            <a:r>
              <a:rPr sz="1500" dirty="0">
                <a:solidFill>
                  <a:srgbClr val="111111"/>
                </a:solidFill>
                <a:latin typeface="Times New Roman"/>
                <a:ea typeface="Times New Roman"/>
                <a:cs typeface="Times New Roman"/>
              </a:rPr>
              <a:t>.</a:t>
            </a:r>
            <a:endParaRPr lang="vi-VN"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r>
              <a:rPr sz="1500" b="1" dirty="0">
                <a:solidFill>
                  <a:srgbClr val="111111"/>
                </a:solidFill>
                <a:latin typeface="Times New Roman"/>
                <a:ea typeface="Times New Roman"/>
                <a:cs typeface="Times New Roman"/>
              </a:rPr>
              <a:t>DIP - Data-</a:t>
            </a:r>
            <a:r>
              <a:rPr sz="1500" b="1" dirty="0" err="1">
                <a:solidFill>
                  <a:srgbClr val="111111"/>
                </a:solidFill>
                <a:latin typeface="Times New Roman"/>
                <a:ea typeface="Times New Roman"/>
                <a:cs typeface="Times New Roman"/>
              </a:rPr>
              <a:t>IDList</a:t>
            </a:r>
            <a:r>
              <a:rPr sz="1500" b="1" dirty="0">
                <a:solidFill>
                  <a:srgbClr val="111111"/>
                </a:solidFill>
                <a:latin typeface="Times New Roman"/>
                <a:ea typeface="Times New Roman"/>
                <a:cs typeface="Times New Roman"/>
              </a:rPr>
              <a:t> Pointer: </a:t>
            </a:r>
            <a:r>
              <a:rPr sz="1500" dirty="0">
                <a:solidFill>
                  <a:srgbClr val="111111"/>
                </a:solidFill>
                <a:latin typeface="Times New Roman"/>
                <a:ea typeface="Times New Roman"/>
                <a:cs typeface="Times New Roman"/>
              </a:rPr>
              <a:t>Con </a:t>
            </a:r>
            <a:r>
              <a:rPr sz="1500" dirty="0" err="1">
                <a:solidFill>
                  <a:srgbClr val="111111"/>
                </a:solidFill>
                <a:latin typeface="Times New Roman"/>
                <a:ea typeface="Times New Roman"/>
                <a:cs typeface="Times New Roman"/>
              </a:rPr>
              <a:t>trỏ</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đến</a:t>
            </a:r>
            <a:r>
              <a:rPr sz="1500" dirty="0">
                <a:solidFill>
                  <a:srgbClr val="111111"/>
                </a:solidFill>
                <a:latin typeface="Times New Roman"/>
                <a:ea typeface="Times New Roman"/>
                <a:cs typeface="Times New Roman"/>
              </a:rPr>
              <a:t> Data-</a:t>
            </a:r>
            <a:r>
              <a:rPr sz="1500" dirty="0" err="1">
                <a:solidFill>
                  <a:srgbClr val="111111"/>
                </a:solidFill>
                <a:latin typeface="Times New Roman"/>
                <a:ea typeface="Times New Roman"/>
                <a:cs typeface="Times New Roman"/>
              </a:rPr>
              <a:t>IDList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của</a:t>
            </a:r>
            <a:r>
              <a:rPr sz="1500" dirty="0">
                <a:solidFill>
                  <a:srgbClr val="111111"/>
                </a:solidFill>
                <a:latin typeface="Times New Roman"/>
                <a:ea typeface="Times New Roman"/>
                <a:cs typeface="Times New Roman"/>
              </a:rPr>
              <a:t> frequent 1-pattern </a:t>
            </a:r>
            <a:r>
              <a:rPr sz="1500" dirty="0" err="1">
                <a:solidFill>
                  <a:srgbClr val="111111"/>
                </a:solidFill>
                <a:latin typeface="Times New Roman"/>
                <a:ea typeface="Times New Roman"/>
                <a:cs typeface="Times New Roman"/>
              </a:rPr>
              <a:t>trùng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với</a:t>
            </a:r>
            <a:r>
              <a:rPr sz="1500" dirty="0">
                <a:solidFill>
                  <a:srgbClr val="111111"/>
                </a:solidFill>
                <a:latin typeface="Times New Roman"/>
                <a:ea typeface="Times New Roman"/>
                <a:cs typeface="Times New Roman"/>
              </a:rPr>
              <a:t> item </a:t>
            </a:r>
            <a:r>
              <a:rPr sz="1500" dirty="0" err="1">
                <a:solidFill>
                  <a:srgbClr val="111111"/>
                </a:solidFill>
                <a:latin typeface="Times New Roman"/>
                <a:ea typeface="Times New Roman"/>
                <a:cs typeface="Times New Roman"/>
              </a:rPr>
              <a:t>cuối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của</a:t>
            </a:r>
            <a:r>
              <a:rPr sz="1500" dirty="0">
                <a:solidFill>
                  <a:srgbClr val="111111"/>
                </a:solidFill>
                <a:latin typeface="Times New Roman"/>
                <a:ea typeface="Times New Roman"/>
                <a:cs typeface="Times New Roman"/>
              </a:rPr>
              <a:t> P. DIP </a:t>
            </a:r>
            <a:r>
              <a:rPr sz="1500" dirty="0" err="1">
                <a:solidFill>
                  <a:srgbClr val="111111"/>
                </a:solidFill>
                <a:latin typeface="Times New Roman"/>
                <a:ea typeface="Times New Roman"/>
                <a:cs typeface="Times New Roman"/>
              </a:rPr>
              <a:t>không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chứa</a:t>
            </a:r>
            <a:r>
              <a:rPr sz="1500" dirty="0">
                <a:solidFill>
                  <a:srgbClr val="111111"/>
                </a:solidFill>
                <a:latin typeface="Times New Roman"/>
                <a:ea typeface="Times New Roman"/>
                <a:cs typeface="Times New Roman"/>
              </a:rPr>
              <a:t> position list </a:t>
            </a:r>
            <a:r>
              <a:rPr sz="1500" dirty="0" err="1">
                <a:solidFill>
                  <a:srgbClr val="111111"/>
                </a:solidFill>
                <a:latin typeface="Times New Roman"/>
                <a:ea typeface="Times New Roman"/>
                <a:cs typeface="Times New Roman"/>
              </a:rPr>
              <a:t>mới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nó</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xác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định</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nguồn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dữ</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liệu</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gốc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cần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truy</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hồi</a:t>
            </a:r>
            <a:r>
              <a:rPr sz="1500" dirty="0">
                <a:solidFill>
                  <a:srgbClr val="111111"/>
                </a:solidFill>
                <a:latin typeface="Times New Roman"/>
                <a:ea typeface="Times New Roman"/>
                <a:cs typeface="Times New Roman"/>
              </a:rPr>
              <a:t>.</a:t>
            </a:r>
            <a:endParaRPr lang="vi-VN"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r>
              <a:rPr sz="1500" b="1" dirty="0">
                <a:solidFill>
                  <a:srgbClr val="111111"/>
                </a:solidFill>
                <a:latin typeface="Times New Roman"/>
                <a:ea typeface="Times New Roman"/>
                <a:cs typeface="Times New Roman"/>
              </a:rPr>
              <a:t>M - Index Matrix: </a:t>
            </a:r>
            <a:r>
              <a:rPr sz="1500" dirty="0" err="1">
                <a:solidFill>
                  <a:srgbClr val="111111"/>
                </a:solidFill>
                <a:latin typeface="Times New Roman"/>
                <a:ea typeface="Times New Roman"/>
                <a:cs typeface="Times New Roman"/>
              </a:rPr>
              <a:t>Mỗi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hàng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gồm</a:t>
            </a:r>
            <a:r>
              <a:rPr sz="1500" dirty="0">
                <a:solidFill>
                  <a:srgbClr val="111111"/>
                </a:solidFill>
                <a:latin typeface="Times New Roman"/>
                <a:ea typeface="Times New Roman"/>
                <a:cs typeface="Times New Roman"/>
              </a:rPr>
              <a:t> (Local id, Data id, Start index). Data id </a:t>
            </a:r>
            <a:r>
              <a:rPr sz="1500" dirty="0" err="1">
                <a:solidFill>
                  <a:srgbClr val="111111"/>
                </a:solidFill>
                <a:latin typeface="Times New Roman"/>
                <a:ea typeface="Times New Roman"/>
                <a:cs typeface="Times New Roman"/>
              </a:rPr>
              <a:t>chọn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đúng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hàng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trong</a:t>
            </a:r>
            <a:r>
              <a:rPr sz="1500" dirty="0">
                <a:solidFill>
                  <a:srgbClr val="111111"/>
                </a:solidFill>
                <a:latin typeface="Times New Roman"/>
                <a:ea typeface="Times New Roman"/>
                <a:cs typeface="Times New Roman"/>
              </a:rPr>
              <a:t> Data-</a:t>
            </a:r>
            <a:r>
              <a:rPr sz="1500" dirty="0" err="1">
                <a:solidFill>
                  <a:srgbClr val="111111"/>
                </a:solidFill>
                <a:latin typeface="Times New Roman"/>
                <a:ea typeface="Times New Roman"/>
                <a:cs typeface="Times New Roman"/>
              </a:rPr>
              <a:t>IDList</a:t>
            </a:r>
            <a:r>
              <a:rPr sz="1500" dirty="0">
                <a:solidFill>
                  <a:srgbClr val="111111"/>
                </a:solidFill>
                <a:latin typeface="Times New Roman"/>
                <a:ea typeface="Times New Roman"/>
                <a:cs typeface="Times New Roman"/>
              </a:rPr>
              <a:t>; Start index </a:t>
            </a:r>
            <a:r>
              <a:rPr sz="1500" dirty="0" err="1">
                <a:solidFill>
                  <a:srgbClr val="111111"/>
                </a:solidFill>
                <a:latin typeface="Times New Roman"/>
                <a:ea typeface="Times New Roman"/>
                <a:cs typeface="Times New Roman"/>
              </a:rPr>
              <a:t>chọn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vị</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trí</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bắt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đầu</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của</a:t>
            </a:r>
            <a:r>
              <a:rPr sz="1500" dirty="0">
                <a:solidFill>
                  <a:srgbClr val="111111"/>
                </a:solidFill>
                <a:latin typeface="Times New Roman"/>
                <a:ea typeface="Times New Roman"/>
                <a:cs typeface="Times New Roman"/>
              </a:rPr>
              <a:t> suffix </a:t>
            </a:r>
            <a:r>
              <a:rPr sz="1500" dirty="0" err="1">
                <a:solidFill>
                  <a:srgbClr val="111111"/>
                </a:solidFill>
                <a:latin typeface="Times New Roman"/>
                <a:ea typeface="Times New Roman"/>
                <a:cs typeface="Times New Roman"/>
              </a:rPr>
              <a:t>hợp</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lệ</a:t>
            </a:r>
            <a:r>
              <a:rPr sz="1500" dirty="0">
                <a:solidFill>
                  <a:srgbClr val="111111"/>
                </a:solidFill>
                <a:latin typeface="Times New Roman"/>
                <a:ea typeface="Times New Roman"/>
                <a:cs typeface="Times New Roman"/>
              </a:rPr>
              <a:t>.</a:t>
            </a:r>
            <a:endParaRPr lang="vi-VN"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r>
              <a:rPr sz="1500" b="1" dirty="0">
                <a:solidFill>
                  <a:srgbClr val="111111"/>
                </a:solidFill>
                <a:latin typeface="Times New Roman"/>
                <a:ea typeface="Times New Roman"/>
                <a:cs typeface="Times New Roman"/>
              </a:rPr>
              <a:t>Local id: </a:t>
            </a:r>
            <a:r>
              <a:rPr sz="1500" dirty="0">
                <a:solidFill>
                  <a:srgbClr val="111111"/>
                </a:solidFill>
                <a:latin typeface="Times New Roman"/>
                <a:ea typeface="Times New Roman"/>
                <a:cs typeface="Times New Roman"/>
              </a:rPr>
              <a:t>Định </a:t>
            </a:r>
            <a:r>
              <a:rPr sz="1500" dirty="0" err="1">
                <a:solidFill>
                  <a:srgbClr val="111111"/>
                </a:solidFill>
                <a:latin typeface="Times New Roman"/>
                <a:ea typeface="Times New Roman"/>
                <a:cs typeface="Times New Roman"/>
              </a:rPr>
              <a:t>danh</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hàng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trong</a:t>
            </a:r>
            <a:r>
              <a:rPr sz="1500" dirty="0">
                <a:solidFill>
                  <a:srgbClr val="111111"/>
                </a:solidFill>
                <a:latin typeface="Times New Roman"/>
                <a:ea typeface="Times New Roman"/>
                <a:cs typeface="Times New Roman"/>
              </a:rPr>
              <a:t> Pseudo-</a:t>
            </a:r>
            <a:r>
              <a:rPr sz="1500" dirty="0" err="1">
                <a:solidFill>
                  <a:srgbClr val="111111"/>
                </a:solidFill>
                <a:latin typeface="Times New Roman"/>
                <a:ea typeface="Times New Roman"/>
                <a:cs typeface="Times New Roman"/>
              </a:rPr>
              <a:t>IDList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hiện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tại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dùng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để</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tổ</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chức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và</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đếm</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các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lần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xuất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hiện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hợp</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lệ</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theo</a:t>
            </a:r>
            <a:r>
              <a:rPr sz="1500" dirty="0">
                <a:solidFill>
                  <a:srgbClr val="111111"/>
                </a:solidFill>
                <a:latin typeface="Times New Roman"/>
                <a:ea typeface="Times New Roman"/>
                <a:cs typeface="Times New Roman"/>
              </a:rPr>
              <a:t> clickstream.</a:t>
            </a:r>
          </a:p>
          <a:p>
            <a:pPr marL="22" indent="-12">
              <a:lnSpc>
                <a:spcPct val="102000"/>
              </a:lnSpc>
              <a:spcAft>
                <a:spcPts val="5"/>
              </a:spcAft>
              <a:buNone/>
              <a:defRPr sz="1500">
                <a:solidFill>
                  <a:srgbClr val="111111"/>
                </a:solidFill>
                <a:latin typeface="Times New Roman"/>
                <a:ea typeface="Times New Roman"/>
                <a:cs typeface="Times New Roman"/>
              </a:defRPr>
            </a:pPr>
            <a:r>
              <a:rPr sz="1500" b="1" dirty="0" err="1">
                <a:solidFill>
                  <a:srgbClr val="111111"/>
                </a:solidFill>
                <a:latin typeface="Times New Roman"/>
                <a:ea typeface="Times New Roman"/>
                <a:cs typeface="Times New Roman"/>
              </a:rPr>
              <a:t>Bất</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biến</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truy</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hồi</a:t>
            </a:r>
            <a:r>
              <a:rPr sz="1500" b="1"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Mỗi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hàng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của</a:t>
            </a:r>
            <a:r>
              <a:rPr sz="1500" dirty="0">
                <a:solidFill>
                  <a:srgbClr val="111111"/>
                </a:solidFill>
                <a:latin typeface="Times New Roman"/>
                <a:ea typeface="Times New Roman"/>
                <a:cs typeface="Times New Roman"/>
              </a:rPr>
              <a:t> M </a:t>
            </a:r>
            <a:r>
              <a:rPr sz="1500" dirty="0" err="1">
                <a:solidFill>
                  <a:srgbClr val="111111"/>
                </a:solidFill>
                <a:latin typeface="Times New Roman"/>
                <a:ea typeface="Times New Roman"/>
                <a:cs typeface="Times New Roman"/>
              </a:rPr>
              <a:t>phải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trỏ</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đến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đúng</a:t>
            </a:r>
            <a:r>
              <a:rPr sz="1500" dirty="0">
                <a:solidFill>
                  <a:srgbClr val="111111"/>
                </a:solidFill>
                <a:latin typeface="Times New Roman"/>
                <a:ea typeface="Times New Roman"/>
                <a:cs typeface="Times New Roman"/>
              </a:rPr>
              <a:t> Data-</a:t>
            </a:r>
            <a:r>
              <a:rPr sz="1500" dirty="0" err="1">
                <a:solidFill>
                  <a:srgbClr val="111111"/>
                </a:solidFill>
                <a:latin typeface="Times New Roman"/>
                <a:ea typeface="Times New Roman"/>
                <a:cs typeface="Times New Roman"/>
              </a:rPr>
              <a:t>IDList</a:t>
            </a:r>
            <a:r>
              <a:rPr sz="1500" dirty="0">
                <a:solidFill>
                  <a:srgbClr val="111111"/>
                </a:solidFill>
                <a:latin typeface="Times New Roman"/>
                <a:ea typeface="Times New Roman"/>
                <a:cs typeface="Times New Roman"/>
              </a:rPr>
              <a:t> qua DIP </a:t>
            </a:r>
            <a:r>
              <a:rPr sz="1500" dirty="0" err="1">
                <a:solidFill>
                  <a:srgbClr val="111111"/>
                </a:solidFill>
                <a:latin typeface="Times New Roman"/>
                <a:ea typeface="Times New Roman"/>
                <a:cs typeface="Times New Roman"/>
              </a:rPr>
              <a:t>và</a:t>
            </a:r>
            <a:r>
              <a:rPr sz="1500" dirty="0">
                <a:solidFill>
                  <a:srgbClr val="111111"/>
                </a:solidFill>
                <a:latin typeface="Times New Roman"/>
                <a:ea typeface="Times New Roman"/>
                <a:cs typeface="Times New Roman"/>
              </a:rPr>
              <a:t> Start index </a:t>
            </a:r>
            <a:r>
              <a:rPr sz="1500" dirty="0" err="1">
                <a:solidFill>
                  <a:srgbClr val="111111"/>
                </a:solidFill>
                <a:latin typeface="Times New Roman"/>
                <a:ea typeface="Times New Roman"/>
                <a:cs typeface="Times New Roman"/>
              </a:rPr>
              <a:t>phải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nằm</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trong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giới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hạn</a:t>
            </a:r>
            <a:r>
              <a:rPr sz="1500" dirty="0">
                <a:solidFill>
                  <a:srgbClr val="111111"/>
                </a:solidFill>
                <a:latin typeface="Times New Roman"/>
                <a:ea typeface="Times New Roman"/>
                <a:cs typeface="Times New Roman"/>
              </a:rPr>
              <a:t> position list </a:t>
            </a:r>
            <a:r>
              <a:rPr sz="1500" dirty="0" err="1">
                <a:solidFill>
                  <a:srgbClr val="111111"/>
                </a:solidFill>
                <a:latin typeface="Times New Roman"/>
                <a:ea typeface="Times New Roman"/>
                <a:cs typeface="Times New Roman"/>
              </a:rPr>
              <a:t>được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tham</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chiếu</a:t>
            </a:r>
            <a:r>
              <a:rPr sz="1500" dirty="0">
                <a:solidFill>
                  <a:srgbClr val="111111"/>
                </a:solidFill>
                <a:latin typeface="Times New Roman"/>
                <a:ea typeface="Times New Roman"/>
                <a:cs typeface="Times New Roman"/>
              </a:rPr>
              <a:t>.</a:t>
            </a:r>
            <a:endParaRPr lang="vi-VN"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a:lnSpc>
                <a:spcPct val="102000"/>
              </a:lnSpc>
              <a:spcBef>
                <a:spcPts val="5"/>
              </a:spcBef>
              <a:spcAft>
                <a:spcPts val="5"/>
              </a:spcAft>
              <a:buNone/>
              <a:defRPr sz="1500">
                <a:solidFill>
                  <a:srgbClr val="111111"/>
                </a:solidFill>
                <a:latin typeface="Times New Roman"/>
                <a:ea typeface="Times New Roman"/>
                <a:cs typeface="Times New Roman"/>
              </a:defRPr>
            </a:pPr>
            <a:r>
              <a:rPr sz="1500" b="1" dirty="0">
                <a:solidFill>
                  <a:srgbClr val="111111"/>
                </a:solidFill>
                <a:latin typeface="Times New Roman"/>
                <a:ea typeface="Times New Roman"/>
                <a:cs typeface="Times New Roman"/>
              </a:rPr>
              <a:t>Support </a:t>
            </a:r>
            <a:r>
              <a:rPr sz="1500" b="1" dirty="0" err="1">
                <a:solidFill>
                  <a:srgbClr val="111111"/>
                </a:solidFill>
                <a:latin typeface="Times New Roman"/>
                <a:ea typeface="Times New Roman"/>
                <a:cs typeface="Times New Roman"/>
              </a:rPr>
              <a:t>theo</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bài</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báo</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supcount</a:t>
            </a:r>
            <a:r>
              <a:rPr sz="1500" b="1" dirty="0">
                <a:solidFill>
                  <a:srgbClr val="111111"/>
                </a:solidFill>
                <a:latin typeface="Times New Roman"/>
                <a:ea typeface="Times New Roman"/>
                <a:cs typeface="Times New Roman"/>
              </a:rPr>
              <a:t>(P) = |M|.</a:t>
            </a:r>
          </a:p>
        </p:txBody>
      </p:sp>
      <p:grpSp>
        <p:nvGrpSpPr>
          <p:cNvPr id="2" name="Group 3">
            <a:extLst>
              <a:ext uri="{FF2B5EF4-FFF2-40B4-BE49-F238E27FC236}">
                <a16:creationId xmlns:a16="http://schemas.microsoft.com/office/drawing/2014/main" id="{0BC2FC26-F589-1436-11CC-B8183A1C3B03}"/>
              </a:ext>
            </a:extLst>
          </p:cNvPr>
          <p:cNvGrpSpPr/>
          <p:nvPr/>
        </p:nvGrpSpPr>
        <p:grpSpPr>
          <a:xfrm>
            <a:off x="0" y="-19526"/>
            <a:ext cx="9144000" cy="535020"/>
            <a:chOff x="0" y="0"/>
            <a:chExt cx="24384000" cy="1426718"/>
          </a:xfrm>
        </p:grpSpPr>
        <p:sp>
          <p:nvSpPr>
            <p:cNvPr id="3" name="Freeform 4">
              <a:extLst>
                <a:ext uri="{FF2B5EF4-FFF2-40B4-BE49-F238E27FC236}">
                  <a16:creationId xmlns:a16="http://schemas.microsoft.com/office/drawing/2014/main" id="{5577B5EA-171A-CC63-DE14-C1C7A63CD212}"/>
                </a:ext>
              </a:extLst>
            </p:cNvPr>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E95856"/>
            </a:solidFill>
            <a:ln w="12700">
              <a:solidFill>
                <a:srgbClr val="000000"/>
              </a:solidFill>
            </a:ln>
          </p:spPr>
        </p:sp>
      </p:grpSp>
      <p:grpSp>
        <p:nvGrpSpPr>
          <p:cNvPr id="6" name="Group 7">
            <a:extLst>
              <a:ext uri="{FF2B5EF4-FFF2-40B4-BE49-F238E27FC236}">
                <a16:creationId xmlns:a16="http://schemas.microsoft.com/office/drawing/2014/main" id="{B1CC758B-92E7-6FBD-CF37-7AC6193E94AF}"/>
              </a:ext>
            </a:extLst>
          </p:cNvPr>
          <p:cNvGrpSpPr/>
          <p:nvPr/>
        </p:nvGrpSpPr>
        <p:grpSpPr>
          <a:xfrm>
            <a:off x="514350" y="4969883"/>
            <a:ext cx="7833601" cy="76945"/>
            <a:chOff x="0" y="0"/>
            <a:chExt cx="20889601" cy="205185"/>
          </a:xfrm>
        </p:grpSpPr>
        <p:sp>
          <p:nvSpPr>
            <p:cNvPr id="7" name="Freeform 8">
              <a:extLst>
                <a:ext uri="{FF2B5EF4-FFF2-40B4-BE49-F238E27FC236}">
                  <a16:creationId xmlns:a16="http://schemas.microsoft.com/office/drawing/2014/main" id="{FD0970C9-9892-CAC8-BF51-CFCA535CB86C}"/>
                </a:ext>
              </a:extLst>
            </p:cNvPr>
            <p:cNvSpPr/>
            <p:nvPr/>
          </p:nvSpPr>
          <p:spPr>
            <a:xfrm>
              <a:off x="0" y="0"/>
              <a:ext cx="20889595" cy="205232"/>
            </a:xfrm>
            <a:custGeom>
              <a:avLst/>
              <a:gdLst/>
              <a:ahLst/>
              <a:cxnLst/>
              <a:rect l="l" t="t" r="r" b="b"/>
              <a:pathLst>
                <a:path w="20889595" h="205232">
                  <a:moveTo>
                    <a:pt x="0" y="0"/>
                  </a:moveTo>
                  <a:lnTo>
                    <a:pt x="20889595" y="0"/>
                  </a:lnTo>
                  <a:lnTo>
                    <a:pt x="20889595" y="205232"/>
                  </a:lnTo>
                  <a:lnTo>
                    <a:pt x="0" y="205232"/>
                  </a:lnTo>
                  <a:lnTo>
                    <a:pt x="0" y="0"/>
                  </a:lnTo>
                  <a:close/>
                </a:path>
              </a:pathLst>
            </a:custGeom>
            <a:blipFill>
              <a:blip r:embed="rId3"/>
              <a:stretch>
                <a:fillRect t="-17868" b="-17845"/>
              </a:stretch>
            </a:blipFill>
          </p:spPr>
        </p:sp>
      </p:grpSp>
      <p:grpSp>
        <p:nvGrpSpPr>
          <p:cNvPr id="8" name="Group 9">
            <a:extLst>
              <a:ext uri="{FF2B5EF4-FFF2-40B4-BE49-F238E27FC236}">
                <a16:creationId xmlns:a16="http://schemas.microsoft.com/office/drawing/2014/main" id="{D0604111-D375-E10E-8B24-746F06B94057}"/>
              </a:ext>
            </a:extLst>
          </p:cNvPr>
          <p:cNvGrpSpPr/>
          <p:nvPr/>
        </p:nvGrpSpPr>
        <p:grpSpPr>
          <a:xfrm>
            <a:off x="238964" y="1668"/>
            <a:ext cx="2467785" cy="513826"/>
            <a:chOff x="0" y="0"/>
            <a:chExt cx="6580759" cy="1370203"/>
          </a:xfrm>
        </p:grpSpPr>
        <p:sp>
          <p:nvSpPr>
            <p:cNvPr id="9" name="Freeform 10" descr="A black background with white text  Description automatically generated">
              <a:extLst>
                <a:ext uri="{FF2B5EF4-FFF2-40B4-BE49-F238E27FC236}">
                  <a16:creationId xmlns:a16="http://schemas.microsoft.com/office/drawing/2014/main" id="{246032BF-A60E-7ABF-3008-C788F93A5F4B}"/>
                </a:ext>
              </a:extLst>
            </p:cNvPr>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4"/>
              <a:stretch>
                <a:fillRect l="-194" r="-194"/>
              </a:stretch>
            </a:blipFill>
          </p:spPr>
        </p:sp>
      </p:grpSp>
    </p:spTree>
    <p:extLst>
      <p:ext uri="{BB962C8B-B14F-4D97-AF65-F5344CB8AC3E}">
        <p14:creationId xmlns:p14="http://schemas.microsoft.com/office/powerpoint/2010/main" val="32734102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5">
            <a:extLst>
              <a:ext uri="{FF2B5EF4-FFF2-40B4-BE49-F238E27FC236}">
                <a16:creationId xmlns:a16="http://schemas.microsoft.com/office/drawing/2014/main" id="{027878FD-9E60-AF87-2142-FB60BE7B9EBA}"/>
              </a:ext>
            </a:extLst>
          </p:cNvPr>
          <p:cNvGrpSpPr/>
          <p:nvPr/>
        </p:nvGrpSpPr>
        <p:grpSpPr>
          <a:xfrm>
            <a:off x="-160282" y="4969883"/>
            <a:ext cx="9304283" cy="284619"/>
            <a:chOff x="0" y="0"/>
            <a:chExt cx="24811420" cy="758984"/>
          </a:xfrm>
        </p:grpSpPr>
        <p:sp>
          <p:nvSpPr>
            <p:cNvPr id="5" name="Freeform 6">
              <a:extLst>
                <a:ext uri="{FF2B5EF4-FFF2-40B4-BE49-F238E27FC236}">
                  <a16:creationId xmlns:a16="http://schemas.microsoft.com/office/drawing/2014/main" id="{8046C34B-8BA6-0280-5414-3DAA1A68ED55}"/>
                </a:ext>
              </a:extLst>
            </p:cNvPr>
            <p:cNvSpPr/>
            <p:nvPr/>
          </p:nvSpPr>
          <p:spPr>
            <a:xfrm>
              <a:off x="0" y="0"/>
              <a:ext cx="24811482" cy="758952"/>
            </a:xfrm>
            <a:custGeom>
              <a:avLst/>
              <a:gdLst/>
              <a:ahLst/>
              <a:cxnLst/>
              <a:rect l="l" t="t" r="r" b="b"/>
              <a:pathLst>
                <a:path w="24811482" h="758952">
                  <a:moveTo>
                    <a:pt x="285242" y="0"/>
                  </a:moveTo>
                  <a:lnTo>
                    <a:pt x="24811482" y="0"/>
                  </a:lnTo>
                  <a:lnTo>
                    <a:pt x="24811482" y="740410"/>
                  </a:lnTo>
                  <a:lnTo>
                    <a:pt x="0" y="758952"/>
                  </a:lnTo>
                  <a:lnTo>
                    <a:pt x="285242" y="0"/>
                  </a:lnTo>
                  <a:close/>
                </a:path>
              </a:pathLst>
            </a:custGeom>
            <a:solidFill>
              <a:srgbClr val="E95856"/>
            </a:solidFill>
            <a:ln w="12700">
              <a:solidFill>
                <a:srgbClr val="000000"/>
              </a:solidFill>
            </a:ln>
          </p:spPr>
        </p:sp>
      </p:grpSp>
      <p:sp>
        <p:nvSpPr>
          <p:cNvPr id="16" name="Slide Number Placeholder 14">
            <a:extLst>
              <a:ext uri="{FF2B5EF4-FFF2-40B4-BE49-F238E27FC236}">
                <a16:creationId xmlns:a16="http://schemas.microsoft.com/office/drawing/2014/main" id="{277CE907-CFAB-74C5-5832-362FA4E85C3D}"/>
              </a:ext>
            </a:extLst>
          </p:cNvPr>
          <p:cNvSpPr>
            <a:spLocks noGrp="1"/>
          </p:cNvSpPr>
          <p:nvPr/>
        </p:nvSpPr>
        <p:spPr>
          <a:xfrm>
            <a:off x="8347710" y="4970145"/>
            <a:ext cx="795655" cy="259715"/>
          </a:xfrm>
        </p:spPr>
        <p:txBody>
          <a:bodyPr/>
          <a:lst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a:lstStyle>
          <a:p>
            <a:pPr algn="ctr">
              <a:buNone/>
            </a:pPr>
            <a:fld id="{CCF91274-D221-1BB4-3BF9-836E3AD31EBE}" type="slidenum">
              <a:rPr>
                <a:latin typeface="Times New Roman"/>
                <a:ea typeface="Times New Roman"/>
                <a:cs typeface="Times New Roman"/>
              </a:rPr>
              <a:t>18</a:t>
            </a:fld>
            <a:endParaRPr>
              <a:latin typeface="Times New Roman"/>
              <a:ea typeface="Times New Roman"/>
              <a:cs typeface="Times New Roman"/>
            </a:endParaRPr>
          </a:p>
        </p:txBody>
      </p:sp>
      <p:sp>
        <p:nvSpPr>
          <p:cNvPr id="13" name="TextBox 14">
            <a:extLst>
              <a:ext uri="{FF2B5EF4-FFF2-40B4-BE49-F238E27FC236}">
                <a16:creationId xmlns:a16="http://schemas.microsoft.com/office/drawing/2014/main" id="{385C224C-44E8-5A90-103E-F8EC41587EE7}"/>
              </a:ext>
            </a:extLst>
          </p:cNvPr>
          <p:cNvSpPr>
            <a:spLocks noGrp="1"/>
          </p:cNvSpPr>
          <p:nvPr/>
        </p:nvSpPr>
        <p:spPr>
          <a:xfrm>
            <a:off x="277058" y="582803"/>
            <a:ext cx="8429625" cy="4362450"/>
          </a:xfrm>
          <a:prstGeom prst="rect">
            <a:avLst/>
          </a:prstGeom>
        </p:spPr>
        <p:txBody>
          <a:bodyPr lIns="19050" tIns="38100" rIns="57150" bIns="19050" anchor="t">
            <a:normAutofit fontScale="92500" lnSpcReduction="10000"/>
          </a:bodyPr>
          <a:lstStyle/>
          <a:p>
            <a:pPr>
              <a:lnSpc>
                <a:spcPct val="102000"/>
              </a:lnSpc>
              <a:spcAft>
                <a:spcPts val="1"/>
              </a:spcAft>
              <a:buNone/>
              <a:defRPr sz="1500">
                <a:solidFill>
                  <a:srgbClr val="111111"/>
                </a:solidFill>
                <a:latin typeface="Times New Roman"/>
                <a:ea typeface="Times New Roman"/>
                <a:cs typeface="Times New Roman"/>
              </a:defRPr>
            </a:pPr>
            <a:r>
              <a:rPr sz="2400" b="1" dirty="0">
                <a:solidFill>
                  <a:srgbClr val="111111"/>
                </a:solidFill>
                <a:latin typeface="Times New Roman"/>
                <a:ea typeface="Times New Roman"/>
                <a:cs typeface="Times New Roman"/>
              </a:rPr>
              <a:t>3. PSEUDO-IDLIST</a:t>
            </a:r>
          </a:p>
          <a:p>
            <a:pPr>
              <a:lnSpc>
                <a:spcPct val="102000"/>
              </a:lnSpc>
              <a:spcAft>
                <a:spcPts val="10"/>
              </a:spcAft>
              <a:buNone/>
              <a:defRPr sz="1500">
                <a:solidFill>
                  <a:srgbClr val="111111"/>
                </a:solidFill>
                <a:latin typeface="Times New Roman"/>
                <a:ea typeface="Times New Roman"/>
                <a:cs typeface="Times New Roman"/>
              </a:defRPr>
            </a:pPr>
            <a:r>
              <a:rPr sz="1900" b="1" dirty="0">
                <a:solidFill>
                  <a:srgbClr val="111111"/>
                </a:solidFill>
                <a:latin typeface="Times New Roman"/>
                <a:ea typeface="Times New Roman"/>
                <a:cs typeface="Times New Roman"/>
              </a:rPr>
              <a:t>3.</a:t>
            </a:r>
            <a:r>
              <a:rPr lang="vi-VN" sz="1900" b="1" dirty="0">
                <a:solidFill>
                  <a:srgbClr val="111111"/>
                </a:solidFill>
                <a:latin typeface="Times New Roman"/>
                <a:ea typeface="Times New Roman"/>
                <a:cs typeface="Times New Roman"/>
              </a:rPr>
              <a:t>2</a:t>
            </a:r>
            <a:r>
              <a:rPr sz="1900" b="1" dirty="0">
                <a:solidFill>
                  <a:srgbClr val="111111"/>
                </a:solidFill>
                <a:latin typeface="Times New Roman"/>
                <a:ea typeface="Times New Roman"/>
                <a:cs typeface="Times New Roman"/>
              </a:rPr>
              <a:t>. Data-</a:t>
            </a:r>
            <a:r>
              <a:rPr sz="1900" b="1" dirty="0" err="1">
                <a:solidFill>
                  <a:srgbClr val="111111"/>
                </a:solidFill>
                <a:latin typeface="Times New Roman"/>
                <a:ea typeface="Times New Roman"/>
                <a:cs typeface="Times New Roman"/>
              </a:rPr>
              <a:t>IDList</a:t>
            </a:r>
            <a:r>
              <a:rPr sz="1900" b="1" dirty="0">
                <a:solidFill>
                  <a:srgbClr val="111111"/>
                </a:solidFill>
                <a:latin typeface="Times New Roman"/>
                <a:ea typeface="Times New Roman"/>
                <a:cs typeface="Times New Roman"/>
              </a:rPr>
              <a:t> </a:t>
            </a:r>
            <a:r>
              <a:rPr sz="1900" b="1" dirty="0" err="1">
                <a:solidFill>
                  <a:srgbClr val="111111"/>
                </a:solidFill>
                <a:latin typeface="Times New Roman"/>
                <a:ea typeface="Times New Roman"/>
                <a:cs typeface="Times New Roman"/>
              </a:rPr>
              <a:t>và</a:t>
            </a:r>
            <a:r>
              <a:rPr sz="1900" b="1" dirty="0">
                <a:solidFill>
                  <a:srgbClr val="111111"/>
                </a:solidFill>
                <a:latin typeface="Times New Roman"/>
                <a:ea typeface="Times New Roman"/>
                <a:cs typeface="Times New Roman"/>
              </a:rPr>
              <a:t> Pseudo-</a:t>
            </a:r>
            <a:r>
              <a:rPr sz="1900" b="1" dirty="0" err="1">
                <a:solidFill>
                  <a:srgbClr val="111111"/>
                </a:solidFill>
                <a:latin typeface="Times New Roman"/>
                <a:ea typeface="Times New Roman"/>
                <a:cs typeface="Times New Roman"/>
              </a:rPr>
              <a:t>IDList</a:t>
            </a:r>
            <a:r>
              <a:rPr sz="1900" b="1" dirty="0">
                <a:solidFill>
                  <a:srgbClr val="111111"/>
                </a:solidFill>
                <a:latin typeface="Times New Roman"/>
                <a:ea typeface="Times New Roman"/>
                <a:cs typeface="Times New Roman"/>
              </a:rPr>
              <a:t> </a:t>
            </a:r>
            <a:r>
              <a:rPr sz="1900" b="1" dirty="0" err="1">
                <a:solidFill>
                  <a:srgbClr val="111111"/>
                </a:solidFill>
                <a:latin typeface="Times New Roman"/>
                <a:ea typeface="Times New Roman"/>
                <a:cs typeface="Times New Roman"/>
              </a:rPr>
              <a:t>khác</a:t>
            </a:r>
            <a:r>
              <a:rPr sz="1900" b="1" dirty="0">
                <a:solidFill>
                  <a:srgbClr val="111111"/>
                </a:solidFill>
                <a:latin typeface="Times New Roman"/>
                <a:ea typeface="Times New Roman"/>
                <a:cs typeface="Times New Roman"/>
              </a:rPr>
              <a:t> </a:t>
            </a:r>
            <a:r>
              <a:rPr sz="1900" b="1" dirty="0" err="1">
                <a:solidFill>
                  <a:srgbClr val="111111"/>
                </a:solidFill>
                <a:latin typeface="Times New Roman"/>
                <a:ea typeface="Times New Roman"/>
                <a:cs typeface="Times New Roman"/>
              </a:rPr>
              <a:t>nhau</a:t>
            </a:r>
            <a:r>
              <a:rPr sz="1900" b="1" dirty="0">
                <a:solidFill>
                  <a:srgbClr val="111111"/>
                </a:solidFill>
                <a:latin typeface="Times New Roman"/>
                <a:ea typeface="Times New Roman"/>
                <a:cs typeface="Times New Roman"/>
              </a:rPr>
              <a:t> ở </a:t>
            </a:r>
            <a:r>
              <a:rPr sz="1900" b="1" dirty="0" err="1">
                <a:solidFill>
                  <a:srgbClr val="111111"/>
                </a:solidFill>
                <a:latin typeface="Times New Roman"/>
                <a:ea typeface="Times New Roman"/>
                <a:cs typeface="Times New Roman"/>
              </a:rPr>
              <a:t>đâu</a:t>
            </a:r>
            <a:r>
              <a:rPr sz="1900" b="1" dirty="0">
                <a:solidFill>
                  <a:srgbClr val="111111"/>
                </a:solidFill>
                <a:latin typeface="Times New Roman"/>
                <a:ea typeface="Times New Roman"/>
                <a:cs typeface="Times New Roman"/>
              </a:rPr>
              <a:t>?</a:t>
            </a:r>
            <a:endParaRPr lang="vi-VN" sz="1900" b="1" dirty="0">
              <a:solidFill>
                <a:srgbClr val="111111"/>
              </a:solidFill>
              <a:latin typeface="Times New Roman"/>
              <a:ea typeface="Times New Roman"/>
              <a:cs typeface="Times New Roman"/>
            </a:endParaRPr>
          </a:p>
          <a:p>
            <a:pPr>
              <a:lnSpc>
                <a:spcPct val="102000"/>
              </a:lnSpc>
              <a:spcAft>
                <a:spcPts val="10"/>
              </a:spcAft>
              <a:buNone/>
              <a:defRPr sz="1500">
                <a:solidFill>
                  <a:srgbClr val="111111"/>
                </a:solidFill>
                <a:latin typeface="Times New Roman"/>
                <a:ea typeface="Times New Roman"/>
                <a:cs typeface="Times New Roman"/>
              </a:defRPr>
            </a:pPr>
            <a:endParaRPr sz="1500" b="1"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r>
              <a:rPr sz="1500" b="1" dirty="0">
                <a:solidFill>
                  <a:srgbClr val="111111"/>
                </a:solidFill>
                <a:latin typeface="Times New Roman"/>
                <a:ea typeface="Times New Roman"/>
                <a:cs typeface="Times New Roman"/>
              </a:rPr>
              <a:t>Data-</a:t>
            </a:r>
            <a:r>
              <a:rPr sz="1500" b="1" dirty="0" err="1">
                <a:solidFill>
                  <a:srgbClr val="111111"/>
                </a:solidFill>
                <a:latin typeface="Times New Roman"/>
                <a:ea typeface="Times New Roman"/>
                <a:cs typeface="Times New Roman"/>
              </a:rPr>
              <a:t>IDList</a:t>
            </a:r>
            <a:r>
              <a:rPr sz="1500" b="1"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Được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tạo</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cho</a:t>
            </a:r>
            <a:r>
              <a:rPr sz="1500" dirty="0">
                <a:solidFill>
                  <a:srgbClr val="111111"/>
                </a:solidFill>
                <a:latin typeface="Times New Roman"/>
                <a:ea typeface="Times New Roman"/>
                <a:cs typeface="Times New Roman"/>
              </a:rPr>
              <a:t> frequent 1-pattern </a:t>
            </a:r>
            <a:r>
              <a:rPr sz="1500" dirty="0" err="1">
                <a:solidFill>
                  <a:srgbClr val="111111"/>
                </a:solidFill>
                <a:latin typeface="Times New Roman"/>
                <a:ea typeface="Times New Roman"/>
                <a:cs typeface="Times New Roman"/>
              </a:rPr>
              <a:t>và</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lưu</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trực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tiếp</a:t>
            </a:r>
            <a:r>
              <a:rPr sz="1500" dirty="0">
                <a:solidFill>
                  <a:srgbClr val="111111"/>
                </a:solidFill>
                <a:latin typeface="Times New Roman"/>
                <a:ea typeface="Times New Roman"/>
                <a:cs typeface="Times New Roman"/>
              </a:rPr>
              <a:t> UCID </a:t>
            </a:r>
            <a:r>
              <a:rPr sz="1500" dirty="0" err="1">
                <a:solidFill>
                  <a:srgbClr val="111111"/>
                </a:solidFill>
                <a:latin typeface="Times New Roman"/>
                <a:ea typeface="Times New Roman"/>
                <a:cs typeface="Times New Roman"/>
              </a:rPr>
              <a:t>cùng</a:t>
            </a:r>
            <a:r>
              <a:rPr sz="1500" dirty="0">
                <a:solidFill>
                  <a:srgbClr val="111111"/>
                </a:solidFill>
                <a:latin typeface="Times New Roman"/>
                <a:ea typeface="Times New Roman"/>
                <a:cs typeface="Times New Roman"/>
              </a:rPr>
              <a:t> position list </a:t>
            </a:r>
            <a:r>
              <a:rPr sz="1500" dirty="0" err="1">
                <a:solidFill>
                  <a:srgbClr val="111111"/>
                </a:solidFill>
                <a:latin typeface="Times New Roman"/>
                <a:ea typeface="Times New Roman"/>
                <a:cs typeface="Times New Roman"/>
              </a:rPr>
              <a:t>thật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Đây</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là</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kho</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dữ</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liệu</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nền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để</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các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mẫu</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dài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hơn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truy</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hồi</a:t>
            </a:r>
            <a:r>
              <a:rPr sz="1500" dirty="0">
                <a:solidFill>
                  <a:srgbClr val="111111"/>
                </a:solidFill>
                <a:latin typeface="Times New Roman"/>
                <a:ea typeface="Times New Roman"/>
                <a:cs typeface="Times New Roman"/>
              </a:rPr>
              <a:t>.</a:t>
            </a:r>
            <a:endParaRPr lang="vi-VN"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r>
              <a:rPr sz="1500" b="1" dirty="0">
                <a:solidFill>
                  <a:srgbClr val="111111"/>
                </a:solidFill>
                <a:latin typeface="Times New Roman"/>
                <a:ea typeface="Times New Roman"/>
                <a:cs typeface="Times New Roman"/>
              </a:rPr>
              <a:t>Pseudo-</a:t>
            </a:r>
            <a:r>
              <a:rPr sz="1500" b="1" dirty="0" err="1">
                <a:solidFill>
                  <a:srgbClr val="111111"/>
                </a:solidFill>
                <a:latin typeface="Times New Roman"/>
                <a:ea typeface="Times New Roman"/>
                <a:cs typeface="Times New Roman"/>
              </a:rPr>
              <a:t>IDList</a:t>
            </a:r>
            <a:r>
              <a:rPr sz="1500" b="1"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Dùng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cho</a:t>
            </a:r>
            <a:r>
              <a:rPr sz="1500" dirty="0">
                <a:solidFill>
                  <a:srgbClr val="111111"/>
                </a:solidFill>
                <a:latin typeface="Times New Roman"/>
                <a:ea typeface="Times New Roman"/>
                <a:cs typeface="Times New Roman"/>
              </a:rPr>
              <a:t> pattern </a:t>
            </a:r>
            <a:r>
              <a:rPr sz="1500" dirty="0" err="1">
                <a:solidFill>
                  <a:srgbClr val="111111"/>
                </a:solidFill>
                <a:latin typeface="Times New Roman"/>
                <a:ea typeface="Times New Roman"/>
                <a:cs typeface="Times New Roman"/>
              </a:rPr>
              <a:t>độ</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dài</a:t>
            </a:r>
            <a:r>
              <a:rPr sz="1500" dirty="0">
                <a:solidFill>
                  <a:srgbClr val="111111"/>
                </a:solidFill>
                <a:latin typeface="Times New Roman"/>
                <a:ea typeface="Times New Roman"/>
                <a:cs typeface="Times New Roman"/>
              </a:rPr>
              <a:t> k &gt;= 2; </a:t>
            </a:r>
            <a:r>
              <a:rPr sz="1500" dirty="0" err="1">
                <a:solidFill>
                  <a:srgbClr val="111111"/>
                </a:solidFill>
                <a:latin typeface="Times New Roman"/>
                <a:ea typeface="Times New Roman"/>
                <a:cs typeface="Times New Roman"/>
              </a:rPr>
              <a:t>không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giữ</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bản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sao</a:t>
            </a:r>
            <a:r>
              <a:rPr sz="1500" dirty="0">
                <a:solidFill>
                  <a:srgbClr val="111111"/>
                </a:solidFill>
                <a:latin typeface="Times New Roman"/>
                <a:ea typeface="Times New Roman"/>
                <a:cs typeface="Times New Roman"/>
              </a:rPr>
              <a:t> position list </a:t>
            </a:r>
            <a:r>
              <a:rPr sz="1500" dirty="0" err="1">
                <a:solidFill>
                  <a:srgbClr val="111111"/>
                </a:solidFill>
                <a:latin typeface="Times New Roman"/>
                <a:ea typeface="Times New Roman"/>
                <a:cs typeface="Times New Roman"/>
              </a:rPr>
              <a:t>mà</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chỉ</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giữ</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các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chỉ</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mục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cần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thiết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để</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xem</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một</a:t>
            </a:r>
            <a:r>
              <a:rPr sz="1500" dirty="0">
                <a:solidFill>
                  <a:srgbClr val="111111"/>
                </a:solidFill>
                <a:latin typeface="Times New Roman"/>
                <a:ea typeface="Times New Roman"/>
                <a:cs typeface="Times New Roman"/>
              </a:rPr>
              <a:t> suffix </a:t>
            </a:r>
            <a:r>
              <a:rPr sz="1500" dirty="0" err="1">
                <a:solidFill>
                  <a:srgbClr val="111111"/>
                </a:solidFill>
                <a:latin typeface="Times New Roman"/>
                <a:ea typeface="Times New Roman"/>
                <a:cs typeface="Times New Roman"/>
              </a:rPr>
              <a:t>của</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dữ</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liệu</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gốc</a:t>
            </a:r>
            <a:r>
              <a:rPr sz="1500" dirty="0">
                <a:solidFill>
                  <a:srgbClr val="111111"/>
                </a:solidFill>
                <a:latin typeface="Times New Roman"/>
                <a:ea typeface="Times New Roman"/>
                <a:cs typeface="Times New Roman"/>
              </a:rPr>
              <a:t>.</a:t>
            </a:r>
            <a:endParaRPr lang="vi-VN"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r>
              <a:rPr sz="1500" b="1" dirty="0" err="1">
                <a:solidFill>
                  <a:srgbClr val="111111"/>
                </a:solidFill>
                <a:latin typeface="Times New Roman"/>
                <a:ea typeface="Times New Roman"/>
                <a:cs typeface="Times New Roman"/>
              </a:rPr>
              <a:t>Đơn</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vị</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tăng</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bộ</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nhớ</a:t>
            </a:r>
            <a:r>
              <a:rPr sz="1500" b="1" dirty="0">
                <a:solidFill>
                  <a:srgbClr val="111111"/>
                </a:solidFill>
                <a:latin typeface="Times New Roman"/>
                <a:ea typeface="Times New Roman"/>
                <a:cs typeface="Times New Roman"/>
              </a:rPr>
              <a:t>: </a:t>
            </a:r>
            <a:r>
              <a:rPr sz="1500" dirty="0">
                <a:solidFill>
                  <a:srgbClr val="111111"/>
                </a:solidFill>
                <a:latin typeface="Times New Roman"/>
                <a:ea typeface="Times New Roman"/>
                <a:cs typeface="Times New Roman"/>
              </a:rPr>
              <a:t>Data-</a:t>
            </a:r>
            <a:r>
              <a:rPr sz="1500" dirty="0" err="1">
                <a:solidFill>
                  <a:srgbClr val="111111"/>
                </a:solidFill>
                <a:latin typeface="Times New Roman"/>
                <a:ea typeface="Times New Roman"/>
                <a:cs typeface="Times New Roman"/>
              </a:rPr>
              <a:t>IDList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tăng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theo</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tổng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số</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vị</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trí</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thực</a:t>
            </a:r>
            <a:r>
              <a:rPr sz="1500" dirty="0">
                <a:solidFill>
                  <a:srgbClr val="111111"/>
                </a:solidFill>
                <a:latin typeface="Times New Roman"/>
                <a:ea typeface="Times New Roman"/>
                <a:cs typeface="Times New Roman"/>
              </a:rPr>
              <a:t>; Pseudo-</a:t>
            </a:r>
            <a:r>
              <a:rPr sz="1500" dirty="0" err="1">
                <a:solidFill>
                  <a:srgbClr val="111111"/>
                </a:solidFill>
                <a:latin typeface="Times New Roman"/>
                <a:ea typeface="Times New Roman"/>
                <a:cs typeface="Times New Roman"/>
              </a:rPr>
              <a:t>IDList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tăng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chủ</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yếu</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theo</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số</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hàng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chỉ</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mục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cố</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định</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mỗi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hàng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gồm</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ba</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trường</a:t>
            </a:r>
            <a:r>
              <a:rPr sz="1500" dirty="0">
                <a:solidFill>
                  <a:srgbClr val="111111"/>
                </a:solidFill>
                <a:latin typeface="Times New Roman"/>
                <a:ea typeface="Times New Roman"/>
                <a:cs typeface="Times New Roman"/>
              </a:rPr>
              <a:t>.</a:t>
            </a:r>
            <a:endParaRPr lang="vi-VN"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r>
              <a:rPr sz="1500" b="1" dirty="0" err="1">
                <a:solidFill>
                  <a:srgbClr val="111111"/>
                </a:solidFill>
                <a:latin typeface="Times New Roman"/>
                <a:ea typeface="Times New Roman"/>
                <a:cs typeface="Times New Roman"/>
              </a:rPr>
              <a:t>Thời</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điểm</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trả</a:t>
            </a:r>
            <a:r>
              <a:rPr sz="1500" b="1" dirty="0">
                <a:solidFill>
                  <a:srgbClr val="111111"/>
                </a:solidFill>
                <a:latin typeface="Times New Roman"/>
                <a:ea typeface="Times New Roman"/>
                <a:cs typeface="Times New Roman"/>
              </a:rPr>
              <a:t> chi </a:t>
            </a:r>
            <a:r>
              <a:rPr sz="1500" b="1" dirty="0" err="1">
                <a:solidFill>
                  <a:srgbClr val="111111"/>
                </a:solidFill>
                <a:latin typeface="Times New Roman"/>
                <a:ea typeface="Times New Roman"/>
                <a:cs typeface="Times New Roman"/>
              </a:rPr>
              <a:t>phí</a:t>
            </a:r>
            <a:r>
              <a:rPr sz="1500" b="1" dirty="0">
                <a:solidFill>
                  <a:srgbClr val="111111"/>
                </a:solidFill>
                <a:latin typeface="Times New Roman"/>
                <a:ea typeface="Times New Roman"/>
                <a:cs typeface="Times New Roman"/>
              </a:rPr>
              <a:t>: </a:t>
            </a:r>
            <a:r>
              <a:rPr sz="1500" dirty="0">
                <a:solidFill>
                  <a:srgbClr val="111111"/>
                </a:solidFill>
                <a:latin typeface="Times New Roman"/>
                <a:ea typeface="Times New Roman"/>
                <a:cs typeface="Times New Roman"/>
              </a:rPr>
              <a:t>Data-</a:t>
            </a:r>
            <a:r>
              <a:rPr sz="1500" dirty="0" err="1">
                <a:solidFill>
                  <a:srgbClr val="111111"/>
                </a:solidFill>
                <a:latin typeface="Times New Roman"/>
                <a:ea typeface="Times New Roman"/>
                <a:cs typeface="Times New Roman"/>
              </a:rPr>
              <a:t>IDList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trả</a:t>
            </a:r>
            <a:r>
              <a:rPr sz="1500" dirty="0">
                <a:solidFill>
                  <a:srgbClr val="111111"/>
                </a:solidFill>
                <a:latin typeface="Times New Roman"/>
                <a:ea typeface="Times New Roman"/>
                <a:cs typeface="Times New Roman"/>
              </a:rPr>
              <a:t> chi </a:t>
            </a:r>
            <a:r>
              <a:rPr sz="1500" dirty="0" err="1">
                <a:solidFill>
                  <a:srgbClr val="111111"/>
                </a:solidFill>
                <a:latin typeface="Times New Roman"/>
                <a:ea typeface="Times New Roman"/>
                <a:cs typeface="Times New Roman"/>
              </a:rPr>
              <a:t>phí</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lưu</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trữ</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ngay</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khi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quét</a:t>
            </a:r>
            <a:r>
              <a:rPr sz="1500" dirty="0">
                <a:solidFill>
                  <a:srgbClr val="111111"/>
                </a:solidFill>
                <a:latin typeface="Times New Roman"/>
                <a:ea typeface="Times New Roman"/>
                <a:cs typeface="Times New Roman"/>
              </a:rPr>
              <a:t> CSDL. Pseudo-</a:t>
            </a:r>
            <a:r>
              <a:rPr sz="1500" dirty="0" err="1">
                <a:solidFill>
                  <a:srgbClr val="111111"/>
                </a:solidFill>
                <a:latin typeface="Times New Roman"/>
                <a:ea typeface="Times New Roman"/>
                <a:cs typeface="Times New Roman"/>
              </a:rPr>
              <a:t>IDList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trả</a:t>
            </a:r>
            <a:r>
              <a:rPr sz="1500" dirty="0">
                <a:solidFill>
                  <a:srgbClr val="111111"/>
                </a:solidFill>
                <a:latin typeface="Times New Roman"/>
                <a:ea typeface="Times New Roman"/>
                <a:cs typeface="Times New Roman"/>
              </a:rPr>
              <a:t> chi </a:t>
            </a:r>
            <a:r>
              <a:rPr sz="1500" dirty="0" err="1">
                <a:solidFill>
                  <a:srgbClr val="111111"/>
                </a:solidFill>
                <a:latin typeface="Times New Roman"/>
                <a:ea typeface="Times New Roman"/>
                <a:cs typeface="Times New Roman"/>
              </a:rPr>
              <a:t>phí</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truy</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hồi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khi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cần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kiểm</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tra</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mở</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rộng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đổi</a:t>
            </a:r>
            <a:r>
              <a:rPr sz="1500" dirty="0">
                <a:solidFill>
                  <a:srgbClr val="111111"/>
                </a:solidFill>
                <a:latin typeface="Times New Roman"/>
                <a:ea typeface="Times New Roman"/>
                <a:cs typeface="Times New Roman"/>
              </a:rPr>
              <a:t> copy cost </a:t>
            </a:r>
            <a:r>
              <a:rPr sz="1500" dirty="0" err="1">
                <a:solidFill>
                  <a:srgbClr val="111111"/>
                </a:solidFill>
                <a:latin typeface="Times New Roman"/>
                <a:ea typeface="Times New Roman"/>
                <a:cs typeface="Times New Roman"/>
              </a:rPr>
              <a:t>thành</a:t>
            </a:r>
            <a:r>
              <a:rPr sz="1500" dirty="0">
                <a:solidFill>
                  <a:srgbClr val="111111"/>
                </a:solidFill>
                <a:latin typeface="Times New Roman"/>
                <a:ea typeface="Times New Roman"/>
                <a:cs typeface="Times New Roman"/>
              </a:rPr>
              <a:t> indirection cost.</a:t>
            </a:r>
            <a:endParaRPr lang="vi-VN"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r>
              <a:rPr sz="1500" b="1" dirty="0" err="1">
                <a:solidFill>
                  <a:srgbClr val="111111"/>
                </a:solidFill>
                <a:latin typeface="Times New Roman"/>
                <a:ea typeface="Times New Roman"/>
                <a:cs typeface="Times New Roman"/>
              </a:rPr>
              <a:t>Điểm</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không</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được</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hiểu</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sai</a:t>
            </a:r>
            <a:r>
              <a:rPr sz="1500" b="1" dirty="0">
                <a:solidFill>
                  <a:srgbClr val="111111"/>
                </a:solidFill>
                <a:latin typeface="Times New Roman"/>
                <a:ea typeface="Times New Roman"/>
                <a:cs typeface="Times New Roman"/>
              </a:rPr>
              <a:t>: </a:t>
            </a:r>
            <a:r>
              <a:rPr sz="1500" dirty="0">
                <a:solidFill>
                  <a:srgbClr val="111111"/>
                </a:solidFill>
                <a:latin typeface="Times New Roman"/>
                <a:ea typeface="Times New Roman"/>
                <a:cs typeface="Times New Roman"/>
              </a:rPr>
              <a:t>Pseudo-</a:t>
            </a:r>
            <a:r>
              <a:rPr sz="1500" dirty="0" err="1">
                <a:solidFill>
                  <a:srgbClr val="111111"/>
                </a:solidFill>
                <a:latin typeface="Times New Roman"/>
                <a:ea typeface="Times New Roman"/>
                <a:cs typeface="Times New Roman"/>
              </a:rPr>
              <a:t>IDList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không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xóa</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dữ</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liệu</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vị</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trí</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và</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cũng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không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ước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lượng</a:t>
            </a:r>
            <a:r>
              <a:rPr sz="1500" dirty="0">
                <a:solidFill>
                  <a:srgbClr val="111111"/>
                </a:solidFill>
                <a:latin typeface="Times New Roman"/>
                <a:ea typeface="Times New Roman"/>
                <a:cs typeface="Times New Roman"/>
              </a:rPr>
              <a:t> support. </a:t>
            </a:r>
            <a:r>
              <a:rPr sz="1500" dirty="0" err="1">
                <a:solidFill>
                  <a:srgbClr val="111111"/>
                </a:solidFill>
                <a:latin typeface="Times New Roman"/>
                <a:ea typeface="Times New Roman"/>
                <a:cs typeface="Times New Roman"/>
              </a:rPr>
              <a:t>Nó</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vẫn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dựa</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vào</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dữ</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liệu</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thật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nhưng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tham</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chiếu</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gián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tiếp</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đến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phần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cần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dùng</a:t>
            </a:r>
            <a:r>
              <a:rPr sz="1500" dirty="0">
                <a:solidFill>
                  <a:srgbClr val="111111"/>
                </a:solidFill>
                <a:latin typeface="Times New Roman"/>
                <a:ea typeface="Times New Roman"/>
                <a:cs typeface="Times New Roman"/>
              </a:rPr>
              <a:t>.</a:t>
            </a:r>
            <a:endParaRPr lang="vi-VN"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a:lnSpc>
                <a:spcPct val="102000"/>
              </a:lnSpc>
              <a:spcBef>
                <a:spcPts val="5"/>
              </a:spcBef>
              <a:spcAft>
                <a:spcPts val="5"/>
              </a:spcAft>
              <a:buNone/>
              <a:defRPr sz="1500">
                <a:solidFill>
                  <a:srgbClr val="111111"/>
                </a:solidFill>
                <a:latin typeface="Times New Roman"/>
                <a:ea typeface="Times New Roman"/>
                <a:cs typeface="Times New Roman"/>
              </a:defRPr>
            </a:pPr>
            <a:r>
              <a:rPr sz="1500" b="1" dirty="0" err="1">
                <a:solidFill>
                  <a:srgbClr val="111111"/>
                </a:solidFill>
                <a:latin typeface="Times New Roman"/>
                <a:ea typeface="Times New Roman"/>
                <a:cs typeface="Times New Roman"/>
              </a:rPr>
              <a:t>Điều</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kiện</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có</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lợi</a:t>
            </a:r>
            <a:r>
              <a:rPr sz="1500" b="1" dirty="0">
                <a:solidFill>
                  <a:srgbClr val="111111"/>
                </a:solidFill>
                <a:latin typeface="Times New Roman"/>
                <a:ea typeface="Times New Roman"/>
                <a:cs typeface="Times New Roman"/>
              </a:rPr>
              <a:t>: position list </a:t>
            </a:r>
            <a:r>
              <a:rPr sz="1500" b="1" dirty="0" err="1">
                <a:solidFill>
                  <a:srgbClr val="111111"/>
                </a:solidFill>
                <a:latin typeface="Times New Roman"/>
                <a:ea typeface="Times New Roman"/>
                <a:cs typeface="Times New Roman"/>
              </a:rPr>
              <a:t>dài</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lặp</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lại</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giữa</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nhiều</a:t>
            </a:r>
            <a:r>
              <a:rPr sz="1500" b="1" dirty="0">
                <a:solidFill>
                  <a:srgbClr val="111111"/>
                </a:solidFill>
                <a:latin typeface="Times New Roman"/>
                <a:ea typeface="Times New Roman"/>
                <a:cs typeface="Times New Roman"/>
              </a:rPr>
              <a:t> candidate </a:t>
            </a:r>
            <a:r>
              <a:rPr sz="1500" b="1" dirty="0" err="1">
                <a:solidFill>
                  <a:srgbClr val="111111"/>
                </a:solidFill>
                <a:latin typeface="Times New Roman"/>
                <a:ea typeface="Times New Roman"/>
                <a:cs typeface="Times New Roman"/>
              </a:rPr>
              <a:t>và</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số</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lần</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mở</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rộng</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đủ</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lớn</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để</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bù</a:t>
            </a:r>
            <a:r>
              <a:rPr sz="1500" b="1" dirty="0">
                <a:solidFill>
                  <a:srgbClr val="111111"/>
                </a:solidFill>
                <a:latin typeface="Times New Roman"/>
                <a:ea typeface="Times New Roman"/>
                <a:cs typeface="Times New Roman"/>
              </a:rPr>
              <a:t> chi </a:t>
            </a:r>
            <a:r>
              <a:rPr sz="1500" b="1" dirty="0" err="1">
                <a:solidFill>
                  <a:srgbClr val="111111"/>
                </a:solidFill>
                <a:latin typeface="Times New Roman"/>
                <a:ea typeface="Times New Roman"/>
                <a:cs typeface="Times New Roman"/>
              </a:rPr>
              <a:t>phí</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truy</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hồi</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gián</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tiếp</a:t>
            </a:r>
            <a:r>
              <a:rPr sz="1500" b="1" dirty="0">
                <a:solidFill>
                  <a:srgbClr val="111111"/>
                </a:solidFill>
                <a:latin typeface="Times New Roman"/>
                <a:ea typeface="Times New Roman"/>
                <a:cs typeface="Times New Roman"/>
              </a:rPr>
              <a:t>.</a:t>
            </a:r>
          </a:p>
        </p:txBody>
      </p:sp>
      <p:grpSp>
        <p:nvGrpSpPr>
          <p:cNvPr id="2" name="Group 3">
            <a:extLst>
              <a:ext uri="{FF2B5EF4-FFF2-40B4-BE49-F238E27FC236}">
                <a16:creationId xmlns:a16="http://schemas.microsoft.com/office/drawing/2014/main" id="{C524E4E3-F150-B556-7910-750FDC0BE50D}"/>
              </a:ext>
            </a:extLst>
          </p:cNvPr>
          <p:cNvGrpSpPr/>
          <p:nvPr/>
        </p:nvGrpSpPr>
        <p:grpSpPr>
          <a:xfrm>
            <a:off x="0" y="-19526"/>
            <a:ext cx="9144000" cy="535020"/>
            <a:chOff x="0" y="0"/>
            <a:chExt cx="24384000" cy="1426718"/>
          </a:xfrm>
        </p:grpSpPr>
        <p:sp>
          <p:nvSpPr>
            <p:cNvPr id="3" name="Freeform 4">
              <a:extLst>
                <a:ext uri="{FF2B5EF4-FFF2-40B4-BE49-F238E27FC236}">
                  <a16:creationId xmlns:a16="http://schemas.microsoft.com/office/drawing/2014/main" id="{9443188E-C8AF-8667-4338-89E227A467A4}"/>
                </a:ext>
              </a:extLst>
            </p:cNvPr>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E95856"/>
            </a:solidFill>
            <a:ln w="12700">
              <a:solidFill>
                <a:srgbClr val="000000"/>
              </a:solidFill>
            </a:ln>
          </p:spPr>
        </p:sp>
      </p:grpSp>
      <p:grpSp>
        <p:nvGrpSpPr>
          <p:cNvPr id="6" name="Group 7">
            <a:extLst>
              <a:ext uri="{FF2B5EF4-FFF2-40B4-BE49-F238E27FC236}">
                <a16:creationId xmlns:a16="http://schemas.microsoft.com/office/drawing/2014/main" id="{7050091B-1062-1931-3914-8A31B1406089}"/>
              </a:ext>
            </a:extLst>
          </p:cNvPr>
          <p:cNvGrpSpPr/>
          <p:nvPr/>
        </p:nvGrpSpPr>
        <p:grpSpPr>
          <a:xfrm>
            <a:off x="514350" y="4969883"/>
            <a:ext cx="7833601" cy="76945"/>
            <a:chOff x="0" y="0"/>
            <a:chExt cx="20889601" cy="205185"/>
          </a:xfrm>
        </p:grpSpPr>
        <p:sp>
          <p:nvSpPr>
            <p:cNvPr id="7" name="Freeform 8">
              <a:extLst>
                <a:ext uri="{FF2B5EF4-FFF2-40B4-BE49-F238E27FC236}">
                  <a16:creationId xmlns:a16="http://schemas.microsoft.com/office/drawing/2014/main" id="{3AB906B9-E0FC-DBF8-DBDB-1D35B615A572}"/>
                </a:ext>
              </a:extLst>
            </p:cNvPr>
            <p:cNvSpPr/>
            <p:nvPr/>
          </p:nvSpPr>
          <p:spPr>
            <a:xfrm>
              <a:off x="0" y="0"/>
              <a:ext cx="20889595" cy="205232"/>
            </a:xfrm>
            <a:custGeom>
              <a:avLst/>
              <a:gdLst/>
              <a:ahLst/>
              <a:cxnLst/>
              <a:rect l="l" t="t" r="r" b="b"/>
              <a:pathLst>
                <a:path w="20889595" h="205232">
                  <a:moveTo>
                    <a:pt x="0" y="0"/>
                  </a:moveTo>
                  <a:lnTo>
                    <a:pt x="20889595" y="0"/>
                  </a:lnTo>
                  <a:lnTo>
                    <a:pt x="20889595" y="205232"/>
                  </a:lnTo>
                  <a:lnTo>
                    <a:pt x="0" y="205232"/>
                  </a:lnTo>
                  <a:lnTo>
                    <a:pt x="0" y="0"/>
                  </a:lnTo>
                  <a:close/>
                </a:path>
              </a:pathLst>
            </a:custGeom>
            <a:blipFill>
              <a:blip r:embed="rId3"/>
              <a:stretch>
                <a:fillRect t="-17868" b="-17845"/>
              </a:stretch>
            </a:blipFill>
          </p:spPr>
        </p:sp>
      </p:grpSp>
      <p:grpSp>
        <p:nvGrpSpPr>
          <p:cNvPr id="8" name="Group 9">
            <a:extLst>
              <a:ext uri="{FF2B5EF4-FFF2-40B4-BE49-F238E27FC236}">
                <a16:creationId xmlns:a16="http://schemas.microsoft.com/office/drawing/2014/main" id="{BB3F90F3-79F3-F251-3CD4-19A6F91C2EAD}"/>
              </a:ext>
            </a:extLst>
          </p:cNvPr>
          <p:cNvGrpSpPr/>
          <p:nvPr/>
        </p:nvGrpSpPr>
        <p:grpSpPr>
          <a:xfrm>
            <a:off x="238964" y="1668"/>
            <a:ext cx="2467785" cy="513826"/>
            <a:chOff x="0" y="0"/>
            <a:chExt cx="6580759" cy="1370203"/>
          </a:xfrm>
        </p:grpSpPr>
        <p:sp>
          <p:nvSpPr>
            <p:cNvPr id="9" name="Freeform 10" descr="A black background with white text  Description automatically generated">
              <a:extLst>
                <a:ext uri="{FF2B5EF4-FFF2-40B4-BE49-F238E27FC236}">
                  <a16:creationId xmlns:a16="http://schemas.microsoft.com/office/drawing/2014/main" id="{F66C64D7-6454-8804-65F8-CD7F94687054}"/>
                </a:ext>
              </a:extLst>
            </p:cNvPr>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4"/>
              <a:stretch>
                <a:fillRect l="-194" r="-194"/>
              </a:stretch>
            </a:blipFill>
          </p:spPr>
        </p:sp>
      </p:grpSp>
    </p:spTree>
    <p:extLst>
      <p:ext uri="{BB962C8B-B14F-4D97-AF65-F5344CB8AC3E}">
        <p14:creationId xmlns:p14="http://schemas.microsoft.com/office/powerpoint/2010/main" val="1099260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5">
            <a:extLst>
              <a:ext uri="{FF2B5EF4-FFF2-40B4-BE49-F238E27FC236}">
                <a16:creationId xmlns:a16="http://schemas.microsoft.com/office/drawing/2014/main" id="{0AA0FFF3-0F78-0DEB-D01B-A8AC3BE4D313}"/>
              </a:ext>
            </a:extLst>
          </p:cNvPr>
          <p:cNvGrpSpPr/>
          <p:nvPr/>
        </p:nvGrpSpPr>
        <p:grpSpPr>
          <a:xfrm>
            <a:off x="-160282" y="4969883"/>
            <a:ext cx="9304283" cy="284619"/>
            <a:chOff x="0" y="0"/>
            <a:chExt cx="24811420" cy="758984"/>
          </a:xfrm>
        </p:grpSpPr>
        <p:sp>
          <p:nvSpPr>
            <p:cNvPr id="5" name="Freeform 6">
              <a:extLst>
                <a:ext uri="{FF2B5EF4-FFF2-40B4-BE49-F238E27FC236}">
                  <a16:creationId xmlns:a16="http://schemas.microsoft.com/office/drawing/2014/main" id="{ED0C3BDB-D296-0F34-92E4-4CE28489C013}"/>
                </a:ext>
              </a:extLst>
            </p:cNvPr>
            <p:cNvSpPr/>
            <p:nvPr/>
          </p:nvSpPr>
          <p:spPr>
            <a:xfrm>
              <a:off x="0" y="0"/>
              <a:ext cx="24811482" cy="758952"/>
            </a:xfrm>
            <a:custGeom>
              <a:avLst/>
              <a:gdLst/>
              <a:ahLst/>
              <a:cxnLst/>
              <a:rect l="l" t="t" r="r" b="b"/>
              <a:pathLst>
                <a:path w="24811482" h="758952">
                  <a:moveTo>
                    <a:pt x="285242" y="0"/>
                  </a:moveTo>
                  <a:lnTo>
                    <a:pt x="24811482" y="0"/>
                  </a:lnTo>
                  <a:lnTo>
                    <a:pt x="24811482" y="740410"/>
                  </a:lnTo>
                  <a:lnTo>
                    <a:pt x="0" y="758952"/>
                  </a:lnTo>
                  <a:lnTo>
                    <a:pt x="285242" y="0"/>
                  </a:lnTo>
                  <a:close/>
                </a:path>
              </a:pathLst>
            </a:custGeom>
            <a:solidFill>
              <a:srgbClr val="E95856"/>
            </a:solidFill>
            <a:ln w="12700">
              <a:solidFill>
                <a:srgbClr val="000000"/>
              </a:solidFill>
            </a:ln>
          </p:spPr>
        </p:sp>
      </p:grpSp>
      <p:sp>
        <p:nvSpPr>
          <p:cNvPr id="16" name="Slide Number Placeholder 14">
            <a:extLst>
              <a:ext uri="{FF2B5EF4-FFF2-40B4-BE49-F238E27FC236}">
                <a16:creationId xmlns:a16="http://schemas.microsoft.com/office/drawing/2014/main" id="{A17CDB6F-CEE7-57BA-A4C7-7DA5A56183F8}"/>
              </a:ext>
            </a:extLst>
          </p:cNvPr>
          <p:cNvSpPr>
            <a:spLocks noGrp="1"/>
          </p:cNvSpPr>
          <p:nvPr/>
        </p:nvSpPr>
        <p:spPr>
          <a:xfrm>
            <a:off x="8347710" y="4970145"/>
            <a:ext cx="795655" cy="259715"/>
          </a:xfrm>
        </p:spPr>
        <p:txBody>
          <a:bodyPr/>
          <a:lst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a:lstStyle>
          <a:p>
            <a:pPr algn="ctr">
              <a:buNone/>
            </a:pPr>
            <a:fld id="{844E025A-983C-6D44-79C6-4612AACD43FC}" type="slidenum">
              <a:rPr>
                <a:latin typeface="Times New Roman"/>
                <a:ea typeface="Times New Roman"/>
                <a:cs typeface="Times New Roman"/>
              </a:rPr>
              <a:t>19</a:t>
            </a:fld>
            <a:endParaRPr>
              <a:latin typeface="Times New Roman"/>
              <a:ea typeface="Times New Roman"/>
              <a:cs typeface="Times New Roman"/>
            </a:endParaRPr>
          </a:p>
        </p:txBody>
      </p:sp>
      <p:sp>
        <p:nvSpPr>
          <p:cNvPr id="13" name="TextBox 14">
            <a:extLst>
              <a:ext uri="{FF2B5EF4-FFF2-40B4-BE49-F238E27FC236}">
                <a16:creationId xmlns:a16="http://schemas.microsoft.com/office/drawing/2014/main" id="{3C5A5FE7-2459-584B-C943-E215656CDEAC}"/>
              </a:ext>
            </a:extLst>
          </p:cNvPr>
          <p:cNvSpPr>
            <a:spLocks noGrp="1"/>
          </p:cNvSpPr>
          <p:nvPr/>
        </p:nvSpPr>
        <p:spPr>
          <a:xfrm>
            <a:off x="342900" y="536688"/>
            <a:ext cx="8429625" cy="4362450"/>
          </a:xfrm>
          <a:prstGeom prst="rect">
            <a:avLst/>
          </a:prstGeom>
        </p:spPr>
        <p:txBody>
          <a:bodyPr lIns="19050" tIns="38100" rIns="57150" bIns="19050" anchor="t">
            <a:normAutofit fontScale="92500" lnSpcReduction="10000"/>
          </a:bodyPr>
          <a:lstStyle/>
          <a:p>
            <a:pPr>
              <a:lnSpc>
                <a:spcPct val="102000"/>
              </a:lnSpc>
              <a:spcAft>
                <a:spcPts val="1"/>
              </a:spcAft>
              <a:buNone/>
              <a:defRPr sz="1500">
                <a:solidFill>
                  <a:srgbClr val="111111"/>
                </a:solidFill>
                <a:latin typeface="Times New Roman"/>
                <a:ea typeface="Times New Roman"/>
                <a:cs typeface="Times New Roman"/>
              </a:defRPr>
            </a:pPr>
            <a:r>
              <a:rPr sz="2400" b="1" dirty="0">
                <a:solidFill>
                  <a:srgbClr val="111111"/>
                </a:solidFill>
                <a:latin typeface="Times New Roman"/>
                <a:ea typeface="Times New Roman"/>
                <a:cs typeface="Times New Roman"/>
              </a:rPr>
              <a:t>3. PSEUDO-IDLIST</a:t>
            </a:r>
          </a:p>
          <a:p>
            <a:pPr>
              <a:lnSpc>
                <a:spcPct val="102000"/>
              </a:lnSpc>
              <a:spcAft>
                <a:spcPts val="10"/>
              </a:spcAft>
              <a:buNone/>
              <a:defRPr sz="1500">
                <a:solidFill>
                  <a:srgbClr val="111111"/>
                </a:solidFill>
                <a:latin typeface="Times New Roman"/>
                <a:ea typeface="Times New Roman"/>
                <a:cs typeface="Times New Roman"/>
              </a:defRPr>
            </a:pPr>
            <a:r>
              <a:rPr sz="1900" b="1" dirty="0">
                <a:solidFill>
                  <a:srgbClr val="111111"/>
                </a:solidFill>
                <a:latin typeface="Times New Roman"/>
                <a:ea typeface="Times New Roman"/>
                <a:cs typeface="Times New Roman"/>
              </a:rPr>
              <a:t>3.</a:t>
            </a:r>
            <a:r>
              <a:rPr lang="vi-VN" sz="1900" b="1" dirty="0">
                <a:solidFill>
                  <a:srgbClr val="111111"/>
                </a:solidFill>
                <a:latin typeface="Times New Roman"/>
                <a:ea typeface="Times New Roman"/>
                <a:cs typeface="Times New Roman"/>
              </a:rPr>
              <a:t>3</a:t>
            </a:r>
            <a:r>
              <a:rPr sz="1900" b="1" dirty="0">
                <a:solidFill>
                  <a:srgbClr val="111111"/>
                </a:solidFill>
                <a:latin typeface="Times New Roman"/>
                <a:ea typeface="Times New Roman"/>
                <a:cs typeface="Times New Roman"/>
              </a:rPr>
              <a:t>. </a:t>
            </a:r>
            <a:r>
              <a:rPr sz="1900" b="1" dirty="0" err="1">
                <a:solidFill>
                  <a:srgbClr val="111111"/>
                </a:solidFill>
                <a:latin typeface="Times New Roman"/>
                <a:ea typeface="Times New Roman"/>
                <a:cs typeface="Times New Roman"/>
              </a:rPr>
              <a:t>Cách</a:t>
            </a:r>
            <a:r>
              <a:rPr sz="1900" b="1" dirty="0">
                <a:solidFill>
                  <a:srgbClr val="111111"/>
                </a:solidFill>
                <a:latin typeface="Times New Roman"/>
                <a:ea typeface="Times New Roman"/>
                <a:cs typeface="Times New Roman"/>
              </a:rPr>
              <a:t> </a:t>
            </a:r>
            <a:r>
              <a:rPr sz="1900" b="1" dirty="0" err="1">
                <a:solidFill>
                  <a:srgbClr val="111111"/>
                </a:solidFill>
                <a:latin typeface="Times New Roman"/>
                <a:ea typeface="Times New Roman"/>
                <a:cs typeface="Times New Roman"/>
              </a:rPr>
              <a:t>tạo</a:t>
            </a:r>
            <a:r>
              <a:rPr sz="1900" b="1" dirty="0">
                <a:solidFill>
                  <a:srgbClr val="111111"/>
                </a:solidFill>
                <a:latin typeface="Times New Roman"/>
                <a:ea typeface="Times New Roman"/>
                <a:cs typeface="Times New Roman"/>
              </a:rPr>
              <a:t> Pseudo-</a:t>
            </a:r>
            <a:r>
              <a:rPr sz="1900" b="1" dirty="0" err="1">
                <a:solidFill>
                  <a:srgbClr val="111111"/>
                </a:solidFill>
                <a:latin typeface="Times New Roman"/>
                <a:ea typeface="Times New Roman"/>
                <a:cs typeface="Times New Roman"/>
              </a:rPr>
              <a:t>IDList</a:t>
            </a:r>
            <a:r>
              <a:rPr sz="1900" b="1" dirty="0">
                <a:solidFill>
                  <a:srgbClr val="111111"/>
                </a:solidFill>
                <a:latin typeface="Times New Roman"/>
                <a:ea typeface="Times New Roman"/>
                <a:cs typeface="Times New Roman"/>
              </a:rPr>
              <a:t> </a:t>
            </a:r>
            <a:r>
              <a:rPr sz="1900" b="1" dirty="0" err="1">
                <a:solidFill>
                  <a:srgbClr val="111111"/>
                </a:solidFill>
                <a:latin typeface="Times New Roman"/>
                <a:ea typeface="Times New Roman"/>
                <a:cs typeface="Times New Roman"/>
              </a:rPr>
              <a:t>cho</a:t>
            </a:r>
            <a:r>
              <a:rPr sz="1900" b="1" dirty="0">
                <a:solidFill>
                  <a:srgbClr val="111111"/>
                </a:solidFill>
                <a:latin typeface="Times New Roman"/>
                <a:ea typeface="Times New Roman"/>
                <a:cs typeface="Times New Roman"/>
              </a:rPr>
              <a:t> candidate </a:t>
            </a:r>
            <a:r>
              <a:rPr sz="1900" b="1" dirty="0" err="1">
                <a:solidFill>
                  <a:srgbClr val="111111"/>
                </a:solidFill>
                <a:latin typeface="Times New Roman"/>
                <a:ea typeface="Times New Roman"/>
                <a:cs typeface="Times New Roman"/>
              </a:rPr>
              <a:t>mới</a:t>
            </a:r>
            <a:endParaRPr lang="vi-VN" sz="1900" b="1" dirty="0">
              <a:solidFill>
                <a:srgbClr val="111111"/>
              </a:solidFill>
              <a:latin typeface="Times New Roman"/>
              <a:ea typeface="Times New Roman"/>
              <a:cs typeface="Times New Roman"/>
            </a:endParaRPr>
          </a:p>
          <a:p>
            <a:pPr>
              <a:lnSpc>
                <a:spcPct val="102000"/>
              </a:lnSpc>
              <a:spcAft>
                <a:spcPts val="10"/>
              </a:spcAft>
              <a:buNone/>
              <a:defRPr sz="1500">
                <a:solidFill>
                  <a:srgbClr val="111111"/>
                </a:solidFill>
                <a:latin typeface="Times New Roman"/>
                <a:ea typeface="Times New Roman"/>
                <a:cs typeface="Times New Roman"/>
              </a:defRPr>
            </a:pPr>
            <a:endParaRPr sz="1500" b="1" dirty="0">
              <a:solidFill>
                <a:srgbClr val="111111"/>
              </a:solidFill>
              <a:latin typeface="Times New Roman"/>
              <a:ea typeface="Times New Roman"/>
              <a:cs typeface="Times New Roman"/>
            </a:endParaRPr>
          </a:p>
          <a:p>
            <a:pPr marL="4">
              <a:lnSpc>
                <a:spcPct val="102000"/>
              </a:lnSpc>
              <a:spcAft>
                <a:spcPts val="5"/>
              </a:spcAft>
              <a:buNone/>
              <a:defRPr sz="1500">
                <a:solidFill>
                  <a:srgbClr val="111111"/>
                </a:solidFill>
                <a:latin typeface="Times New Roman"/>
                <a:ea typeface="Times New Roman"/>
                <a:cs typeface="Times New Roman"/>
              </a:defRPr>
            </a:pPr>
            <a:r>
              <a:rPr sz="1500" b="1" dirty="0">
                <a:solidFill>
                  <a:srgbClr val="111111"/>
                </a:solidFill>
                <a:latin typeface="Times New Roman"/>
                <a:ea typeface="Times New Roman"/>
                <a:cs typeface="Times New Roman"/>
              </a:rPr>
              <a:t>1. </a:t>
            </a:r>
            <a:r>
              <a:rPr sz="1500" b="1" dirty="0" err="1">
                <a:solidFill>
                  <a:srgbClr val="111111"/>
                </a:solidFill>
                <a:latin typeface="Times New Roman"/>
                <a:ea typeface="Times New Roman"/>
                <a:cs typeface="Times New Roman"/>
              </a:rPr>
              <a:t>Chọn</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hai</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mẫu</a:t>
            </a:r>
            <a:r>
              <a:rPr sz="1500" b="1" dirty="0">
                <a:solidFill>
                  <a:srgbClr val="111111"/>
                </a:solidFill>
                <a:latin typeface="Times New Roman"/>
                <a:ea typeface="Times New Roman"/>
                <a:cs typeface="Times New Roman"/>
              </a:rPr>
              <a:t> cha: </a:t>
            </a:r>
            <a:r>
              <a:rPr sz="1500" dirty="0">
                <a:solidFill>
                  <a:srgbClr val="111111"/>
                </a:solidFill>
                <a:latin typeface="Times New Roman"/>
                <a:ea typeface="Times New Roman"/>
                <a:cs typeface="Times New Roman"/>
              </a:rPr>
              <a:t>Hai pattern </a:t>
            </a:r>
            <a:r>
              <a:rPr sz="1500" dirty="0" err="1">
                <a:solidFill>
                  <a:srgbClr val="111111"/>
                </a:solidFill>
                <a:latin typeface="Times New Roman"/>
                <a:ea typeface="Times New Roman"/>
                <a:cs typeface="Times New Roman"/>
              </a:rPr>
              <a:t>có</a:t>
            </a:r>
            <a:r>
              <a:rPr sz="1500" dirty="0">
                <a:solidFill>
                  <a:srgbClr val="111111"/>
                </a:solidFill>
                <a:latin typeface="Times New Roman"/>
                <a:ea typeface="Times New Roman"/>
                <a:cs typeface="Times New Roman"/>
              </a:rPr>
              <a:t> prefix </a:t>
            </a:r>
            <a:r>
              <a:rPr sz="1500" dirty="0" err="1">
                <a:solidFill>
                  <a:srgbClr val="111111"/>
                </a:solidFill>
                <a:latin typeface="Times New Roman"/>
                <a:ea typeface="Times New Roman"/>
                <a:cs typeface="Times New Roman"/>
              </a:rPr>
              <a:t>phù</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hợp</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được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dùng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để</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sinh</a:t>
            </a:r>
            <a:r>
              <a:rPr sz="1500" dirty="0">
                <a:solidFill>
                  <a:srgbClr val="111111"/>
                </a:solidFill>
                <a:latin typeface="Times New Roman"/>
                <a:ea typeface="Times New Roman"/>
                <a:cs typeface="Times New Roman"/>
              </a:rPr>
              <a:t> candidate Z; item </a:t>
            </a:r>
            <a:r>
              <a:rPr sz="1500" dirty="0" err="1">
                <a:solidFill>
                  <a:srgbClr val="111111"/>
                </a:solidFill>
                <a:latin typeface="Times New Roman"/>
                <a:ea typeface="Times New Roman"/>
                <a:cs typeface="Times New Roman"/>
              </a:rPr>
              <a:t>cuối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của</a:t>
            </a:r>
            <a:r>
              <a:rPr sz="1500" dirty="0">
                <a:solidFill>
                  <a:srgbClr val="111111"/>
                </a:solidFill>
                <a:latin typeface="Times New Roman"/>
                <a:ea typeface="Times New Roman"/>
                <a:cs typeface="Times New Roman"/>
              </a:rPr>
              <a:t> Z </a:t>
            </a:r>
            <a:r>
              <a:rPr sz="1500" dirty="0" err="1">
                <a:solidFill>
                  <a:srgbClr val="111111"/>
                </a:solidFill>
                <a:latin typeface="Times New Roman"/>
                <a:ea typeface="Times New Roman"/>
                <a:cs typeface="Times New Roman"/>
              </a:rPr>
              <a:t>xác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định</a:t>
            </a:r>
            <a:r>
              <a:rPr sz="1500" dirty="0">
                <a:solidFill>
                  <a:srgbClr val="111111"/>
                </a:solidFill>
                <a:latin typeface="Times New Roman"/>
                <a:ea typeface="Times New Roman"/>
                <a:cs typeface="Times New Roman"/>
              </a:rPr>
              <a:t> Data-</a:t>
            </a:r>
            <a:r>
              <a:rPr sz="1500" dirty="0" err="1">
                <a:solidFill>
                  <a:srgbClr val="111111"/>
                </a:solidFill>
                <a:latin typeface="Times New Roman"/>
                <a:ea typeface="Times New Roman"/>
                <a:cs typeface="Times New Roman"/>
              </a:rPr>
              <a:t>IDList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mà</a:t>
            </a:r>
            <a:r>
              <a:rPr sz="1500" dirty="0">
                <a:solidFill>
                  <a:srgbClr val="111111"/>
                </a:solidFill>
                <a:latin typeface="Times New Roman"/>
                <a:ea typeface="Times New Roman"/>
                <a:cs typeface="Times New Roman"/>
              </a:rPr>
              <a:t> DIP(Z) </a:t>
            </a:r>
            <a:r>
              <a:rPr sz="1500" dirty="0" err="1">
                <a:solidFill>
                  <a:srgbClr val="111111"/>
                </a:solidFill>
                <a:latin typeface="Times New Roman"/>
                <a:ea typeface="Times New Roman"/>
                <a:cs typeface="Times New Roman"/>
              </a:rPr>
              <a:t>phải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trỏ</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tới</a:t>
            </a:r>
            <a:r>
              <a:rPr sz="1500" dirty="0">
                <a:solidFill>
                  <a:srgbClr val="111111"/>
                </a:solidFill>
                <a:latin typeface="Times New Roman"/>
                <a:ea typeface="Times New Roman"/>
                <a:cs typeface="Times New Roman"/>
              </a:rPr>
              <a:t>.</a:t>
            </a:r>
            <a:endParaRPr lang="vi-VN" sz="1500" dirty="0">
              <a:solidFill>
                <a:srgbClr val="111111"/>
              </a:solidFill>
              <a:latin typeface="Times New Roman"/>
              <a:ea typeface="Times New Roman"/>
              <a:cs typeface="Times New Roman"/>
            </a:endParaRPr>
          </a:p>
          <a:p>
            <a:pPr marL="4">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marL="4">
              <a:lnSpc>
                <a:spcPct val="102000"/>
              </a:lnSpc>
              <a:spcAft>
                <a:spcPts val="5"/>
              </a:spcAft>
              <a:buNone/>
              <a:defRPr sz="1500">
                <a:solidFill>
                  <a:srgbClr val="111111"/>
                </a:solidFill>
                <a:latin typeface="Times New Roman"/>
                <a:ea typeface="Times New Roman"/>
                <a:cs typeface="Times New Roman"/>
              </a:defRPr>
            </a:pPr>
            <a:r>
              <a:rPr sz="1500" b="1" dirty="0">
                <a:solidFill>
                  <a:srgbClr val="111111"/>
                </a:solidFill>
                <a:latin typeface="Times New Roman"/>
                <a:ea typeface="Times New Roman"/>
                <a:cs typeface="Times New Roman"/>
              </a:rPr>
              <a:t>2. </a:t>
            </a:r>
            <a:r>
              <a:rPr sz="1500" b="1" dirty="0" err="1">
                <a:solidFill>
                  <a:srgbClr val="111111"/>
                </a:solidFill>
                <a:latin typeface="Times New Roman"/>
                <a:ea typeface="Times New Roman"/>
                <a:cs typeface="Times New Roman"/>
              </a:rPr>
              <a:t>Đồng</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bộ</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định</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danh</a:t>
            </a:r>
            <a:r>
              <a:rPr sz="1500" b="1"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Duyệt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các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hàng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của</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hai</a:t>
            </a:r>
            <a:r>
              <a:rPr sz="1500" dirty="0">
                <a:solidFill>
                  <a:srgbClr val="111111"/>
                </a:solidFill>
                <a:latin typeface="Times New Roman"/>
                <a:ea typeface="Times New Roman"/>
                <a:cs typeface="Times New Roman"/>
              </a:rPr>
              <a:t> ma </a:t>
            </a:r>
            <a:r>
              <a:rPr sz="1500" dirty="0" err="1">
                <a:solidFill>
                  <a:srgbClr val="111111"/>
                </a:solidFill>
                <a:latin typeface="Times New Roman"/>
                <a:ea typeface="Times New Roman"/>
                <a:cs typeface="Times New Roman"/>
              </a:rPr>
              <a:t>trận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chỉ</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mục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theo</a:t>
            </a:r>
            <a:r>
              <a:rPr sz="1500" dirty="0">
                <a:solidFill>
                  <a:srgbClr val="111111"/>
                </a:solidFill>
                <a:latin typeface="Times New Roman"/>
                <a:ea typeface="Times New Roman"/>
                <a:cs typeface="Times New Roman"/>
              </a:rPr>
              <a:t> UCID/Data id </a:t>
            </a:r>
            <a:r>
              <a:rPr sz="1500" dirty="0" err="1">
                <a:solidFill>
                  <a:srgbClr val="111111"/>
                </a:solidFill>
                <a:latin typeface="Times New Roman"/>
                <a:ea typeface="Times New Roman"/>
                <a:cs typeface="Times New Roman"/>
              </a:rPr>
              <a:t>tương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ứng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để</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chỉ</a:t>
            </a:r>
            <a:r>
              <a:rPr sz="1500" dirty="0">
                <a:solidFill>
                  <a:srgbClr val="111111"/>
                </a:solidFill>
                <a:latin typeface="Times New Roman"/>
                <a:ea typeface="Times New Roman"/>
                <a:cs typeface="Times New Roman"/>
              </a:rPr>
              <a:t> so </a:t>
            </a:r>
            <a:r>
              <a:rPr sz="1500" dirty="0" err="1">
                <a:solidFill>
                  <a:srgbClr val="111111"/>
                </a:solidFill>
                <a:latin typeface="Times New Roman"/>
                <a:ea typeface="Times New Roman"/>
                <a:cs typeface="Times New Roman"/>
              </a:rPr>
              <a:t>sánh</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các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lần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xuất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hiện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thuộc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cùng</a:t>
            </a:r>
            <a:r>
              <a:rPr sz="1500" dirty="0">
                <a:solidFill>
                  <a:srgbClr val="111111"/>
                </a:solidFill>
                <a:latin typeface="Times New Roman"/>
                <a:ea typeface="Times New Roman"/>
                <a:cs typeface="Times New Roman"/>
              </a:rPr>
              <a:t> clickstream.</a:t>
            </a:r>
            <a:endParaRPr lang="vi-VN" sz="1500" dirty="0">
              <a:solidFill>
                <a:srgbClr val="111111"/>
              </a:solidFill>
              <a:latin typeface="Times New Roman"/>
              <a:ea typeface="Times New Roman"/>
              <a:cs typeface="Times New Roman"/>
            </a:endParaRPr>
          </a:p>
          <a:p>
            <a:pPr marL="4">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marL="4">
              <a:lnSpc>
                <a:spcPct val="102000"/>
              </a:lnSpc>
              <a:spcAft>
                <a:spcPts val="5"/>
              </a:spcAft>
              <a:buNone/>
              <a:defRPr sz="1500">
                <a:solidFill>
                  <a:srgbClr val="111111"/>
                </a:solidFill>
                <a:latin typeface="Times New Roman"/>
                <a:ea typeface="Times New Roman"/>
                <a:cs typeface="Times New Roman"/>
              </a:defRPr>
            </a:pPr>
            <a:r>
              <a:rPr sz="1500" b="1" dirty="0">
                <a:solidFill>
                  <a:srgbClr val="111111"/>
                </a:solidFill>
                <a:latin typeface="Times New Roman"/>
                <a:ea typeface="Times New Roman"/>
                <a:cs typeface="Times New Roman"/>
              </a:rPr>
              <a:t>3. </a:t>
            </a:r>
            <a:r>
              <a:rPr sz="1500" b="1" dirty="0" err="1">
                <a:solidFill>
                  <a:srgbClr val="111111"/>
                </a:solidFill>
                <a:latin typeface="Times New Roman"/>
                <a:ea typeface="Times New Roman"/>
                <a:cs typeface="Times New Roman"/>
              </a:rPr>
              <a:t>Truy</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hồi</a:t>
            </a:r>
            <a:r>
              <a:rPr sz="1500" b="1" dirty="0">
                <a:solidFill>
                  <a:srgbClr val="111111"/>
                </a:solidFill>
                <a:latin typeface="Times New Roman"/>
                <a:ea typeface="Times New Roman"/>
                <a:cs typeface="Times New Roman"/>
              </a:rPr>
              <a:t> suffix: </a:t>
            </a:r>
            <a:r>
              <a:rPr sz="1500" dirty="0" err="1">
                <a:solidFill>
                  <a:srgbClr val="111111"/>
                </a:solidFill>
                <a:latin typeface="Times New Roman"/>
                <a:ea typeface="Times New Roman"/>
                <a:cs typeface="Times New Roman"/>
              </a:rPr>
              <a:t>Từ</a:t>
            </a:r>
            <a:r>
              <a:rPr sz="1500" dirty="0">
                <a:solidFill>
                  <a:srgbClr val="111111"/>
                </a:solidFill>
                <a:latin typeface="Times New Roman"/>
                <a:ea typeface="Times New Roman"/>
                <a:cs typeface="Times New Roman"/>
              </a:rPr>
              <a:t> DIP </a:t>
            </a:r>
            <a:r>
              <a:rPr sz="1500" dirty="0" err="1">
                <a:solidFill>
                  <a:srgbClr val="111111"/>
                </a:solidFill>
                <a:latin typeface="Times New Roman"/>
                <a:ea typeface="Times New Roman"/>
                <a:cs typeface="Times New Roman"/>
              </a:rPr>
              <a:t>và</a:t>
            </a:r>
            <a:r>
              <a:rPr sz="1500" dirty="0">
                <a:solidFill>
                  <a:srgbClr val="111111"/>
                </a:solidFill>
                <a:latin typeface="Times New Roman"/>
                <a:ea typeface="Times New Roman"/>
                <a:cs typeface="Times New Roman"/>
              </a:rPr>
              <a:t> Start index </a:t>
            </a:r>
            <a:r>
              <a:rPr sz="1500" dirty="0" err="1">
                <a:solidFill>
                  <a:srgbClr val="111111"/>
                </a:solidFill>
                <a:latin typeface="Times New Roman"/>
                <a:ea typeface="Times New Roman"/>
                <a:cs typeface="Times New Roman"/>
              </a:rPr>
              <a:t>của</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mẫu</a:t>
            </a:r>
            <a:r>
              <a:rPr sz="1500" dirty="0">
                <a:solidFill>
                  <a:srgbClr val="111111"/>
                </a:solidFill>
                <a:latin typeface="Times New Roman"/>
                <a:ea typeface="Times New Roman"/>
                <a:cs typeface="Times New Roman"/>
              </a:rPr>
              <a:t> cha, </a:t>
            </a:r>
            <a:r>
              <a:rPr sz="1500" dirty="0" err="1">
                <a:solidFill>
                  <a:srgbClr val="111111"/>
                </a:solidFill>
                <a:latin typeface="Times New Roman"/>
                <a:ea typeface="Times New Roman"/>
                <a:cs typeface="Times New Roman"/>
              </a:rPr>
              <a:t>lấy</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phần</a:t>
            </a:r>
            <a:r>
              <a:rPr sz="1500" dirty="0">
                <a:solidFill>
                  <a:srgbClr val="111111"/>
                </a:solidFill>
                <a:latin typeface="Times New Roman"/>
                <a:ea typeface="Times New Roman"/>
                <a:cs typeface="Times New Roman"/>
              </a:rPr>
              <a:t> position list </a:t>
            </a:r>
            <a:r>
              <a:rPr sz="1500" dirty="0" err="1">
                <a:solidFill>
                  <a:srgbClr val="111111"/>
                </a:solidFill>
                <a:latin typeface="Times New Roman"/>
                <a:ea typeface="Times New Roman"/>
                <a:cs typeface="Times New Roman"/>
              </a:rPr>
              <a:t>còn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có</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khả</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năng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tạo</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quan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hệ</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thứ</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tự</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hợp</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lệ</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với</a:t>
            </a:r>
            <a:r>
              <a:rPr sz="1500" dirty="0">
                <a:solidFill>
                  <a:srgbClr val="111111"/>
                </a:solidFill>
                <a:latin typeface="Times New Roman"/>
                <a:ea typeface="Times New Roman"/>
                <a:cs typeface="Times New Roman"/>
              </a:rPr>
              <a:t> item </a:t>
            </a:r>
            <a:r>
              <a:rPr sz="1500" dirty="0" err="1">
                <a:solidFill>
                  <a:srgbClr val="111111"/>
                </a:solidFill>
                <a:latin typeface="Times New Roman"/>
                <a:ea typeface="Times New Roman"/>
                <a:cs typeface="Times New Roman"/>
              </a:rPr>
              <a:t>mở</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rộng</a:t>
            </a:r>
            <a:r>
              <a:rPr sz="1500" dirty="0">
                <a:solidFill>
                  <a:srgbClr val="111111"/>
                </a:solidFill>
                <a:latin typeface="Times New Roman"/>
                <a:ea typeface="Times New Roman"/>
                <a:cs typeface="Times New Roman"/>
              </a:rPr>
              <a:t>.</a:t>
            </a:r>
            <a:endParaRPr lang="vi-VN" sz="1500" dirty="0">
              <a:solidFill>
                <a:srgbClr val="111111"/>
              </a:solidFill>
              <a:latin typeface="Times New Roman"/>
              <a:ea typeface="Times New Roman"/>
              <a:cs typeface="Times New Roman"/>
            </a:endParaRPr>
          </a:p>
          <a:p>
            <a:pPr marL="4">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marL="4">
              <a:lnSpc>
                <a:spcPct val="102000"/>
              </a:lnSpc>
              <a:spcAft>
                <a:spcPts val="5"/>
              </a:spcAft>
              <a:buNone/>
              <a:defRPr sz="1500">
                <a:solidFill>
                  <a:srgbClr val="111111"/>
                </a:solidFill>
                <a:latin typeface="Times New Roman"/>
                <a:ea typeface="Times New Roman"/>
                <a:cs typeface="Times New Roman"/>
              </a:defRPr>
            </a:pPr>
            <a:r>
              <a:rPr sz="1500" b="1" dirty="0">
                <a:solidFill>
                  <a:srgbClr val="111111"/>
                </a:solidFill>
                <a:latin typeface="Times New Roman"/>
                <a:ea typeface="Times New Roman"/>
                <a:cs typeface="Times New Roman"/>
              </a:rPr>
              <a:t>4. </a:t>
            </a:r>
            <a:r>
              <a:rPr sz="1500" b="1" dirty="0" err="1">
                <a:solidFill>
                  <a:srgbClr val="111111"/>
                </a:solidFill>
                <a:latin typeface="Times New Roman"/>
                <a:ea typeface="Times New Roman"/>
                <a:cs typeface="Times New Roman"/>
              </a:rPr>
              <a:t>Kiểm</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tra</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thứ</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tự</a:t>
            </a:r>
            <a:r>
              <a:rPr sz="1500" b="1"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Nếu</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tồn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tại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vị</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trí</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của</a:t>
            </a:r>
            <a:r>
              <a:rPr sz="1500" dirty="0">
                <a:solidFill>
                  <a:srgbClr val="111111"/>
                </a:solidFill>
                <a:latin typeface="Times New Roman"/>
                <a:ea typeface="Times New Roman"/>
                <a:cs typeface="Times New Roman"/>
              </a:rPr>
              <a:t> item </a:t>
            </a:r>
            <a:r>
              <a:rPr sz="1500" dirty="0" err="1">
                <a:solidFill>
                  <a:srgbClr val="111111"/>
                </a:solidFill>
                <a:latin typeface="Times New Roman"/>
                <a:ea typeface="Times New Roman"/>
                <a:cs typeface="Times New Roman"/>
              </a:rPr>
              <a:t>mới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sau</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vị</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trí</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kết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thúc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hiện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tại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ghi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một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hàng</a:t>
            </a:r>
            <a:r>
              <a:rPr sz="1500" dirty="0">
                <a:solidFill>
                  <a:srgbClr val="111111"/>
                </a:solidFill>
                <a:latin typeface="Times New Roman"/>
                <a:ea typeface="Times New Roman"/>
                <a:cs typeface="Times New Roman"/>
              </a:rPr>
              <a:t> (Local id, Data id, Start index </a:t>
            </a:r>
            <a:r>
              <a:rPr sz="1500" dirty="0" err="1">
                <a:solidFill>
                  <a:srgbClr val="111111"/>
                </a:solidFill>
                <a:latin typeface="Times New Roman"/>
                <a:ea typeface="Times New Roman"/>
                <a:cs typeface="Times New Roman"/>
              </a:rPr>
              <a:t>mới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vào</a:t>
            </a:r>
            <a:r>
              <a:rPr sz="1500" dirty="0">
                <a:solidFill>
                  <a:srgbClr val="111111"/>
                </a:solidFill>
                <a:latin typeface="Times New Roman"/>
                <a:ea typeface="Times New Roman"/>
                <a:cs typeface="Times New Roman"/>
              </a:rPr>
              <a:t> M(Z).</a:t>
            </a:r>
            <a:endParaRPr lang="vi-VN" sz="1500" dirty="0">
              <a:solidFill>
                <a:srgbClr val="111111"/>
              </a:solidFill>
              <a:latin typeface="Times New Roman"/>
              <a:ea typeface="Times New Roman"/>
              <a:cs typeface="Times New Roman"/>
            </a:endParaRPr>
          </a:p>
          <a:p>
            <a:pPr marL="4">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marL="4">
              <a:lnSpc>
                <a:spcPct val="102000"/>
              </a:lnSpc>
              <a:spcAft>
                <a:spcPts val="5"/>
              </a:spcAft>
              <a:buNone/>
              <a:defRPr sz="1500">
                <a:solidFill>
                  <a:srgbClr val="111111"/>
                </a:solidFill>
                <a:latin typeface="Times New Roman"/>
                <a:ea typeface="Times New Roman"/>
                <a:cs typeface="Times New Roman"/>
              </a:defRPr>
            </a:pPr>
            <a:r>
              <a:rPr sz="1500" b="1" dirty="0">
                <a:solidFill>
                  <a:srgbClr val="111111"/>
                </a:solidFill>
                <a:latin typeface="Times New Roman"/>
                <a:ea typeface="Times New Roman"/>
                <a:cs typeface="Times New Roman"/>
              </a:rPr>
              <a:t>5. </a:t>
            </a:r>
            <a:r>
              <a:rPr sz="1500" b="1" dirty="0" err="1">
                <a:solidFill>
                  <a:srgbClr val="111111"/>
                </a:solidFill>
                <a:latin typeface="Times New Roman"/>
                <a:ea typeface="Times New Roman"/>
                <a:cs typeface="Times New Roman"/>
              </a:rPr>
              <a:t>Loại</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hàng</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rỗng</a:t>
            </a:r>
            <a:r>
              <a:rPr sz="1500" b="1"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Nếu</a:t>
            </a:r>
            <a:r>
              <a:rPr sz="1500" dirty="0">
                <a:solidFill>
                  <a:srgbClr val="111111"/>
                </a:solidFill>
                <a:latin typeface="Times New Roman"/>
                <a:ea typeface="Times New Roman"/>
                <a:cs typeface="Times New Roman"/>
              </a:rPr>
              <a:t> suffix </a:t>
            </a:r>
            <a:r>
              <a:rPr sz="1500" dirty="0" err="1">
                <a:solidFill>
                  <a:srgbClr val="111111"/>
                </a:solidFill>
                <a:latin typeface="Times New Roman"/>
                <a:ea typeface="Times New Roman"/>
                <a:cs typeface="Times New Roman"/>
              </a:rPr>
              <a:t>không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còn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vị</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trí</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hợp</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lệ</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thì</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không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sinh</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hàng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tương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ứng</a:t>
            </a:r>
            <a:r>
              <a:rPr sz="1500" dirty="0">
                <a:solidFill>
                  <a:srgbClr val="111111"/>
                </a:solidFill>
                <a:latin typeface="Times New Roman"/>
                <a:ea typeface="Times New Roman"/>
                <a:cs typeface="Times New Roman"/>
              </a:rPr>
              <a:t>; candidate </a:t>
            </a:r>
            <a:r>
              <a:rPr sz="1500" dirty="0" err="1">
                <a:solidFill>
                  <a:srgbClr val="111111"/>
                </a:solidFill>
                <a:latin typeface="Times New Roman"/>
                <a:ea typeface="Times New Roman"/>
                <a:cs typeface="Times New Roman"/>
              </a:rPr>
              <a:t>mất</a:t>
            </a:r>
            <a:r>
              <a:rPr sz="1500" dirty="0">
                <a:solidFill>
                  <a:srgbClr val="111111"/>
                </a:solidFill>
                <a:latin typeface="Times New Roman"/>
                <a:ea typeface="Times New Roman"/>
                <a:cs typeface="Times New Roman"/>
              </a:rPr>
              <a:t> support </a:t>
            </a:r>
            <a:r>
              <a:rPr sz="1500" dirty="0" err="1">
                <a:solidFill>
                  <a:srgbClr val="111111"/>
                </a:solidFill>
                <a:latin typeface="Times New Roman"/>
                <a:ea typeface="Times New Roman"/>
                <a:cs typeface="Times New Roman"/>
              </a:rPr>
              <a:t>tại</a:t>
            </a:r>
            <a:r>
              <a:rPr sz="1500" dirty="0">
                <a:solidFill>
                  <a:srgbClr val="111111"/>
                </a:solidFill>
                <a:latin typeface="Times New Roman"/>
                <a:ea typeface="Times New Roman"/>
                <a:cs typeface="Times New Roman"/>
              </a:rPr>
              <a:t> clickstream </a:t>
            </a:r>
            <a:r>
              <a:rPr sz="1500" dirty="0" err="1">
                <a:solidFill>
                  <a:srgbClr val="111111"/>
                </a:solidFill>
                <a:latin typeface="Times New Roman"/>
                <a:ea typeface="Times New Roman"/>
                <a:cs typeface="Times New Roman"/>
              </a:rPr>
              <a:t>đó</a:t>
            </a:r>
            <a:r>
              <a:rPr sz="1500" dirty="0">
                <a:solidFill>
                  <a:srgbClr val="111111"/>
                </a:solidFill>
                <a:latin typeface="Times New Roman"/>
                <a:ea typeface="Times New Roman"/>
                <a:cs typeface="Times New Roman"/>
              </a:rPr>
              <a:t>.</a:t>
            </a:r>
            <a:endParaRPr lang="vi-VN" sz="1500" dirty="0">
              <a:solidFill>
                <a:srgbClr val="111111"/>
              </a:solidFill>
              <a:latin typeface="Times New Roman"/>
              <a:ea typeface="Times New Roman"/>
              <a:cs typeface="Times New Roman"/>
            </a:endParaRPr>
          </a:p>
          <a:p>
            <a:pPr marL="4">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a:lnSpc>
                <a:spcPct val="102000"/>
              </a:lnSpc>
              <a:spcBef>
                <a:spcPts val="5"/>
              </a:spcBef>
              <a:spcAft>
                <a:spcPts val="5"/>
              </a:spcAft>
              <a:buNone/>
              <a:defRPr sz="1500">
                <a:solidFill>
                  <a:srgbClr val="111111"/>
                </a:solidFill>
                <a:latin typeface="Times New Roman"/>
                <a:ea typeface="Times New Roman"/>
                <a:cs typeface="Times New Roman"/>
              </a:defRPr>
            </a:pPr>
            <a:r>
              <a:rPr sz="1500" b="1" dirty="0">
                <a:solidFill>
                  <a:srgbClr val="111111"/>
                </a:solidFill>
                <a:latin typeface="Times New Roman"/>
                <a:ea typeface="Times New Roman"/>
                <a:cs typeface="Times New Roman"/>
              </a:rPr>
              <a:t>Chi </a:t>
            </a:r>
            <a:r>
              <a:rPr sz="1500" b="1" dirty="0" err="1">
                <a:solidFill>
                  <a:srgbClr val="111111"/>
                </a:solidFill>
                <a:latin typeface="Times New Roman"/>
                <a:ea typeface="Times New Roman"/>
                <a:cs typeface="Times New Roman"/>
              </a:rPr>
              <a:t>phí</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trên</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một</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lần</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tạo</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tối</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đa</a:t>
            </a:r>
            <a:r>
              <a:rPr sz="1500" b="1" dirty="0">
                <a:solidFill>
                  <a:srgbClr val="111111"/>
                </a:solidFill>
                <a:latin typeface="Times New Roman"/>
                <a:ea typeface="Times New Roman"/>
                <a:cs typeface="Times New Roman"/>
              </a:rPr>
              <a:t> O(M + N), </a:t>
            </a:r>
            <a:r>
              <a:rPr sz="1500" b="1" dirty="0" err="1">
                <a:solidFill>
                  <a:srgbClr val="111111"/>
                </a:solidFill>
                <a:latin typeface="Times New Roman"/>
                <a:ea typeface="Times New Roman"/>
                <a:cs typeface="Times New Roman"/>
              </a:rPr>
              <a:t>với</a:t>
            </a:r>
            <a:r>
              <a:rPr sz="1500" b="1" dirty="0">
                <a:solidFill>
                  <a:srgbClr val="111111"/>
                </a:solidFill>
                <a:latin typeface="Times New Roman"/>
                <a:ea typeface="Times New Roman"/>
                <a:cs typeface="Times New Roman"/>
              </a:rPr>
              <a:t> M </a:t>
            </a:r>
            <a:r>
              <a:rPr sz="1500" b="1" dirty="0" err="1">
                <a:solidFill>
                  <a:srgbClr val="111111"/>
                </a:solidFill>
                <a:latin typeface="Times New Roman"/>
                <a:ea typeface="Times New Roman"/>
                <a:cs typeface="Times New Roman"/>
              </a:rPr>
              <a:t>và</a:t>
            </a:r>
            <a:r>
              <a:rPr sz="1500" b="1" dirty="0">
                <a:solidFill>
                  <a:srgbClr val="111111"/>
                </a:solidFill>
                <a:latin typeface="Times New Roman"/>
                <a:ea typeface="Times New Roman"/>
                <a:cs typeface="Times New Roman"/>
              </a:rPr>
              <a:t> N </a:t>
            </a:r>
            <a:r>
              <a:rPr sz="1500" b="1" dirty="0" err="1">
                <a:solidFill>
                  <a:srgbClr val="111111"/>
                </a:solidFill>
                <a:latin typeface="Times New Roman"/>
                <a:ea typeface="Times New Roman"/>
                <a:cs typeface="Times New Roman"/>
              </a:rPr>
              <a:t>là</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số</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phần</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tử</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vị</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trí</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được</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truy</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hồi</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từ</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hai</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phía</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theo</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phân</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tích</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của</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bài</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báo</a:t>
            </a:r>
            <a:r>
              <a:rPr sz="1500" b="1" dirty="0">
                <a:solidFill>
                  <a:srgbClr val="111111"/>
                </a:solidFill>
                <a:latin typeface="Times New Roman"/>
                <a:ea typeface="Times New Roman"/>
                <a:cs typeface="Times New Roman"/>
              </a:rPr>
              <a:t>.</a:t>
            </a:r>
          </a:p>
        </p:txBody>
      </p:sp>
      <p:grpSp>
        <p:nvGrpSpPr>
          <p:cNvPr id="2" name="Group 3">
            <a:extLst>
              <a:ext uri="{FF2B5EF4-FFF2-40B4-BE49-F238E27FC236}">
                <a16:creationId xmlns:a16="http://schemas.microsoft.com/office/drawing/2014/main" id="{382A5C85-B69E-9305-C375-F5DE294BCCC6}"/>
              </a:ext>
            </a:extLst>
          </p:cNvPr>
          <p:cNvGrpSpPr/>
          <p:nvPr/>
        </p:nvGrpSpPr>
        <p:grpSpPr>
          <a:xfrm>
            <a:off x="0" y="-19526"/>
            <a:ext cx="9144000" cy="535020"/>
            <a:chOff x="0" y="0"/>
            <a:chExt cx="24384000" cy="1426718"/>
          </a:xfrm>
        </p:grpSpPr>
        <p:sp>
          <p:nvSpPr>
            <p:cNvPr id="3" name="Freeform 4">
              <a:extLst>
                <a:ext uri="{FF2B5EF4-FFF2-40B4-BE49-F238E27FC236}">
                  <a16:creationId xmlns:a16="http://schemas.microsoft.com/office/drawing/2014/main" id="{7CA32E69-6638-6129-97BF-53BBF7DA8CCA}"/>
                </a:ext>
              </a:extLst>
            </p:cNvPr>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E95856"/>
            </a:solidFill>
            <a:ln w="12700">
              <a:solidFill>
                <a:srgbClr val="000000"/>
              </a:solidFill>
            </a:ln>
          </p:spPr>
        </p:sp>
      </p:grpSp>
      <p:grpSp>
        <p:nvGrpSpPr>
          <p:cNvPr id="6" name="Group 7">
            <a:extLst>
              <a:ext uri="{FF2B5EF4-FFF2-40B4-BE49-F238E27FC236}">
                <a16:creationId xmlns:a16="http://schemas.microsoft.com/office/drawing/2014/main" id="{5B8DFC77-E1F6-730D-6C98-FEA78885E7BA}"/>
              </a:ext>
            </a:extLst>
          </p:cNvPr>
          <p:cNvGrpSpPr/>
          <p:nvPr/>
        </p:nvGrpSpPr>
        <p:grpSpPr>
          <a:xfrm>
            <a:off x="514350" y="4969883"/>
            <a:ext cx="7833601" cy="76945"/>
            <a:chOff x="0" y="0"/>
            <a:chExt cx="20889601" cy="205185"/>
          </a:xfrm>
        </p:grpSpPr>
        <p:sp>
          <p:nvSpPr>
            <p:cNvPr id="7" name="Freeform 8">
              <a:extLst>
                <a:ext uri="{FF2B5EF4-FFF2-40B4-BE49-F238E27FC236}">
                  <a16:creationId xmlns:a16="http://schemas.microsoft.com/office/drawing/2014/main" id="{F71DE97F-BD68-0EC7-C379-4CD6F63707A6}"/>
                </a:ext>
              </a:extLst>
            </p:cNvPr>
            <p:cNvSpPr/>
            <p:nvPr/>
          </p:nvSpPr>
          <p:spPr>
            <a:xfrm>
              <a:off x="0" y="0"/>
              <a:ext cx="20889595" cy="205232"/>
            </a:xfrm>
            <a:custGeom>
              <a:avLst/>
              <a:gdLst/>
              <a:ahLst/>
              <a:cxnLst/>
              <a:rect l="l" t="t" r="r" b="b"/>
              <a:pathLst>
                <a:path w="20889595" h="205232">
                  <a:moveTo>
                    <a:pt x="0" y="0"/>
                  </a:moveTo>
                  <a:lnTo>
                    <a:pt x="20889595" y="0"/>
                  </a:lnTo>
                  <a:lnTo>
                    <a:pt x="20889595" y="205232"/>
                  </a:lnTo>
                  <a:lnTo>
                    <a:pt x="0" y="205232"/>
                  </a:lnTo>
                  <a:lnTo>
                    <a:pt x="0" y="0"/>
                  </a:lnTo>
                  <a:close/>
                </a:path>
              </a:pathLst>
            </a:custGeom>
            <a:blipFill>
              <a:blip r:embed="rId3"/>
              <a:stretch>
                <a:fillRect t="-17868" b="-17845"/>
              </a:stretch>
            </a:blipFill>
          </p:spPr>
        </p:sp>
      </p:grpSp>
      <p:grpSp>
        <p:nvGrpSpPr>
          <p:cNvPr id="8" name="Group 9">
            <a:extLst>
              <a:ext uri="{FF2B5EF4-FFF2-40B4-BE49-F238E27FC236}">
                <a16:creationId xmlns:a16="http://schemas.microsoft.com/office/drawing/2014/main" id="{539FCFE2-2BEF-FC0D-0CA4-A1692C0976C1}"/>
              </a:ext>
            </a:extLst>
          </p:cNvPr>
          <p:cNvGrpSpPr/>
          <p:nvPr/>
        </p:nvGrpSpPr>
        <p:grpSpPr>
          <a:xfrm>
            <a:off x="238964" y="1668"/>
            <a:ext cx="2467785" cy="513826"/>
            <a:chOff x="0" y="0"/>
            <a:chExt cx="6580759" cy="1370203"/>
          </a:xfrm>
        </p:grpSpPr>
        <p:sp>
          <p:nvSpPr>
            <p:cNvPr id="9" name="Freeform 10" descr="A black background with white text  Description automatically generated">
              <a:extLst>
                <a:ext uri="{FF2B5EF4-FFF2-40B4-BE49-F238E27FC236}">
                  <a16:creationId xmlns:a16="http://schemas.microsoft.com/office/drawing/2014/main" id="{E0958F79-9ED9-6232-832F-F9EAA2FF7AED}"/>
                </a:ext>
              </a:extLst>
            </p:cNvPr>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4"/>
              <a:stretch>
                <a:fillRect l="-194" r="-194"/>
              </a:stretch>
            </a:blipFill>
          </p:spPr>
        </p:sp>
      </p:grpSp>
    </p:spTree>
    <p:extLst>
      <p:ext uri="{BB962C8B-B14F-4D97-AF65-F5344CB8AC3E}">
        <p14:creationId xmlns:p14="http://schemas.microsoft.com/office/powerpoint/2010/main" val="3517702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5">
            <a:extLst>
              <a:ext uri="{FF2B5EF4-FFF2-40B4-BE49-F238E27FC236}">
                <a16:creationId xmlns:a16="http://schemas.microsoft.com/office/drawing/2014/main" id="{673AEFB3-25A6-1243-59BC-965FBDBCB843}"/>
              </a:ext>
            </a:extLst>
          </p:cNvPr>
          <p:cNvGrpSpPr/>
          <p:nvPr/>
        </p:nvGrpSpPr>
        <p:grpSpPr>
          <a:xfrm>
            <a:off x="-160282" y="4969883"/>
            <a:ext cx="9304283" cy="284619"/>
            <a:chOff x="0" y="0"/>
            <a:chExt cx="24811420" cy="758984"/>
          </a:xfrm>
        </p:grpSpPr>
        <p:sp>
          <p:nvSpPr>
            <p:cNvPr id="5" name="Freeform 6">
              <a:extLst>
                <a:ext uri="{FF2B5EF4-FFF2-40B4-BE49-F238E27FC236}">
                  <a16:creationId xmlns:a16="http://schemas.microsoft.com/office/drawing/2014/main" id="{C6D12D27-D01B-0E71-669D-D68B2C48C33D}"/>
                </a:ext>
              </a:extLst>
            </p:cNvPr>
            <p:cNvSpPr/>
            <p:nvPr/>
          </p:nvSpPr>
          <p:spPr>
            <a:xfrm>
              <a:off x="0" y="0"/>
              <a:ext cx="24811482" cy="758952"/>
            </a:xfrm>
            <a:custGeom>
              <a:avLst/>
              <a:gdLst/>
              <a:ahLst/>
              <a:cxnLst/>
              <a:rect l="l" t="t" r="r" b="b"/>
              <a:pathLst>
                <a:path w="24811482" h="758952">
                  <a:moveTo>
                    <a:pt x="285242" y="0"/>
                  </a:moveTo>
                  <a:lnTo>
                    <a:pt x="24811482" y="0"/>
                  </a:lnTo>
                  <a:lnTo>
                    <a:pt x="24811482" y="740410"/>
                  </a:lnTo>
                  <a:lnTo>
                    <a:pt x="0" y="758952"/>
                  </a:lnTo>
                  <a:lnTo>
                    <a:pt x="285242" y="0"/>
                  </a:lnTo>
                  <a:close/>
                </a:path>
              </a:pathLst>
            </a:custGeom>
            <a:solidFill>
              <a:srgbClr val="E95856"/>
            </a:solidFill>
            <a:ln w="12700">
              <a:solidFill>
                <a:srgbClr val="000000"/>
              </a:solidFill>
            </a:ln>
          </p:spPr>
        </p:sp>
      </p:grpSp>
      <p:sp>
        <p:nvSpPr>
          <p:cNvPr id="16" name="Slide Number Placeholder 14">
            <a:extLst>
              <a:ext uri="{FF2B5EF4-FFF2-40B4-BE49-F238E27FC236}">
                <a16:creationId xmlns:a16="http://schemas.microsoft.com/office/drawing/2014/main" id="{1ADA87F1-7BAE-F281-47FF-2009F7A6DF21}"/>
              </a:ext>
            </a:extLst>
          </p:cNvPr>
          <p:cNvSpPr>
            <a:spLocks noGrp="1"/>
          </p:cNvSpPr>
          <p:nvPr/>
        </p:nvSpPr>
        <p:spPr>
          <a:xfrm>
            <a:off x="8347710" y="4970145"/>
            <a:ext cx="795655" cy="259715"/>
          </a:xfrm>
        </p:spPr>
        <p:txBody>
          <a:bodyPr/>
          <a:lst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a:lstStyle>
          <a:p>
            <a:pPr algn="ctr">
              <a:buNone/>
            </a:pPr>
            <a:fld id="{F6DF2BE2-2DFA-1C03-677D-BDC2260D6D92}" type="slidenum">
              <a:rPr>
                <a:latin typeface="Times New Roman"/>
                <a:ea typeface="Times New Roman"/>
                <a:cs typeface="Times New Roman"/>
              </a:rPr>
              <a:t>20</a:t>
            </a:fld>
            <a:endParaRPr>
              <a:latin typeface="Times New Roman"/>
              <a:ea typeface="Times New Roman"/>
              <a:cs typeface="Times New Roman"/>
            </a:endParaRPr>
          </a:p>
        </p:txBody>
      </p:sp>
      <p:sp>
        <p:nvSpPr>
          <p:cNvPr id="13" name="TextBox 14">
            <a:extLst>
              <a:ext uri="{FF2B5EF4-FFF2-40B4-BE49-F238E27FC236}">
                <a16:creationId xmlns:a16="http://schemas.microsoft.com/office/drawing/2014/main" id="{CD28CB95-8198-4EC6-D9CD-F7C0B2AD7C33}"/>
              </a:ext>
            </a:extLst>
          </p:cNvPr>
          <p:cNvSpPr>
            <a:spLocks noGrp="1"/>
          </p:cNvSpPr>
          <p:nvPr/>
        </p:nvSpPr>
        <p:spPr>
          <a:xfrm>
            <a:off x="357187" y="582803"/>
            <a:ext cx="8429625" cy="4362450"/>
          </a:xfrm>
          <a:prstGeom prst="rect">
            <a:avLst/>
          </a:prstGeom>
        </p:spPr>
        <p:txBody>
          <a:bodyPr lIns="19050" tIns="38100" rIns="57150" bIns="19050" anchor="t">
            <a:normAutofit fontScale="92500" lnSpcReduction="20000"/>
          </a:bodyPr>
          <a:lstStyle/>
          <a:p>
            <a:pPr>
              <a:lnSpc>
                <a:spcPct val="102000"/>
              </a:lnSpc>
              <a:spcAft>
                <a:spcPts val="1"/>
              </a:spcAft>
              <a:buNone/>
              <a:defRPr sz="1500">
                <a:solidFill>
                  <a:srgbClr val="111111"/>
                </a:solidFill>
                <a:latin typeface="Times New Roman"/>
                <a:ea typeface="Times New Roman"/>
                <a:cs typeface="Times New Roman"/>
              </a:defRPr>
            </a:pPr>
            <a:r>
              <a:rPr sz="2600" b="1" dirty="0">
                <a:solidFill>
                  <a:srgbClr val="111111"/>
                </a:solidFill>
                <a:latin typeface="Times New Roman"/>
                <a:ea typeface="Times New Roman"/>
                <a:cs typeface="Times New Roman"/>
              </a:rPr>
              <a:t>3. PSEUDO-IDLIST</a:t>
            </a:r>
          </a:p>
          <a:p>
            <a:pPr>
              <a:lnSpc>
                <a:spcPct val="102000"/>
              </a:lnSpc>
              <a:spcAft>
                <a:spcPts val="10"/>
              </a:spcAft>
              <a:buNone/>
              <a:defRPr sz="1500">
                <a:solidFill>
                  <a:srgbClr val="111111"/>
                </a:solidFill>
                <a:latin typeface="Times New Roman"/>
                <a:ea typeface="Times New Roman"/>
                <a:cs typeface="Times New Roman"/>
              </a:defRPr>
            </a:pPr>
            <a:r>
              <a:rPr sz="1900" b="1" dirty="0">
                <a:solidFill>
                  <a:srgbClr val="111111"/>
                </a:solidFill>
                <a:latin typeface="Times New Roman"/>
                <a:ea typeface="Times New Roman"/>
                <a:cs typeface="Times New Roman"/>
              </a:rPr>
              <a:t>3.</a:t>
            </a:r>
            <a:r>
              <a:rPr lang="vi-VN" sz="1900" b="1" dirty="0">
                <a:solidFill>
                  <a:srgbClr val="111111"/>
                </a:solidFill>
                <a:latin typeface="Times New Roman"/>
                <a:ea typeface="Times New Roman"/>
                <a:cs typeface="Times New Roman"/>
              </a:rPr>
              <a:t>4</a:t>
            </a:r>
            <a:r>
              <a:rPr sz="1900" b="1" dirty="0">
                <a:solidFill>
                  <a:srgbClr val="111111"/>
                </a:solidFill>
                <a:latin typeface="Times New Roman"/>
                <a:ea typeface="Times New Roman"/>
                <a:cs typeface="Times New Roman"/>
              </a:rPr>
              <a:t>. Support counting </a:t>
            </a:r>
            <a:r>
              <a:rPr sz="1900" b="1" dirty="0" err="1">
                <a:solidFill>
                  <a:srgbClr val="111111"/>
                </a:solidFill>
                <a:latin typeface="Times New Roman"/>
                <a:ea typeface="Times New Roman"/>
                <a:cs typeface="Times New Roman"/>
              </a:rPr>
              <a:t>và</a:t>
            </a:r>
            <a:r>
              <a:rPr sz="1900" b="1" dirty="0">
                <a:solidFill>
                  <a:srgbClr val="111111"/>
                </a:solidFill>
                <a:latin typeface="Times New Roman"/>
                <a:ea typeface="Times New Roman"/>
                <a:cs typeface="Times New Roman"/>
              </a:rPr>
              <a:t> </a:t>
            </a:r>
            <a:r>
              <a:rPr sz="1900" b="1" dirty="0" err="1">
                <a:solidFill>
                  <a:srgbClr val="111111"/>
                </a:solidFill>
                <a:latin typeface="Times New Roman"/>
                <a:ea typeface="Times New Roman"/>
                <a:cs typeface="Times New Roman"/>
              </a:rPr>
              <a:t>điều</a:t>
            </a:r>
            <a:r>
              <a:rPr sz="1900" b="1" dirty="0">
                <a:solidFill>
                  <a:srgbClr val="111111"/>
                </a:solidFill>
                <a:latin typeface="Times New Roman"/>
                <a:ea typeface="Times New Roman"/>
                <a:cs typeface="Times New Roman"/>
              </a:rPr>
              <a:t> </a:t>
            </a:r>
            <a:r>
              <a:rPr sz="1900" b="1" dirty="0" err="1">
                <a:solidFill>
                  <a:srgbClr val="111111"/>
                </a:solidFill>
                <a:latin typeface="Times New Roman"/>
                <a:ea typeface="Times New Roman"/>
                <a:cs typeface="Times New Roman"/>
              </a:rPr>
              <a:t>kiện</a:t>
            </a:r>
            <a:r>
              <a:rPr sz="1900" b="1" dirty="0">
                <a:solidFill>
                  <a:srgbClr val="111111"/>
                </a:solidFill>
                <a:latin typeface="Times New Roman"/>
                <a:ea typeface="Times New Roman"/>
                <a:cs typeface="Times New Roman"/>
              </a:rPr>
              <a:t> </a:t>
            </a:r>
            <a:r>
              <a:rPr sz="1900" b="1" dirty="0" err="1">
                <a:solidFill>
                  <a:srgbClr val="111111"/>
                </a:solidFill>
                <a:latin typeface="Times New Roman"/>
                <a:ea typeface="Times New Roman"/>
                <a:cs typeface="Times New Roman"/>
              </a:rPr>
              <a:t>đúng</a:t>
            </a:r>
            <a:endParaRPr lang="vi-VN" sz="1900" b="1" dirty="0">
              <a:solidFill>
                <a:srgbClr val="111111"/>
              </a:solidFill>
              <a:latin typeface="Times New Roman"/>
              <a:ea typeface="Times New Roman"/>
              <a:cs typeface="Times New Roman"/>
            </a:endParaRPr>
          </a:p>
          <a:p>
            <a:pPr>
              <a:lnSpc>
                <a:spcPct val="102000"/>
              </a:lnSpc>
              <a:spcAft>
                <a:spcPts val="10"/>
              </a:spcAft>
              <a:buNone/>
              <a:defRPr sz="1500">
                <a:solidFill>
                  <a:srgbClr val="111111"/>
                </a:solidFill>
                <a:latin typeface="Times New Roman"/>
                <a:ea typeface="Times New Roman"/>
                <a:cs typeface="Times New Roman"/>
              </a:defRPr>
            </a:pPr>
            <a:endParaRPr sz="1500" b="1" dirty="0">
              <a:solidFill>
                <a:srgbClr val="111111"/>
              </a:solidFill>
              <a:latin typeface="Times New Roman"/>
              <a:ea typeface="Times New Roman"/>
              <a:cs typeface="Times New Roman"/>
            </a:endParaRPr>
          </a:p>
          <a:p>
            <a:pPr>
              <a:lnSpc>
                <a:spcPct val="102000"/>
              </a:lnSpc>
              <a:spcAft>
                <a:spcPts val="9"/>
              </a:spcAft>
              <a:buNone/>
              <a:defRPr sz="1500">
                <a:solidFill>
                  <a:srgbClr val="111111"/>
                </a:solidFill>
                <a:latin typeface="Times New Roman"/>
                <a:ea typeface="Times New Roman"/>
                <a:cs typeface="Times New Roman"/>
              </a:defRPr>
            </a:pPr>
            <a:r>
              <a:rPr sz="1500" b="1" dirty="0" err="1">
                <a:solidFill>
                  <a:srgbClr val="111111"/>
                </a:solidFill>
                <a:latin typeface="Times New Roman"/>
                <a:ea typeface="Times New Roman"/>
                <a:cs typeface="Times New Roman"/>
              </a:rPr>
              <a:t>supcount</a:t>
            </a:r>
            <a:r>
              <a:rPr sz="1500" b="1" dirty="0">
                <a:solidFill>
                  <a:srgbClr val="111111"/>
                </a:solidFill>
                <a:latin typeface="Times New Roman"/>
                <a:ea typeface="Times New Roman"/>
                <a:cs typeface="Times New Roman"/>
              </a:rPr>
              <a:t>(P) = </a:t>
            </a:r>
            <a:r>
              <a:rPr sz="1500" b="1" dirty="0" err="1">
                <a:solidFill>
                  <a:srgbClr val="111111"/>
                </a:solidFill>
                <a:latin typeface="Times New Roman"/>
                <a:ea typeface="Times New Roman"/>
                <a:cs typeface="Times New Roman"/>
              </a:rPr>
              <a:t>số</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hàng</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hợp</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lệ</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trong</a:t>
            </a:r>
            <a:r>
              <a:rPr sz="1500" b="1" dirty="0">
                <a:solidFill>
                  <a:srgbClr val="111111"/>
                </a:solidFill>
                <a:latin typeface="Times New Roman"/>
                <a:ea typeface="Times New Roman"/>
                <a:cs typeface="Times New Roman"/>
              </a:rPr>
              <a:t> M(P)</a:t>
            </a:r>
            <a:endParaRPr lang="vi-VN" sz="1500" b="1" dirty="0">
              <a:solidFill>
                <a:srgbClr val="111111"/>
              </a:solidFill>
              <a:latin typeface="Times New Roman"/>
              <a:ea typeface="Times New Roman"/>
              <a:cs typeface="Times New Roman"/>
            </a:endParaRPr>
          </a:p>
          <a:p>
            <a:pPr>
              <a:lnSpc>
                <a:spcPct val="102000"/>
              </a:lnSpc>
              <a:spcAft>
                <a:spcPts val="9"/>
              </a:spcAft>
              <a:buNone/>
              <a:defRPr sz="1500">
                <a:solidFill>
                  <a:srgbClr val="111111"/>
                </a:solidFill>
                <a:latin typeface="Times New Roman"/>
                <a:ea typeface="Times New Roman"/>
                <a:cs typeface="Times New Roman"/>
              </a:defRPr>
            </a:pPr>
            <a:endParaRPr sz="1500" b="1"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r>
              <a:rPr sz="1500" b="1" dirty="0">
                <a:solidFill>
                  <a:srgbClr val="111111"/>
                </a:solidFill>
                <a:latin typeface="Times New Roman"/>
                <a:ea typeface="Times New Roman"/>
                <a:cs typeface="Times New Roman"/>
              </a:rPr>
              <a:t>Ý </a:t>
            </a:r>
            <a:r>
              <a:rPr sz="1500" b="1" dirty="0" err="1">
                <a:solidFill>
                  <a:srgbClr val="111111"/>
                </a:solidFill>
                <a:latin typeface="Times New Roman"/>
                <a:ea typeface="Times New Roman"/>
                <a:cs typeface="Times New Roman"/>
              </a:rPr>
              <a:t>nghĩa</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một</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hàng</a:t>
            </a:r>
            <a:r>
              <a:rPr sz="1500" b="1"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Một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hàng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đại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diện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cho</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một</a:t>
            </a:r>
            <a:r>
              <a:rPr sz="1500" dirty="0">
                <a:solidFill>
                  <a:srgbClr val="111111"/>
                </a:solidFill>
                <a:latin typeface="Times New Roman"/>
                <a:ea typeface="Times New Roman"/>
                <a:cs typeface="Times New Roman"/>
              </a:rPr>
              <a:t> clickstream </a:t>
            </a:r>
            <a:r>
              <a:rPr sz="1500" dirty="0" err="1">
                <a:solidFill>
                  <a:srgbClr val="111111"/>
                </a:solidFill>
                <a:latin typeface="Times New Roman"/>
                <a:ea typeface="Times New Roman"/>
                <a:cs typeface="Times New Roman"/>
              </a:rPr>
              <a:t>còn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chứa</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ít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nhất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một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lần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xuất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hiện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hợp</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lệ</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của</a:t>
            </a:r>
            <a:r>
              <a:rPr sz="1500" dirty="0">
                <a:solidFill>
                  <a:srgbClr val="111111"/>
                </a:solidFill>
                <a:latin typeface="Times New Roman"/>
                <a:ea typeface="Times New Roman"/>
                <a:cs typeface="Times New Roman"/>
              </a:rPr>
              <a:t> pattern P </a:t>
            </a:r>
            <a:r>
              <a:rPr sz="1500" dirty="0" err="1">
                <a:solidFill>
                  <a:srgbClr val="111111"/>
                </a:solidFill>
                <a:latin typeface="Times New Roman"/>
                <a:ea typeface="Times New Roman"/>
                <a:cs typeface="Times New Roman"/>
              </a:rPr>
              <a:t>sau</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khi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áp</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dụng</a:t>
            </a:r>
            <a:r>
              <a:rPr sz="1500" dirty="0">
                <a:solidFill>
                  <a:srgbClr val="111111"/>
                </a:solidFill>
                <a:latin typeface="Times New Roman"/>
                <a:ea typeface="Times New Roman"/>
                <a:cs typeface="Times New Roman"/>
              </a:rPr>
              <a:t> Start index.</a:t>
            </a:r>
            <a:endParaRPr lang="vi-VN"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r>
              <a:rPr sz="1500" b="1" dirty="0" err="1">
                <a:solidFill>
                  <a:srgbClr val="111111"/>
                </a:solidFill>
                <a:latin typeface="Times New Roman"/>
                <a:ea typeface="Times New Roman"/>
                <a:cs typeface="Times New Roman"/>
              </a:rPr>
              <a:t>Không</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đếm</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số</a:t>
            </a:r>
            <a:r>
              <a:rPr sz="1500" b="1" dirty="0">
                <a:solidFill>
                  <a:srgbClr val="111111"/>
                </a:solidFill>
                <a:latin typeface="Times New Roman"/>
                <a:ea typeface="Times New Roman"/>
                <a:cs typeface="Times New Roman"/>
              </a:rPr>
              <a:t> occurrence: </a:t>
            </a:r>
            <a:r>
              <a:rPr sz="1500" dirty="0">
                <a:solidFill>
                  <a:srgbClr val="111111"/>
                </a:solidFill>
                <a:latin typeface="Times New Roman"/>
                <a:ea typeface="Times New Roman"/>
                <a:cs typeface="Times New Roman"/>
              </a:rPr>
              <a:t>Support </a:t>
            </a:r>
            <a:r>
              <a:rPr sz="1500" dirty="0" err="1">
                <a:solidFill>
                  <a:srgbClr val="111111"/>
                </a:solidFill>
                <a:latin typeface="Times New Roman"/>
                <a:ea typeface="Times New Roman"/>
                <a:cs typeface="Times New Roman"/>
              </a:rPr>
              <a:t>tuần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tự</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đếm</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số</a:t>
            </a:r>
            <a:r>
              <a:rPr sz="1500" dirty="0">
                <a:solidFill>
                  <a:srgbClr val="111111"/>
                </a:solidFill>
                <a:latin typeface="Times New Roman"/>
                <a:ea typeface="Times New Roman"/>
                <a:cs typeface="Times New Roman"/>
              </a:rPr>
              <a:t> sequence/user </a:t>
            </a:r>
            <a:r>
              <a:rPr sz="1500" dirty="0" err="1">
                <a:solidFill>
                  <a:srgbClr val="111111"/>
                </a:solidFill>
                <a:latin typeface="Times New Roman"/>
                <a:ea typeface="Times New Roman"/>
                <a:cs typeface="Times New Roman"/>
              </a:rPr>
              <a:t>chứa</a:t>
            </a:r>
            <a:r>
              <a:rPr sz="1500" dirty="0">
                <a:solidFill>
                  <a:srgbClr val="111111"/>
                </a:solidFill>
                <a:latin typeface="Times New Roman"/>
                <a:ea typeface="Times New Roman"/>
                <a:cs typeface="Times New Roman"/>
              </a:rPr>
              <a:t> pattern, </a:t>
            </a:r>
            <a:r>
              <a:rPr sz="1500" dirty="0" err="1">
                <a:solidFill>
                  <a:srgbClr val="111111"/>
                </a:solidFill>
                <a:latin typeface="Times New Roman"/>
                <a:ea typeface="Times New Roman"/>
                <a:cs typeface="Times New Roman"/>
              </a:rPr>
              <a:t>không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đếm</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tổng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số</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vị</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trí</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khớp</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Nhiều</a:t>
            </a:r>
            <a:r>
              <a:rPr sz="1500" dirty="0">
                <a:solidFill>
                  <a:srgbClr val="111111"/>
                </a:solidFill>
                <a:latin typeface="Times New Roman"/>
                <a:ea typeface="Times New Roman"/>
                <a:cs typeface="Times New Roman"/>
              </a:rPr>
              <a:t> occurrence </a:t>
            </a:r>
            <a:r>
              <a:rPr sz="1500" dirty="0" err="1">
                <a:solidFill>
                  <a:srgbClr val="111111"/>
                </a:solidFill>
                <a:latin typeface="Times New Roman"/>
                <a:ea typeface="Times New Roman"/>
                <a:cs typeface="Times New Roman"/>
              </a:rPr>
              <a:t>trong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cùng</a:t>
            </a:r>
            <a:r>
              <a:rPr sz="1500" dirty="0">
                <a:solidFill>
                  <a:srgbClr val="111111"/>
                </a:solidFill>
                <a:latin typeface="Times New Roman"/>
                <a:ea typeface="Times New Roman"/>
                <a:cs typeface="Times New Roman"/>
              </a:rPr>
              <a:t> UCID </a:t>
            </a:r>
            <a:r>
              <a:rPr sz="1500" dirty="0" err="1">
                <a:solidFill>
                  <a:srgbClr val="111111"/>
                </a:solidFill>
                <a:latin typeface="Times New Roman"/>
                <a:ea typeface="Times New Roman"/>
                <a:cs typeface="Times New Roman"/>
              </a:rPr>
              <a:t>vẫn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chỉ</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đóng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góp</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một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đơn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vị</a:t>
            </a:r>
            <a:r>
              <a:rPr sz="1500" dirty="0">
                <a:solidFill>
                  <a:srgbClr val="111111"/>
                </a:solidFill>
                <a:latin typeface="Times New Roman"/>
                <a:ea typeface="Times New Roman"/>
                <a:cs typeface="Times New Roman"/>
              </a:rPr>
              <a:t> support.</a:t>
            </a:r>
            <a:endParaRPr lang="vi-VN"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r>
              <a:rPr sz="1500" b="1" dirty="0" err="1">
                <a:solidFill>
                  <a:srgbClr val="111111"/>
                </a:solidFill>
                <a:latin typeface="Times New Roman"/>
                <a:ea typeface="Times New Roman"/>
                <a:cs typeface="Times New Roman"/>
              </a:rPr>
              <a:t>Bất</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biến</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duy</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nhất</a:t>
            </a:r>
            <a:r>
              <a:rPr sz="1500" b="1" dirty="0">
                <a:solidFill>
                  <a:srgbClr val="111111"/>
                </a:solidFill>
                <a:latin typeface="Times New Roman"/>
                <a:ea typeface="Times New Roman"/>
                <a:cs typeface="Times New Roman"/>
              </a:rPr>
              <a:t>: </a:t>
            </a:r>
            <a:r>
              <a:rPr sz="1500" dirty="0">
                <a:solidFill>
                  <a:srgbClr val="111111"/>
                </a:solidFill>
                <a:latin typeface="Times New Roman"/>
                <a:ea typeface="Times New Roman"/>
                <a:cs typeface="Times New Roman"/>
              </a:rPr>
              <a:t>Trong M(P), </a:t>
            </a:r>
            <a:r>
              <a:rPr sz="1500" dirty="0" err="1">
                <a:solidFill>
                  <a:srgbClr val="111111"/>
                </a:solidFill>
                <a:latin typeface="Times New Roman"/>
                <a:ea typeface="Times New Roman"/>
                <a:cs typeface="Times New Roman"/>
              </a:rPr>
              <a:t>một</a:t>
            </a:r>
            <a:r>
              <a:rPr sz="1500" dirty="0">
                <a:solidFill>
                  <a:srgbClr val="111111"/>
                </a:solidFill>
                <a:latin typeface="Times New Roman"/>
                <a:ea typeface="Times New Roman"/>
                <a:cs typeface="Times New Roman"/>
              </a:rPr>
              <a:t> UCID </a:t>
            </a:r>
            <a:r>
              <a:rPr sz="1500" dirty="0" err="1">
                <a:solidFill>
                  <a:srgbClr val="111111"/>
                </a:solidFill>
                <a:latin typeface="Times New Roman"/>
                <a:ea typeface="Times New Roman"/>
                <a:cs typeface="Times New Roman"/>
              </a:rPr>
              <a:t>không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được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tạo</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nhiều</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hàng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làm</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tăng</a:t>
            </a:r>
            <a:r>
              <a:rPr sz="1500" dirty="0">
                <a:solidFill>
                  <a:srgbClr val="111111"/>
                </a:solidFill>
                <a:latin typeface="Times New Roman"/>
                <a:ea typeface="Times New Roman"/>
                <a:cs typeface="Times New Roman"/>
              </a:rPr>
              <a:t> support </a:t>
            </a:r>
            <a:r>
              <a:rPr sz="1500" dirty="0" err="1">
                <a:solidFill>
                  <a:srgbClr val="111111"/>
                </a:solidFill>
                <a:latin typeface="Times New Roman"/>
                <a:ea typeface="Times New Roman"/>
                <a:cs typeface="Times New Roman"/>
              </a:rPr>
              <a:t>giả</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Nếu</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cấu</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trúc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trung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gian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có</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nhiều</a:t>
            </a:r>
            <a:r>
              <a:rPr sz="1500" dirty="0">
                <a:solidFill>
                  <a:srgbClr val="111111"/>
                </a:solidFill>
                <a:latin typeface="Times New Roman"/>
                <a:ea typeface="Times New Roman"/>
                <a:cs typeface="Times New Roman"/>
              </a:rPr>
              <a:t> occurrence </a:t>
            </a:r>
            <a:r>
              <a:rPr sz="1500" dirty="0" err="1">
                <a:solidFill>
                  <a:srgbClr val="111111"/>
                </a:solidFill>
                <a:latin typeface="Times New Roman"/>
                <a:ea typeface="Times New Roman"/>
                <a:cs typeface="Times New Roman"/>
              </a:rPr>
              <a:t>thì</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bước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chuẩn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hóa</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phải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quy</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về</a:t>
            </a:r>
            <a:r>
              <a:rPr sz="1500" dirty="0">
                <a:solidFill>
                  <a:srgbClr val="111111"/>
                </a:solidFill>
                <a:latin typeface="Times New Roman"/>
                <a:ea typeface="Times New Roman"/>
                <a:cs typeface="Times New Roman"/>
              </a:rPr>
              <a:t> support </a:t>
            </a:r>
            <a:r>
              <a:rPr sz="1500" dirty="0" err="1">
                <a:solidFill>
                  <a:srgbClr val="111111"/>
                </a:solidFill>
                <a:latin typeface="Times New Roman"/>
                <a:ea typeface="Times New Roman"/>
                <a:cs typeface="Times New Roman"/>
              </a:rPr>
              <a:t>theo</a:t>
            </a:r>
            <a:r>
              <a:rPr sz="1500" dirty="0">
                <a:solidFill>
                  <a:srgbClr val="111111"/>
                </a:solidFill>
                <a:latin typeface="Times New Roman"/>
                <a:ea typeface="Times New Roman"/>
                <a:cs typeface="Times New Roman"/>
              </a:rPr>
              <a:t> UCID.</a:t>
            </a:r>
            <a:endParaRPr lang="vi-VN"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r>
              <a:rPr sz="1500" b="1" dirty="0" err="1">
                <a:solidFill>
                  <a:srgbClr val="111111"/>
                </a:solidFill>
                <a:latin typeface="Times New Roman"/>
                <a:ea typeface="Times New Roman"/>
                <a:cs typeface="Times New Roman"/>
              </a:rPr>
              <a:t>Kiểm</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tra</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ngưỡng</a:t>
            </a:r>
            <a:r>
              <a:rPr sz="1500" b="1" dirty="0">
                <a:solidFill>
                  <a:srgbClr val="111111"/>
                </a:solidFill>
                <a:latin typeface="Times New Roman"/>
                <a:ea typeface="Times New Roman"/>
                <a:cs typeface="Times New Roman"/>
              </a:rPr>
              <a:t>: </a:t>
            </a:r>
            <a:r>
              <a:rPr sz="1500" dirty="0">
                <a:solidFill>
                  <a:srgbClr val="111111"/>
                </a:solidFill>
                <a:latin typeface="Times New Roman"/>
                <a:ea typeface="Times New Roman"/>
                <a:cs typeface="Times New Roman"/>
              </a:rPr>
              <a:t>P </a:t>
            </a:r>
            <a:r>
              <a:rPr sz="1500" dirty="0" err="1">
                <a:solidFill>
                  <a:srgbClr val="111111"/>
                </a:solidFill>
                <a:latin typeface="Times New Roman"/>
                <a:ea typeface="Times New Roman"/>
                <a:cs typeface="Times New Roman"/>
              </a:rPr>
              <a:t>được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giữ</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khi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supcount</a:t>
            </a:r>
            <a:r>
              <a:rPr sz="1500" dirty="0">
                <a:solidFill>
                  <a:srgbClr val="111111"/>
                </a:solidFill>
                <a:latin typeface="Times New Roman"/>
                <a:ea typeface="Times New Roman"/>
                <a:cs typeface="Times New Roman"/>
              </a:rPr>
              <a:t>(P) &gt;= </a:t>
            </a:r>
            <a:r>
              <a:rPr sz="1500" dirty="0" err="1">
                <a:solidFill>
                  <a:srgbClr val="111111"/>
                </a:solidFill>
                <a:latin typeface="Times New Roman"/>
                <a:ea typeface="Times New Roman"/>
                <a:cs typeface="Times New Roman"/>
              </a:rPr>
              <a:t>minSup_abs</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nếu</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đầu</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vào</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là</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tỷ</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lệ</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thì</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minSup_abs</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phải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được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quy</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đổi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trên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cùng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số</a:t>
            </a:r>
            <a:r>
              <a:rPr sz="1500" dirty="0">
                <a:solidFill>
                  <a:srgbClr val="111111"/>
                </a:solidFill>
                <a:latin typeface="Times New Roman"/>
                <a:ea typeface="Times New Roman"/>
                <a:cs typeface="Times New Roman"/>
              </a:rPr>
              <a:t> clickstream.</a:t>
            </a:r>
            <a:endParaRPr lang="vi-VN"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r>
              <a:rPr sz="1500" b="1" dirty="0" err="1">
                <a:solidFill>
                  <a:srgbClr val="111111"/>
                </a:solidFill>
                <a:latin typeface="Times New Roman"/>
                <a:ea typeface="Times New Roman"/>
                <a:cs typeface="Times New Roman"/>
              </a:rPr>
              <a:t>Kiểm</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thử</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bắt</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buộc</a:t>
            </a:r>
            <a:r>
              <a:rPr sz="1500" b="1"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Dùng</a:t>
            </a:r>
            <a:r>
              <a:rPr sz="1500" dirty="0">
                <a:solidFill>
                  <a:srgbClr val="111111"/>
                </a:solidFill>
                <a:latin typeface="Times New Roman"/>
                <a:ea typeface="Times New Roman"/>
                <a:cs typeface="Times New Roman"/>
              </a:rPr>
              <a:t> CSDL </a:t>
            </a:r>
            <a:r>
              <a:rPr sz="1500" dirty="0" err="1">
                <a:solidFill>
                  <a:srgbClr val="111111"/>
                </a:solidFill>
                <a:latin typeface="Times New Roman"/>
                <a:ea typeface="Times New Roman"/>
                <a:cs typeface="Times New Roman"/>
              </a:rPr>
              <a:t>nhỏ</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liệt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kê</a:t>
            </a:r>
            <a:r>
              <a:rPr sz="1500" dirty="0">
                <a:solidFill>
                  <a:srgbClr val="111111"/>
                </a:solidFill>
                <a:latin typeface="Times New Roman"/>
                <a:ea typeface="Times New Roman"/>
                <a:cs typeface="Times New Roman"/>
              </a:rPr>
              <a:t> occurrence </a:t>
            </a:r>
            <a:r>
              <a:rPr sz="1500" dirty="0" err="1">
                <a:solidFill>
                  <a:srgbClr val="111111"/>
                </a:solidFill>
                <a:latin typeface="Times New Roman"/>
                <a:ea typeface="Times New Roman"/>
                <a:cs typeface="Times New Roman"/>
              </a:rPr>
              <a:t>bằng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tay</a:t>
            </a:r>
            <a:r>
              <a:rPr sz="1500" dirty="0">
                <a:solidFill>
                  <a:srgbClr val="111111"/>
                </a:solidFill>
                <a:latin typeface="Times New Roman"/>
                <a:ea typeface="Times New Roman"/>
                <a:cs typeface="Times New Roman"/>
              </a:rPr>
              <a:t>, so </a:t>
            </a:r>
            <a:r>
              <a:rPr sz="1500" dirty="0" err="1">
                <a:solidFill>
                  <a:srgbClr val="111111"/>
                </a:solidFill>
                <a:latin typeface="Times New Roman"/>
                <a:ea typeface="Times New Roman"/>
                <a:cs typeface="Times New Roman"/>
              </a:rPr>
              <a:t>sánh</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tập</a:t>
            </a:r>
            <a:r>
              <a:rPr sz="1500" dirty="0">
                <a:solidFill>
                  <a:srgbClr val="111111"/>
                </a:solidFill>
                <a:latin typeface="Times New Roman"/>
                <a:ea typeface="Times New Roman"/>
                <a:cs typeface="Times New Roman"/>
              </a:rPr>
              <a:t> UCID </a:t>
            </a:r>
            <a:r>
              <a:rPr sz="1500" dirty="0" err="1">
                <a:solidFill>
                  <a:srgbClr val="111111"/>
                </a:solidFill>
                <a:latin typeface="Times New Roman"/>
                <a:ea typeface="Times New Roman"/>
                <a:cs typeface="Times New Roman"/>
              </a:rPr>
              <a:t>và</a:t>
            </a:r>
            <a:r>
              <a:rPr sz="1500" dirty="0">
                <a:solidFill>
                  <a:srgbClr val="111111"/>
                </a:solidFill>
                <a:latin typeface="Times New Roman"/>
                <a:ea typeface="Times New Roman"/>
                <a:cs typeface="Times New Roman"/>
              </a:rPr>
              <a:t> support </a:t>
            </a:r>
            <a:r>
              <a:rPr sz="1500" dirty="0" err="1">
                <a:solidFill>
                  <a:srgbClr val="111111"/>
                </a:solidFill>
                <a:latin typeface="Times New Roman"/>
                <a:ea typeface="Times New Roman"/>
                <a:cs typeface="Times New Roman"/>
              </a:rPr>
              <a:t>giữa</a:t>
            </a:r>
            <a:r>
              <a:rPr sz="1500" dirty="0">
                <a:solidFill>
                  <a:srgbClr val="111111"/>
                </a:solidFill>
                <a:latin typeface="Times New Roman"/>
                <a:ea typeface="Times New Roman"/>
                <a:cs typeface="Times New Roman"/>
              </a:rPr>
              <a:t> Data-</a:t>
            </a:r>
            <a:r>
              <a:rPr sz="1500" dirty="0" err="1">
                <a:solidFill>
                  <a:srgbClr val="111111"/>
                </a:solidFill>
                <a:latin typeface="Times New Roman"/>
                <a:ea typeface="Times New Roman"/>
                <a:cs typeface="Times New Roman"/>
              </a:rPr>
              <a:t>IDList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đầy</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đủ</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với</a:t>
            </a:r>
            <a:r>
              <a:rPr sz="1500" dirty="0">
                <a:solidFill>
                  <a:srgbClr val="111111"/>
                </a:solidFill>
                <a:latin typeface="Times New Roman"/>
                <a:ea typeface="Times New Roman"/>
                <a:cs typeface="Times New Roman"/>
              </a:rPr>
              <a:t> Pseudo-</a:t>
            </a:r>
            <a:r>
              <a:rPr sz="1500" dirty="0" err="1">
                <a:solidFill>
                  <a:srgbClr val="111111"/>
                </a:solidFill>
                <a:latin typeface="Times New Roman"/>
                <a:ea typeface="Times New Roman"/>
                <a:cs typeface="Times New Roman"/>
              </a:rPr>
              <a:t>IDList</a:t>
            </a:r>
            <a:r>
              <a:rPr sz="1500" dirty="0">
                <a:solidFill>
                  <a:srgbClr val="111111"/>
                </a:solidFill>
                <a:latin typeface="Times New Roman"/>
                <a:ea typeface="Times New Roman"/>
                <a:cs typeface="Times New Roman"/>
              </a:rPr>
              <a:t>.</a:t>
            </a:r>
            <a:endParaRPr lang="vi-VN"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a:lnSpc>
                <a:spcPct val="102000"/>
              </a:lnSpc>
              <a:spcBef>
                <a:spcPts val="5"/>
              </a:spcBef>
              <a:spcAft>
                <a:spcPts val="5"/>
              </a:spcAft>
              <a:buNone/>
              <a:defRPr sz="1500">
                <a:solidFill>
                  <a:srgbClr val="111111"/>
                </a:solidFill>
                <a:latin typeface="Times New Roman"/>
                <a:ea typeface="Times New Roman"/>
                <a:cs typeface="Times New Roman"/>
              </a:defRPr>
            </a:pPr>
            <a:r>
              <a:rPr sz="1500" b="1" dirty="0" err="1">
                <a:solidFill>
                  <a:srgbClr val="111111"/>
                </a:solidFill>
                <a:latin typeface="Times New Roman"/>
                <a:ea typeface="Times New Roman"/>
                <a:cs typeface="Times New Roman"/>
              </a:rPr>
              <a:t>Tiêu</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chí</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đúng</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không</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phải</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là</a:t>
            </a:r>
            <a:r>
              <a:rPr sz="1500" b="1" dirty="0">
                <a:solidFill>
                  <a:srgbClr val="111111"/>
                </a:solidFill>
                <a:latin typeface="Times New Roman"/>
                <a:ea typeface="Times New Roman"/>
                <a:cs typeface="Times New Roman"/>
              </a:rPr>
              <a:t> runtime </a:t>
            </a:r>
            <a:r>
              <a:rPr sz="1500" b="1" dirty="0" err="1">
                <a:solidFill>
                  <a:srgbClr val="111111"/>
                </a:solidFill>
                <a:latin typeface="Times New Roman"/>
                <a:ea typeface="Times New Roman"/>
                <a:cs typeface="Times New Roman"/>
              </a:rPr>
              <a:t>thấp</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hơn</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mà</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là</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tập</a:t>
            </a:r>
            <a:r>
              <a:rPr sz="1500" b="1" dirty="0">
                <a:solidFill>
                  <a:srgbClr val="111111"/>
                </a:solidFill>
                <a:latin typeface="Times New Roman"/>
                <a:ea typeface="Times New Roman"/>
                <a:cs typeface="Times New Roman"/>
              </a:rPr>
              <a:t> pattern </a:t>
            </a:r>
            <a:r>
              <a:rPr sz="1500" b="1" dirty="0" err="1">
                <a:solidFill>
                  <a:srgbClr val="111111"/>
                </a:solidFill>
                <a:latin typeface="Times New Roman"/>
                <a:ea typeface="Times New Roman"/>
                <a:cs typeface="Times New Roman"/>
              </a:rPr>
              <a:t>và</a:t>
            </a:r>
            <a:r>
              <a:rPr sz="1500" b="1" dirty="0">
                <a:solidFill>
                  <a:srgbClr val="111111"/>
                </a:solidFill>
                <a:latin typeface="Times New Roman"/>
                <a:ea typeface="Times New Roman"/>
                <a:cs typeface="Times New Roman"/>
              </a:rPr>
              <a:t> support </a:t>
            </a:r>
            <a:r>
              <a:rPr sz="1500" b="1" dirty="0" err="1">
                <a:solidFill>
                  <a:srgbClr val="111111"/>
                </a:solidFill>
                <a:latin typeface="Times New Roman"/>
                <a:ea typeface="Times New Roman"/>
                <a:cs typeface="Times New Roman"/>
              </a:rPr>
              <a:t>phải</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trùng</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tuyệt</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đối</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với</a:t>
            </a:r>
            <a:r>
              <a:rPr sz="1500" b="1" dirty="0">
                <a:solidFill>
                  <a:srgbClr val="111111"/>
                </a:solidFill>
                <a:latin typeface="Times New Roman"/>
                <a:ea typeface="Times New Roman"/>
                <a:cs typeface="Times New Roman"/>
              </a:rPr>
              <a:t> baseline exact.</a:t>
            </a:r>
          </a:p>
        </p:txBody>
      </p:sp>
      <p:grpSp>
        <p:nvGrpSpPr>
          <p:cNvPr id="2" name="Group 3">
            <a:extLst>
              <a:ext uri="{FF2B5EF4-FFF2-40B4-BE49-F238E27FC236}">
                <a16:creationId xmlns:a16="http://schemas.microsoft.com/office/drawing/2014/main" id="{2A5B75A5-9EF1-AF50-5D82-EDD0E264204A}"/>
              </a:ext>
            </a:extLst>
          </p:cNvPr>
          <p:cNvGrpSpPr/>
          <p:nvPr/>
        </p:nvGrpSpPr>
        <p:grpSpPr>
          <a:xfrm>
            <a:off x="0" y="-19526"/>
            <a:ext cx="9144000" cy="535020"/>
            <a:chOff x="0" y="0"/>
            <a:chExt cx="24384000" cy="1426718"/>
          </a:xfrm>
        </p:grpSpPr>
        <p:sp>
          <p:nvSpPr>
            <p:cNvPr id="3" name="Freeform 4">
              <a:extLst>
                <a:ext uri="{FF2B5EF4-FFF2-40B4-BE49-F238E27FC236}">
                  <a16:creationId xmlns:a16="http://schemas.microsoft.com/office/drawing/2014/main" id="{5724A4AC-A68A-F95B-1B8F-542F478290A8}"/>
                </a:ext>
              </a:extLst>
            </p:cNvPr>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E95856"/>
            </a:solidFill>
            <a:ln w="12700">
              <a:solidFill>
                <a:srgbClr val="000000"/>
              </a:solidFill>
            </a:ln>
          </p:spPr>
        </p:sp>
      </p:grpSp>
      <p:grpSp>
        <p:nvGrpSpPr>
          <p:cNvPr id="6" name="Group 7">
            <a:extLst>
              <a:ext uri="{FF2B5EF4-FFF2-40B4-BE49-F238E27FC236}">
                <a16:creationId xmlns:a16="http://schemas.microsoft.com/office/drawing/2014/main" id="{9B5E47FD-1205-5A68-0585-70C9E176690B}"/>
              </a:ext>
            </a:extLst>
          </p:cNvPr>
          <p:cNvGrpSpPr/>
          <p:nvPr/>
        </p:nvGrpSpPr>
        <p:grpSpPr>
          <a:xfrm>
            <a:off x="514350" y="4969883"/>
            <a:ext cx="7833601" cy="76945"/>
            <a:chOff x="0" y="0"/>
            <a:chExt cx="20889601" cy="205185"/>
          </a:xfrm>
        </p:grpSpPr>
        <p:sp>
          <p:nvSpPr>
            <p:cNvPr id="7" name="Freeform 8">
              <a:extLst>
                <a:ext uri="{FF2B5EF4-FFF2-40B4-BE49-F238E27FC236}">
                  <a16:creationId xmlns:a16="http://schemas.microsoft.com/office/drawing/2014/main" id="{BE855B1C-E3D6-D162-7B63-C9354388913C}"/>
                </a:ext>
              </a:extLst>
            </p:cNvPr>
            <p:cNvSpPr/>
            <p:nvPr/>
          </p:nvSpPr>
          <p:spPr>
            <a:xfrm>
              <a:off x="0" y="0"/>
              <a:ext cx="20889595" cy="205232"/>
            </a:xfrm>
            <a:custGeom>
              <a:avLst/>
              <a:gdLst/>
              <a:ahLst/>
              <a:cxnLst/>
              <a:rect l="l" t="t" r="r" b="b"/>
              <a:pathLst>
                <a:path w="20889595" h="205232">
                  <a:moveTo>
                    <a:pt x="0" y="0"/>
                  </a:moveTo>
                  <a:lnTo>
                    <a:pt x="20889595" y="0"/>
                  </a:lnTo>
                  <a:lnTo>
                    <a:pt x="20889595" y="205232"/>
                  </a:lnTo>
                  <a:lnTo>
                    <a:pt x="0" y="205232"/>
                  </a:lnTo>
                  <a:lnTo>
                    <a:pt x="0" y="0"/>
                  </a:lnTo>
                  <a:close/>
                </a:path>
              </a:pathLst>
            </a:custGeom>
            <a:blipFill>
              <a:blip r:embed="rId3"/>
              <a:stretch>
                <a:fillRect t="-17868" b="-17845"/>
              </a:stretch>
            </a:blipFill>
          </p:spPr>
        </p:sp>
      </p:grpSp>
      <p:grpSp>
        <p:nvGrpSpPr>
          <p:cNvPr id="8" name="Group 9">
            <a:extLst>
              <a:ext uri="{FF2B5EF4-FFF2-40B4-BE49-F238E27FC236}">
                <a16:creationId xmlns:a16="http://schemas.microsoft.com/office/drawing/2014/main" id="{54DBB879-9FFC-48B9-C30B-DF090B589B24}"/>
              </a:ext>
            </a:extLst>
          </p:cNvPr>
          <p:cNvGrpSpPr/>
          <p:nvPr/>
        </p:nvGrpSpPr>
        <p:grpSpPr>
          <a:xfrm>
            <a:off x="238964" y="1668"/>
            <a:ext cx="2467785" cy="513826"/>
            <a:chOff x="0" y="0"/>
            <a:chExt cx="6580759" cy="1370203"/>
          </a:xfrm>
        </p:grpSpPr>
        <p:sp>
          <p:nvSpPr>
            <p:cNvPr id="9" name="Freeform 10" descr="A black background with white text  Description automatically generated">
              <a:extLst>
                <a:ext uri="{FF2B5EF4-FFF2-40B4-BE49-F238E27FC236}">
                  <a16:creationId xmlns:a16="http://schemas.microsoft.com/office/drawing/2014/main" id="{2CC32C46-7C6A-5F0D-0463-564F93ECF7B0}"/>
                </a:ext>
              </a:extLst>
            </p:cNvPr>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4"/>
              <a:stretch>
                <a:fillRect l="-194" r="-194"/>
              </a:stretch>
            </a:blipFill>
          </p:spPr>
        </p:sp>
      </p:grpSp>
    </p:spTree>
    <p:extLst>
      <p:ext uri="{BB962C8B-B14F-4D97-AF65-F5344CB8AC3E}">
        <p14:creationId xmlns:p14="http://schemas.microsoft.com/office/powerpoint/2010/main" val="3633095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5">
            <a:extLst>
              <a:ext uri="{FF2B5EF4-FFF2-40B4-BE49-F238E27FC236}">
                <a16:creationId xmlns:a16="http://schemas.microsoft.com/office/drawing/2014/main" id="{4569B1FF-8720-C2DB-4B52-499FB1E21FA7}"/>
              </a:ext>
            </a:extLst>
          </p:cNvPr>
          <p:cNvGrpSpPr/>
          <p:nvPr/>
        </p:nvGrpSpPr>
        <p:grpSpPr>
          <a:xfrm>
            <a:off x="-160282" y="4969883"/>
            <a:ext cx="9304283" cy="284619"/>
            <a:chOff x="0" y="0"/>
            <a:chExt cx="24811420" cy="758984"/>
          </a:xfrm>
        </p:grpSpPr>
        <p:sp>
          <p:nvSpPr>
            <p:cNvPr id="5" name="Freeform 6">
              <a:extLst>
                <a:ext uri="{FF2B5EF4-FFF2-40B4-BE49-F238E27FC236}">
                  <a16:creationId xmlns:a16="http://schemas.microsoft.com/office/drawing/2014/main" id="{5C941339-9DB2-42B2-28FA-264CC1672AAF}"/>
                </a:ext>
              </a:extLst>
            </p:cNvPr>
            <p:cNvSpPr/>
            <p:nvPr/>
          </p:nvSpPr>
          <p:spPr>
            <a:xfrm>
              <a:off x="0" y="0"/>
              <a:ext cx="24811482" cy="758952"/>
            </a:xfrm>
            <a:custGeom>
              <a:avLst/>
              <a:gdLst/>
              <a:ahLst/>
              <a:cxnLst/>
              <a:rect l="l" t="t" r="r" b="b"/>
              <a:pathLst>
                <a:path w="24811482" h="758952">
                  <a:moveTo>
                    <a:pt x="285242" y="0"/>
                  </a:moveTo>
                  <a:lnTo>
                    <a:pt x="24811482" y="0"/>
                  </a:lnTo>
                  <a:lnTo>
                    <a:pt x="24811482" y="740410"/>
                  </a:lnTo>
                  <a:lnTo>
                    <a:pt x="0" y="758952"/>
                  </a:lnTo>
                  <a:lnTo>
                    <a:pt x="285242" y="0"/>
                  </a:lnTo>
                  <a:close/>
                </a:path>
              </a:pathLst>
            </a:custGeom>
            <a:solidFill>
              <a:srgbClr val="E95856"/>
            </a:solidFill>
            <a:ln w="12700">
              <a:solidFill>
                <a:srgbClr val="000000"/>
              </a:solidFill>
            </a:ln>
          </p:spPr>
        </p:sp>
      </p:grpSp>
      <p:sp>
        <p:nvSpPr>
          <p:cNvPr id="16" name="Slide Number Placeholder 14">
            <a:extLst>
              <a:ext uri="{FF2B5EF4-FFF2-40B4-BE49-F238E27FC236}">
                <a16:creationId xmlns:a16="http://schemas.microsoft.com/office/drawing/2014/main" id="{49F5825A-C623-BF49-5275-07179C11D935}"/>
              </a:ext>
            </a:extLst>
          </p:cNvPr>
          <p:cNvSpPr>
            <a:spLocks noGrp="1"/>
          </p:cNvSpPr>
          <p:nvPr/>
        </p:nvSpPr>
        <p:spPr>
          <a:xfrm>
            <a:off x="8347710" y="4970145"/>
            <a:ext cx="795655" cy="259715"/>
          </a:xfrm>
        </p:spPr>
        <p:txBody>
          <a:bodyPr/>
          <a:lst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a:lstStyle>
          <a:p>
            <a:pPr algn="ctr">
              <a:buNone/>
            </a:pPr>
            <a:fld id="{0BB18BA8-60F4-C50D-CD9B-1BB87D3E8506}" type="slidenum">
              <a:rPr>
                <a:latin typeface="Times New Roman"/>
                <a:ea typeface="Times New Roman"/>
                <a:cs typeface="Times New Roman"/>
              </a:rPr>
              <a:t>21</a:t>
            </a:fld>
            <a:endParaRPr>
              <a:latin typeface="Times New Roman"/>
              <a:ea typeface="Times New Roman"/>
              <a:cs typeface="Times New Roman"/>
            </a:endParaRPr>
          </a:p>
        </p:txBody>
      </p:sp>
      <p:sp>
        <p:nvSpPr>
          <p:cNvPr id="13" name="TextBox 14">
            <a:extLst>
              <a:ext uri="{FF2B5EF4-FFF2-40B4-BE49-F238E27FC236}">
                <a16:creationId xmlns:a16="http://schemas.microsoft.com/office/drawing/2014/main" id="{EEFBA0A5-BA2F-919F-4FBF-0566CF34E04A}"/>
              </a:ext>
            </a:extLst>
          </p:cNvPr>
          <p:cNvSpPr>
            <a:spLocks noGrp="1"/>
          </p:cNvSpPr>
          <p:nvPr/>
        </p:nvSpPr>
        <p:spPr>
          <a:xfrm>
            <a:off x="342900" y="536688"/>
            <a:ext cx="8429625" cy="4450080"/>
          </a:xfrm>
          <a:prstGeom prst="rect">
            <a:avLst/>
          </a:prstGeom>
        </p:spPr>
        <p:txBody>
          <a:bodyPr lIns="19050" tIns="38100" rIns="57150" bIns="19050" anchor="t">
            <a:normAutofit lnSpcReduction="10000"/>
          </a:bodyPr>
          <a:lstStyle/>
          <a:p>
            <a:pPr>
              <a:lnSpc>
                <a:spcPct val="102000"/>
              </a:lnSpc>
              <a:spcAft>
                <a:spcPts val="1"/>
              </a:spcAft>
              <a:buNone/>
              <a:defRPr sz="1500">
                <a:solidFill>
                  <a:srgbClr val="111111"/>
                </a:solidFill>
                <a:latin typeface="Times New Roman"/>
                <a:ea typeface="Times New Roman"/>
                <a:cs typeface="Times New Roman"/>
              </a:defRPr>
            </a:pPr>
            <a:r>
              <a:rPr sz="2400" b="1" dirty="0">
                <a:solidFill>
                  <a:srgbClr val="111111"/>
                </a:solidFill>
                <a:latin typeface="Times New Roman"/>
                <a:ea typeface="Times New Roman"/>
                <a:cs typeface="Times New Roman"/>
              </a:rPr>
              <a:t>3. PSEUDO-IDLIST </a:t>
            </a:r>
            <a:endParaRPr lang="vi-VN" sz="2400" b="1" dirty="0">
              <a:solidFill>
                <a:srgbClr val="111111"/>
              </a:solidFill>
              <a:latin typeface="Times New Roman"/>
              <a:ea typeface="Times New Roman"/>
              <a:cs typeface="Times New Roman"/>
            </a:endParaRPr>
          </a:p>
          <a:p>
            <a:pPr>
              <a:lnSpc>
                <a:spcPct val="102000"/>
              </a:lnSpc>
              <a:spcAft>
                <a:spcPts val="1"/>
              </a:spcAft>
              <a:buNone/>
              <a:defRPr sz="1500">
                <a:solidFill>
                  <a:srgbClr val="111111"/>
                </a:solidFill>
                <a:latin typeface="Times New Roman"/>
                <a:ea typeface="Times New Roman"/>
                <a:cs typeface="Times New Roman"/>
              </a:defRPr>
            </a:pPr>
            <a:r>
              <a:rPr lang="vi-VN" b="1" dirty="0">
                <a:solidFill>
                  <a:srgbClr val="111111"/>
                </a:solidFill>
                <a:latin typeface="Times New Roman"/>
                <a:ea typeface="Times New Roman"/>
                <a:cs typeface="Times New Roman"/>
              </a:rPr>
              <a:t>3.5. CUP: quy trình khai phá dùng </a:t>
            </a:r>
            <a:r>
              <a:rPr lang="vi-VN" b="1" dirty="0" err="1">
                <a:solidFill>
                  <a:srgbClr val="111111"/>
                </a:solidFill>
                <a:latin typeface="Times New Roman"/>
                <a:ea typeface="Times New Roman"/>
                <a:cs typeface="Times New Roman"/>
              </a:rPr>
              <a:t>Pseudo-IDList</a:t>
            </a:r>
            <a:endParaRPr lang="vi-VN" b="1" dirty="0">
              <a:solidFill>
                <a:srgbClr val="111111"/>
              </a:solidFill>
              <a:latin typeface="Times New Roman"/>
              <a:ea typeface="Times New Roman"/>
              <a:cs typeface="Times New Roman"/>
            </a:endParaRPr>
          </a:p>
          <a:p>
            <a:pPr>
              <a:lnSpc>
                <a:spcPct val="102000"/>
              </a:lnSpc>
              <a:spcAft>
                <a:spcPts val="8"/>
              </a:spcAft>
              <a:buNone/>
              <a:defRPr sz="1500">
                <a:solidFill>
                  <a:srgbClr val="111111"/>
                </a:solidFill>
                <a:latin typeface="Times New Roman"/>
                <a:ea typeface="Times New Roman"/>
                <a:cs typeface="Times New Roman"/>
              </a:defRPr>
            </a:pPr>
            <a:r>
              <a:rPr sz="1500" dirty="0">
                <a:solidFill>
                  <a:srgbClr val="111111"/>
                </a:solidFill>
                <a:latin typeface="Times New Roman"/>
                <a:ea typeface="Times New Roman"/>
                <a:cs typeface="Times New Roman"/>
              </a:rPr>
              <a:t>Input: CSDL clickstream D, </a:t>
            </a:r>
            <a:r>
              <a:rPr sz="1500" dirty="0" err="1">
                <a:solidFill>
                  <a:srgbClr val="111111"/>
                </a:solidFill>
                <a:latin typeface="Times New Roman"/>
                <a:ea typeface="Times New Roman"/>
                <a:cs typeface="Times New Roman"/>
              </a:rPr>
              <a:t>minSup</a:t>
            </a:r>
            <a:r>
              <a:rPr sz="1500" dirty="0">
                <a:solidFill>
                  <a:srgbClr val="111111"/>
                </a:solidFill>
                <a:latin typeface="Times New Roman"/>
                <a:ea typeface="Times New Roman"/>
                <a:cs typeface="Times New Roman"/>
              </a:rPr>
              <a:t>.  Output: </a:t>
            </a:r>
            <a:r>
              <a:rPr sz="1500" dirty="0" err="1">
                <a:solidFill>
                  <a:srgbClr val="111111"/>
                </a:solidFill>
                <a:latin typeface="Times New Roman"/>
                <a:ea typeface="Times New Roman"/>
                <a:cs typeface="Times New Roman"/>
              </a:rPr>
              <a:t>toàn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bộ</a:t>
            </a:r>
            <a:r>
              <a:rPr sz="1500" dirty="0">
                <a:solidFill>
                  <a:srgbClr val="111111"/>
                </a:solidFill>
                <a:latin typeface="Times New Roman"/>
                <a:ea typeface="Times New Roman"/>
                <a:cs typeface="Times New Roman"/>
              </a:rPr>
              <a:t> sequential pattern </a:t>
            </a:r>
            <a:r>
              <a:rPr sz="1500" dirty="0" err="1">
                <a:solidFill>
                  <a:srgbClr val="111111"/>
                </a:solidFill>
                <a:latin typeface="Times New Roman"/>
                <a:ea typeface="Times New Roman"/>
                <a:cs typeface="Times New Roman"/>
              </a:rPr>
              <a:t>phổ</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biến</a:t>
            </a:r>
            <a:r>
              <a:rPr sz="1500" dirty="0">
                <a:solidFill>
                  <a:srgbClr val="111111"/>
                </a:solidFill>
                <a:latin typeface="Times New Roman"/>
                <a:ea typeface="Times New Roman"/>
                <a:cs typeface="Times New Roman"/>
              </a:rPr>
              <a:t>.</a:t>
            </a:r>
          </a:p>
          <a:p>
            <a:pPr marL="4">
              <a:lnSpc>
                <a:spcPct val="102000"/>
              </a:lnSpc>
              <a:spcAft>
                <a:spcPts val="5"/>
              </a:spcAft>
              <a:buNone/>
              <a:defRPr sz="1500">
                <a:solidFill>
                  <a:srgbClr val="111111"/>
                </a:solidFill>
                <a:latin typeface="Times New Roman"/>
                <a:ea typeface="Times New Roman"/>
                <a:cs typeface="Times New Roman"/>
              </a:defRPr>
            </a:pPr>
            <a:r>
              <a:rPr sz="1500" b="1" dirty="0">
                <a:solidFill>
                  <a:srgbClr val="111111"/>
                </a:solidFill>
                <a:latin typeface="Times New Roman"/>
                <a:ea typeface="Times New Roman"/>
                <a:cs typeface="Times New Roman"/>
              </a:rPr>
              <a:t>1. </a:t>
            </a:r>
            <a:r>
              <a:rPr sz="1500" b="1" dirty="0" err="1">
                <a:solidFill>
                  <a:srgbClr val="111111"/>
                </a:solidFill>
                <a:latin typeface="Times New Roman"/>
                <a:ea typeface="Times New Roman"/>
                <a:cs typeface="Times New Roman"/>
              </a:rPr>
              <a:t>Khởi</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tạo</a:t>
            </a:r>
            <a:r>
              <a:rPr sz="1500" b="1" dirty="0">
                <a:solidFill>
                  <a:srgbClr val="111111"/>
                </a:solidFill>
                <a:latin typeface="Times New Roman"/>
                <a:ea typeface="Times New Roman"/>
                <a:cs typeface="Times New Roman"/>
              </a:rPr>
              <a:t> F1: </a:t>
            </a:r>
            <a:r>
              <a:rPr sz="1500" dirty="0" err="1">
                <a:solidFill>
                  <a:srgbClr val="111111"/>
                </a:solidFill>
                <a:latin typeface="Times New Roman"/>
                <a:ea typeface="Times New Roman"/>
                <a:cs typeface="Times New Roman"/>
              </a:rPr>
              <a:t>Quét</a:t>
            </a:r>
            <a:r>
              <a:rPr sz="1500" dirty="0">
                <a:solidFill>
                  <a:srgbClr val="111111"/>
                </a:solidFill>
                <a:latin typeface="Times New Roman"/>
                <a:ea typeface="Times New Roman"/>
                <a:cs typeface="Times New Roman"/>
              </a:rPr>
              <a:t> D, </a:t>
            </a:r>
            <a:r>
              <a:rPr sz="1500" dirty="0" err="1">
                <a:solidFill>
                  <a:srgbClr val="111111"/>
                </a:solidFill>
                <a:latin typeface="Times New Roman"/>
                <a:ea typeface="Times New Roman"/>
                <a:cs typeface="Times New Roman"/>
              </a:rPr>
              <a:t>tạo</a:t>
            </a:r>
            <a:r>
              <a:rPr sz="1500" dirty="0">
                <a:solidFill>
                  <a:srgbClr val="111111"/>
                </a:solidFill>
                <a:latin typeface="Times New Roman"/>
                <a:ea typeface="Times New Roman"/>
                <a:cs typeface="Times New Roman"/>
              </a:rPr>
              <a:t> Data-</a:t>
            </a:r>
            <a:r>
              <a:rPr sz="1500" dirty="0" err="1">
                <a:solidFill>
                  <a:srgbClr val="111111"/>
                </a:solidFill>
                <a:latin typeface="Times New Roman"/>
                <a:ea typeface="Times New Roman"/>
                <a:cs typeface="Times New Roman"/>
              </a:rPr>
              <a:t>IDList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cho</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từng</a:t>
            </a:r>
            <a:r>
              <a:rPr sz="1500" dirty="0">
                <a:solidFill>
                  <a:srgbClr val="111111"/>
                </a:solidFill>
                <a:latin typeface="Times New Roman"/>
                <a:ea typeface="Times New Roman"/>
                <a:cs typeface="Times New Roman"/>
              </a:rPr>
              <a:t> event </a:t>
            </a:r>
            <a:r>
              <a:rPr sz="1500" dirty="0" err="1">
                <a:solidFill>
                  <a:srgbClr val="111111"/>
                </a:solidFill>
                <a:latin typeface="Times New Roman"/>
                <a:ea typeface="Times New Roman"/>
                <a:cs typeface="Times New Roman"/>
              </a:rPr>
              <a:t>và</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giữ</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các</a:t>
            </a:r>
            <a:r>
              <a:rPr sz="1500" dirty="0">
                <a:solidFill>
                  <a:srgbClr val="111111"/>
                </a:solidFill>
                <a:latin typeface="Times New Roman"/>
                <a:ea typeface="Times New Roman"/>
                <a:cs typeface="Times New Roman"/>
              </a:rPr>
              <a:t> 1-pattern </a:t>
            </a:r>
            <a:r>
              <a:rPr sz="1500" dirty="0" err="1">
                <a:solidFill>
                  <a:srgbClr val="111111"/>
                </a:solidFill>
                <a:latin typeface="Times New Roman"/>
                <a:ea typeface="Times New Roman"/>
                <a:cs typeface="Times New Roman"/>
              </a:rPr>
              <a:t>đạt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minSup</a:t>
            </a:r>
            <a:r>
              <a:rPr sz="1500" dirty="0">
                <a:solidFill>
                  <a:srgbClr val="111111"/>
                </a:solidFill>
                <a:latin typeface="Times New Roman"/>
                <a:ea typeface="Times New Roman"/>
                <a:cs typeface="Times New Roman"/>
              </a:rPr>
              <a:t>.</a:t>
            </a:r>
            <a:endParaRPr lang="vi-VN" sz="1500" dirty="0">
              <a:solidFill>
                <a:srgbClr val="111111"/>
              </a:solidFill>
              <a:latin typeface="Times New Roman"/>
              <a:ea typeface="Times New Roman"/>
              <a:cs typeface="Times New Roman"/>
            </a:endParaRPr>
          </a:p>
          <a:p>
            <a:pPr marL="4">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marL="4">
              <a:lnSpc>
                <a:spcPct val="102000"/>
              </a:lnSpc>
              <a:spcAft>
                <a:spcPts val="5"/>
              </a:spcAft>
              <a:buNone/>
              <a:defRPr sz="1500">
                <a:solidFill>
                  <a:srgbClr val="111111"/>
                </a:solidFill>
                <a:latin typeface="Times New Roman"/>
                <a:ea typeface="Times New Roman"/>
                <a:cs typeface="Times New Roman"/>
              </a:defRPr>
            </a:pPr>
            <a:r>
              <a:rPr sz="1500" b="1" dirty="0">
                <a:solidFill>
                  <a:srgbClr val="111111"/>
                </a:solidFill>
                <a:latin typeface="Times New Roman"/>
                <a:ea typeface="Times New Roman"/>
                <a:cs typeface="Times New Roman"/>
              </a:rPr>
              <a:t>2. </a:t>
            </a:r>
            <a:r>
              <a:rPr sz="1500" b="1" dirty="0" err="1">
                <a:solidFill>
                  <a:srgbClr val="111111"/>
                </a:solidFill>
                <a:latin typeface="Times New Roman"/>
                <a:ea typeface="Times New Roman"/>
                <a:cs typeface="Times New Roman"/>
              </a:rPr>
              <a:t>Tạo</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lớp</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mở</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rộng</a:t>
            </a:r>
            <a:r>
              <a:rPr sz="1500" b="1"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Nhóm</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các</a:t>
            </a:r>
            <a:r>
              <a:rPr sz="1500" dirty="0">
                <a:solidFill>
                  <a:srgbClr val="111111"/>
                </a:solidFill>
                <a:latin typeface="Times New Roman"/>
                <a:ea typeface="Times New Roman"/>
                <a:cs typeface="Times New Roman"/>
              </a:rPr>
              <a:t> pattern </a:t>
            </a:r>
            <a:r>
              <a:rPr sz="1500" dirty="0" err="1">
                <a:solidFill>
                  <a:srgbClr val="111111"/>
                </a:solidFill>
                <a:latin typeface="Times New Roman"/>
                <a:ea typeface="Times New Roman"/>
                <a:cs typeface="Times New Roman"/>
              </a:rPr>
              <a:t>có</a:t>
            </a:r>
            <a:r>
              <a:rPr sz="1500" dirty="0">
                <a:solidFill>
                  <a:srgbClr val="111111"/>
                </a:solidFill>
                <a:latin typeface="Times New Roman"/>
                <a:ea typeface="Times New Roman"/>
                <a:cs typeface="Times New Roman"/>
              </a:rPr>
              <a:t> prefix </a:t>
            </a:r>
            <a:r>
              <a:rPr sz="1500" dirty="0" err="1">
                <a:solidFill>
                  <a:srgbClr val="111111"/>
                </a:solidFill>
                <a:latin typeface="Times New Roman"/>
                <a:ea typeface="Times New Roman"/>
                <a:cs typeface="Times New Roman"/>
              </a:rPr>
              <a:t>chung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để</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xác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định</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các</a:t>
            </a:r>
            <a:r>
              <a:rPr sz="1500" dirty="0">
                <a:solidFill>
                  <a:srgbClr val="111111"/>
                </a:solidFill>
                <a:latin typeface="Times New Roman"/>
                <a:ea typeface="Times New Roman"/>
                <a:cs typeface="Times New Roman"/>
              </a:rPr>
              <a:t> candidate </a:t>
            </a:r>
            <a:r>
              <a:rPr sz="1500" dirty="0" err="1">
                <a:solidFill>
                  <a:srgbClr val="111111"/>
                </a:solidFill>
                <a:latin typeface="Times New Roman"/>
                <a:ea typeface="Times New Roman"/>
                <a:cs typeface="Times New Roman"/>
              </a:rPr>
              <a:t>có</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thể</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nối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trong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bước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kế</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tiếp</a:t>
            </a:r>
            <a:r>
              <a:rPr sz="1500" dirty="0">
                <a:solidFill>
                  <a:srgbClr val="111111"/>
                </a:solidFill>
                <a:latin typeface="Times New Roman"/>
                <a:ea typeface="Times New Roman"/>
                <a:cs typeface="Times New Roman"/>
              </a:rPr>
              <a:t>.</a:t>
            </a:r>
            <a:endParaRPr lang="vi-VN" sz="1500" dirty="0">
              <a:solidFill>
                <a:srgbClr val="111111"/>
              </a:solidFill>
              <a:latin typeface="Times New Roman"/>
              <a:ea typeface="Times New Roman"/>
              <a:cs typeface="Times New Roman"/>
            </a:endParaRPr>
          </a:p>
          <a:p>
            <a:pPr marL="4">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marL="4">
              <a:lnSpc>
                <a:spcPct val="102000"/>
              </a:lnSpc>
              <a:spcAft>
                <a:spcPts val="5"/>
              </a:spcAft>
              <a:buNone/>
              <a:defRPr sz="1500">
                <a:solidFill>
                  <a:srgbClr val="111111"/>
                </a:solidFill>
                <a:latin typeface="Times New Roman"/>
                <a:ea typeface="Times New Roman"/>
                <a:cs typeface="Times New Roman"/>
              </a:defRPr>
            </a:pPr>
            <a:r>
              <a:rPr sz="1500" b="1" dirty="0">
                <a:solidFill>
                  <a:srgbClr val="111111"/>
                </a:solidFill>
                <a:latin typeface="Times New Roman"/>
                <a:ea typeface="Times New Roman"/>
                <a:cs typeface="Times New Roman"/>
              </a:rPr>
              <a:t>3. DUB </a:t>
            </a:r>
            <a:r>
              <a:rPr sz="1500" b="1" dirty="0" err="1">
                <a:solidFill>
                  <a:srgbClr val="111111"/>
                </a:solidFill>
                <a:latin typeface="Times New Roman"/>
                <a:ea typeface="Times New Roman"/>
                <a:cs typeface="Times New Roman"/>
              </a:rPr>
              <a:t>trước</a:t>
            </a:r>
            <a:r>
              <a:rPr sz="1500" b="1"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Ước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lượng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cận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trên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bằng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giao</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tập</a:t>
            </a:r>
            <a:r>
              <a:rPr sz="1500" dirty="0">
                <a:solidFill>
                  <a:srgbClr val="111111"/>
                </a:solidFill>
                <a:latin typeface="Times New Roman"/>
                <a:ea typeface="Times New Roman"/>
                <a:cs typeface="Times New Roman"/>
              </a:rPr>
              <a:t> UCID </a:t>
            </a:r>
            <a:r>
              <a:rPr sz="1500" dirty="0" err="1">
                <a:solidFill>
                  <a:srgbClr val="111111"/>
                </a:solidFill>
                <a:latin typeface="Times New Roman"/>
                <a:ea typeface="Times New Roman"/>
                <a:cs typeface="Times New Roman"/>
              </a:rPr>
              <a:t>của</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hai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mẫu</a:t>
            </a:r>
            <a:r>
              <a:rPr sz="1500" dirty="0">
                <a:solidFill>
                  <a:srgbClr val="111111"/>
                </a:solidFill>
                <a:latin typeface="Times New Roman"/>
                <a:ea typeface="Times New Roman"/>
                <a:cs typeface="Times New Roman"/>
              </a:rPr>
              <a:t> cha. </a:t>
            </a:r>
            <a:r>
              <a:rPr sz="1500" dirty="0" err="1">
                <a:solidFill>
                  <a:srgbClr val="111111"/>
                </a:solidFill>
                <a:latin typeface="Times New Roman"/>
                <a:ea typeface="Times New Roman"/>
                <a:cs typeface="Times New Roman"/>
              </a:rPr>
              <a:t>Nếu</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cận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trên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dưới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minSup</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thì</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loại</a:t>
            </a:r>
            <a:r>
              <a:rPr sz="1500" dirty="0">
                <a:solidFill>
                  <a:srgbClr val="111111"/>
                </a:solidFill>
                <a:latin typeface="Times New Roman"/>
                <a:ea typeface="Times New Roman"/>
                <a:cs typeface="Times New Roman"/>
              </a:rPr>
              <a:t> candidate </a:t>
            </a:r>
            <a:r>
              <a:rPr sz="1500" dirty="0" err="1">
                <a:solidFill>
                  <a:srgbClr val="111111"/>
                </a:solidFill>
                <a:latin typeface="Times New Roman"/>
                <a:ea typeface="Times New Roman"/>
                <a:cs typeface="Times New Roman"/>
              </a:rPr>
              <a:t>ngay</a:t>
            </a:r>
            <a:r>
              <a:rPr sz="1500" dirty="0">
                <a:solidFill>
                  <a:srgbClr val="111111"/>
                </a:solidFill>
                <a:latin typeface="Times New Roman"/>
                <a:ea typeface="Times New Roman"/>
                <a:cs typeface="Times New Roman"/>
              </a:rPr>
              <a:t>.</a:t>
            </a:r>
            <a:endParaRPr lang="vi-VN" sz="1500" dirty="0">
              <a:solidFill>
                <a:srgbClr val="111111"/>
              </a:solidFill>
              <a:latin typeface="Times New Roman"/>
              <a:ea typeface="Times New Roman"/>
              <a:cs typeface="Times New Roman"/>
            </a:endParaRPr>
          </a:p>
          <a:p>
            <a:pPr marL="4">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marL="4">
              <a:lnSpc>
                <a:spcPct val="102000"/>
              </a:lnSpc>
              <a:spcAft>
                <a:spcPts val="5"/>
              </a:spcAft>
              <a:buNone/>
              <a:defRPr sz="1500">
                <a:solidFill>
                  <a:srgbClr val="111111"/>
                </a:solidFill>
                <a:latin typeface="Times New Roman"/>
                <a:ea typeface="Times New Roman"/>
                <a:cs typeface="Times New Roman"/>
              </a:defRPr>
            </a:pPr>
            <a:r>
              <a:rPr sz="1500" b="1" dirty="0">
                <a:solidFill>
                  <a:srgbClr val="111111"/>
                </a:solidFill>
                <a:latin typeface="Times New Roman"/>
                <a:ea typeface="Times New Roman"/>
                <a:cs typeface="Times New Roman"/>
              </a:rPr>
              <a:t>4. </a:t>
            </a:r>
            <a:r>
              <a:rPr sz="1500" b="1" dirty="0" err="1">
                <a:solidFill>
                  <a:srgbClr val="111111"/>
                </a:solidFill>
                <a:latin typeface="Times New Roman"/>
                <a:ea typeface="Times New Roman"/>
                <a:cs typeface="Times New Roman"/>
              </a:rPr>
              <a:t>Dựng</a:t>
            </a:r>
            <a:r>
              <a:rPr sz="1500" b="1" dirty="0">
                <a:solidFill>
                  <a:srgbClr val="111111"/>
                </a:solidFill>
                <a:latin typeface="Times New Roman"/>
                <a:ea typeface="Times New Roman"/>
                <a:cs typeface="Times New Roman"/>
              </a:rPr>
              <a:t> Pseudo-</a:t>
            </a:r>
            <a:r>
              <a:rPr sz="1500" b="1" dirty="0" err="1">
                <a:solidFill>
                  <a:srgbClr val="111111"/>
                </a:solidFill>
                <a:latin typeface="Times New Roman"/>
                <a:ea typeface="Times New Roman"/>
                <a:cs typeface="Times New Roman"/>
              </a:rPr>
              <a:t>IDList</a:t>
            </a:r>
            <a:r>
              <a:rPr sz="1500" b="1"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Với</a:t>
            </a:r>
            <a:r>
              <a:rPr sz="1500" dirty="0">
                <a:solidFill>
                  <a:srgbClr val="111111"/>
                </a:solidFill>
                <a:latin typeface="Times New Roman"/>
                <a:ea typeface="Times New Roman"/>
                <a:cs typeface="Times New Roman"/>
              </a:rPr>
              <a:t> candidate </a:t>
            </a:r>
            <a:r>
              <a:rPr sz="1500" dirty="0" err="1">
                <a:solidFill>
                  <a:srgbClr val="111111"/>
                </a:solidFill>
                <a:latin typeface="Times New Roman"/>
                <a:ea typeface="Times New Roman"/>
                <a:cs typeface="Times New Roman"/>
              </a:rPr>
              <a:t>còn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lại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tạo</a:t>
            </a:r>
            <a:r>
              <a:rPr sz="1500" dirty="0">
                <a:solidFill>
                  <a:srgbClr val="111111"/>
                </a:solidFill>
                <a:latin typeface="Times New Roman"/>
                <a:ea typeface="Times New Roman"/>
                <a:cs typeface="Times New Roman"/>
              </a:rPr>
              <a:t> DIP </a:t>
            </a:r>
            <a:r>
              <a:rPr sz="1500" dirty="0" err="1">
                <a:solidFill>
                  <a:srgbClr val="111111"/>
                </a:solidFill>
                <a:latin typeface="Times New Roman"/>
                <a:ea typeface="Times New Roman"/>
                <a:cs typeface="Times New Roman"/>
              </a:rPr>
              <a:t>và</a:t>
            </a:r>
            <a:r>
              <a:rPr sz="1500" dirty="0">
                <a:solidFill>
                  <a:srgbClr val="111111"/>
                </a:solidFill>
                <a:latin typeface="Times New Roman"/>
                <a:ea typeface="Times New Roman"/>
                <a:cs typeface="Times New Roman"/>
              </a:rPr>
              <a:t> M </a:t>
            </a:r>
            <a:r>
              <a:rPr sz="1500" dirty="0" err="1">
                <a:solidFill>
                  <a:srgbClr val="111111"/>
                </a:solidFill>
                <a:latin typeface="Times New Roman"/>
                <a:ea typeface="Times New Roman"/>
                <a:cs typeface="Times New Roman"/>
              </a:rPr>
              <a:t>bằng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cơ</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chế</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truy</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hồi</a:t>
            </a:r>
            <a:r>
              <a:rPr sz="1500" dirty="0">
                <a:solidFill>
                  <a:srgbClr val="111111"/>
                </a:solidFill>
                <a:latin typeface="Times New Roman"/>
                <a:ea typeface="Times New Roman"/>
                <a:cs typeface="Times New Roman"/>
              </a:rPr>
              <a:t> suffix; </a:t>
            </a:r>
            <a:r>
              <a:rPr sz="1500" dirty="0" err="1">
                <a:solidFill>
                  <a:srgbClr val="111111"/>
                </a:solidFill>
                <a:latin typeface="Times New Roman"/>
                <a:ea typeface="Times New Roman"/>
                <a:cs typeface="Times New Roman"/>
              </a:rPr>
              <a:t>sau</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đó</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tính</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supcount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từ</a:t>
            </a:r>
            <a:r>
              <a:rPr sz="1500" dirty="0">
                <a:solidFill>
                  <a:srgbClr val="111111"/>
                </a:solidFill>
                <a:latin typeface="Times New Roman"/>
                <a:ea typeface="Times New Roman"/>
                <a:cs typeface="Times New Roman"/>
              </a:rPr>
              <a:t> M.</a:t>
            </a:r>
            <a:endParaRPr lang="vi-VN" sz="1500" dirty="0">
              <a:solidFill>
                <a:srgbClr val="111111"/>
              </a:solidFill>
              <a:latin typeface="Times New Roman"/>
              <a:ea typeface="Times New Roman"/>
              <a:cs typeface="Times New Roman"/>
            </a:endParaRPr>
          </a:p>
          <a:p>
            <a:pPr marL="4">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marL="4">
              <a:lnSpc>
                <a:spcPct val="102000"/>
              </a:lnSpc>
              <a:spcAft>
                <a:spcPts val="5"/>
              </a:spcAft>
              <a:buNone/>
              <a:defRPr sz="1500">
                <a:solidFill>
                  <a:srgbClr val="111111"/>
                </a:solidFill>
                <a:latin typeface="Times New Roman"/>
                <a:ea typeface="Times New Roman"/>
                <a:cs typeface="Times New Roman"/>
              </a:defRPr>
            </a:pPr>
            <a:r>
              <a:rPr sz="1500" b="1" dirty="0">
                <a:solidFill>
                  <a:srgbClr val="111111"/>
                </a:solidFill>
                <a:latin typeface="Times New Roman"/>
                <a:ea typeface="Times New Roman"/>
                <a:cs typeface="Times New Roman"/>
              </a:rPr>
              <a:t>5. DFS: </a:t>
            </a:r>
            <a:r>
              <a:rPr sz="1500" dirty="0" err="1">
                <a:solidFill>
                  <a:srgbClr val="111111"/>
                </a:solidFill>
                <a:latin typeface="Times New Roman"/>
                <a:ea typeface="Times New Roman"/>
                <a:cs typeface="Times New Roman"/>
              </a:rPr>
              <a:t>Nếu</a:t>
            </a:r>
            <a:r>
              <a:rPr sz="1500" dirty="0">
                <a:solidFill>
                  <a:srgbClr val="111111"/>
                </a:solidFill>
                <a:latin typeface="Times New Roman"/>
                <a:ea typeface="Times New Roman"/>
                <a:cs typeface="Times New Roman"/>
              </a:rPr>
              <a:t> candidate </a:t>
            </a:r>
            <a:r>
              <a:rPr sz="1500" dirty="0" err="1">
                <a:solidFill>
                  <a:srgbClr val="111111"/>
                </a:solidFill>
                <a:latin typeface="Times New Roman"/>
                <a:ea typeface="Times New Roman"/>
                <a:cs typeface="Times New Roman"/>
              </a:rPr>
              <a:t>phổ</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biến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ghi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nhận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kết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quả</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và</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tiếp</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tục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mở</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rộng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đệ</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quy</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nếu</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không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phổ</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biến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dừng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nhánh</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theo</a:t>
            </a:r>
            <a:r>
              <a:rPr sz="1500" dirty="0">
                <a:solidFill>
                  <a:srgbClr val="111111"/>
                </a:solidFill>
                <a:latin typeface="Times New Roman"/>
                <a:ea typeface="Times New Roman"/>
                <a:cs typeface="Times New Roman"/>
              </a:rPr>
              <a:t> anti-monotonicity.</a:t>
            </a:r>
            <a:endParaRPr lang="vi-VN" sz="1500" dirty="0">
              <a:solidFill>
                <a:srgbClr val="111111"/>
              </a:solidFill>
              <a:latin typeface="Times New Roman"/>
              <a:ea typeface="Times New Roman"/>
              <a:cs typeface="Times New Roman"/>
            </a:endParaRPr>
          </a:p>
          <a:p>
            <a:pPr marL="4">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a:lnSpc>
                <a:spcPct val="102000"/>
              </a:lnSpc>
              <a:spcBef>
                <a:spcPts val="5"/>
              </a:spcBef>
              <a:spcAft>
                <a:spcPts val="5"/>
              </a:spcAft>
              <a:buNone/>
              <a:defRPr sz="1500">
                <a:solidFill>
                  <a:srgbClr val="111111"/>
                </a:solidFill>
                <a:latin typeface="Times New Roman"/>
                <a:ea typeface="Times New Roman"/>
                <a:cs typeface="Times New Roman"/>
              </a:defRPr>
            </a:pPr>
            <a:r>
              <a:rPr sz="1500" b="1" dirty="0">
                <a:solidFill>
                  <a:srgbClr val="111111"/>
                </a:solidFill>
                <a:latin typeface="Times New Roman"/>
                <a:ea typeface="Times New Roman"/>
                <a:cs typeface="Times New Roman"/>
              </a:rPr>
              <a:t>CUP = Clickstream pattern mining Using Pseudo-</a:t>
            </a:r>
            <a:r>
              <a:rPr sz="1500" b="1" dirty="0" err="1">
                <a:solidFill>
                  <a:srgbClr val="111111"/>
                </a:solidFill>
                <a:latin typeface="Times New Roman"/>
                <a:ea typeface="Times New Roman"/>
                <a:cs typeface="Times New Roman"/>
              </a:rPr>
              <a:t>IDList</a:t>
            </a:r>
            <a:r>
              <a:rPr sz="1500" b="1" dirty="0">
                <a:solidFill>
                  <a:srgbClr val="111111"/>
                </a:solidFill>
                <a:latin typeface="Times New Roman"/>
                <a:ea typeface="Times New Roman"/>
                <a:cs typeface="Times New Roman"/>
              </a:rPr>
              <a:t>. CUP </a:t>
            </a:r>
            <a:r>
              <a:rPr sz="1500" b="1" dirty="0" err="1">
                <a:solidFill>
                  <a:srgbClr val="111111"/>
                </a:solidFill>
                <a:latin typeface="Times New Roman"/>
                <a:ea typeface="Times New Roman"/>
                <a:cs typeface="Times New Roman"/>
              </a:rPr>
              <a:t>thay</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biểu</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diễn</a:t>
            </a:r>
            <a:r>
              <a:rPr sz="1500" b="1" dirty="0">
                <a:solidFill>
                  <a:srgbClr val="111111"/>
                </a:solidFill>
                <a:latin typeface="Times New Roman"/>
                <a:ea typeface="Times New Roman"/>
                <a:cs typeface="Times New Roman"/>
              </a:rPr>
              <a:t> ID-list </a:t>
            </a:r>
            <a:r>
              <a:rPr sz="1500" b="1" dirty="0" err="1">
                <a:solidFill>
                  <a:srgbClr val="111111"/>
                </a:solidFill>
                <a:latin typeface="Times New Roman"/>
                <a:ea typeface="Times New Roman"/>
                <a:cs typeface="Times New Roman"/>
              </a:rPr>
              <a:t>của</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mẫu</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dài</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nó</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không</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thay</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đổi</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định</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nghĩa</a:t>
            </a:r>
            <a:r>
              <a:rPr sz="1500" b="1" dirty="0">
                <a:solidFill>
                  <a:srgbClr val="111111"/>
                </a:solidFill>
                <a:latin typeface="Times New Roman"/>
                <a:ea typeface="Times New Roman"/>
                <a:cs typeface="Times New Roman"/>
              </a:rPr>
              <a:t> support.</a:t>
            </a:r>
          </a:p>
        </p:txBody>
      </p:sp>
      <p:grpSp>
        <p:nvGrpSpPr>
          <p:cNvPr id="2" name="Group 3">
            <a:extLst>
              <a:ext uri="{FF2B5EF4-FFF2-40B4-BE49-F238E27FC236}">
                <a16:creationId xmlns:a16="http://schemas.microsoft.com/office/drawing/2014/main" id="{3835C120-9A4D-4E4C-F16B-D6318EB9ACCD}"/>
              </a:ext>
            </a:extLst>
          </p:cNvPr>
          <p:cNvGrpSpPr/>
          <p:nvPr/>
        </p:nvGrpSpPr>
        <p:grpSpPr>
          <a:xfrm>
            <a:off x="0" y="-19526"/>
            <a:ext cx="9144000" cy="535020"/>
            <a:chOff x="0" y="0"/>
            <a:chExt cx="24384000" cy="1426718"/>
          </a:xfrm>
        </p:grpSpPr>
        <p:sp>
          <p:nvSpPr>
            <p:cNvPr id="3" name="Freeform 4">
              <a:extLst>
                <a:ext uri="{FF2B5EF4-FFF2-40B4-BE49-F238E27FC236}">
                  <a16:creationId xmlns:a16="http://schemas.microsoft.com/office/drawing/2014/main" id="{7CD8BBB1-9F5E-AAF1-5334-61BA21903F92}"/>
                </a:ext>
              </a:extLst>
            </p:cNvPr>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E95856"/>
            </a:solidFill>
            <a:ln w="12700">
              <a:solidFill>
                <a:srgbClr val="000000"/>
              </a:solidFill>
            </a:ln>
          </p:spPr>
        </p:sp>
      </p:grpSp>
      <p:grpSp>
        <p:nvGrpSpPr>
          <p:cNvPr id="6" name="Group 7">
            <a:extLst>
              <a:ext uri="{FF2B5EF4-FFF2-40B4-BE49-F238E27FC236}">
                <a16:creationId xmlns:a16="http://schemas.microsoft.com/office/drawing/2014/main" id="{7043A2B2-B898-855F-7936-2FA82C810593}"/>
              </a:ext>
            </a:extLst>
          </p:cNvPr>
          <p:cNvGrpSpPr/>
          <p:nvPr/>
        </p:nvGrpSpPr>
        <p:grpSpPr>
          <a:xfrm>
            <a:off x="514350" y="4969883"/>
            <a:ext cx="7833601" cy="76945"/>
            <a:chOff x="0" y="0"/>
            <a:chExt cx="20889601" cy="205185"/>
          </a:xfrm>
        </p:grpSpPr>
        <p:sp>
          <p:nvSpPr>
            <p:cNvPr id="7" name="Freeform 8">
              <a:extLst>
                <a:ext uri="{FF2B5EF4-FFF2-40B4-BE49-F238E27FC236}">
                  <a16:creationId xmlns:a16="http://schemas.microsoft.com/office/drawing/2014/main" id="{F9AF6B38-D197-7331-6900-12846F28BA61}"/>
                </a:ext>
              </a:extLst>
            </p:cNvPr>
            <p:cNvSpPr/>
            <p:nvPr/>
          </p:nvSpPr>
          <p:spPr>
            <a:xfrm>
              <a:off x="0" y="0"/>
              <a:ext cx="20889595" cy="205232"/>
            </a:xfrm>
            <a:custGeom>
              <a:avLst/>
              <a:gdLst/>
              <a:ahLst/>
              <a:cxnLst/>
              <a:rect l="l" t="t" r="r" b="b"/>
              <a:pathLst>
                <a:path w="20889595" h="205232">
                  <a:moveTo>
                    <a:pt x="0" y="0"/>
                  </a:moveTo>
                  <a:lnTo>
                    <a:pt x="20889595" y="0"/>
                  </a:lnTo>
                  <a:lnTo>
                    <a:pt x="20889595" y="205232"/>
                  </a:lnTo>
                  <a:lnTo>
                    <a:pt x="0" y="205232"/>
                  </a:lnTo>
                  <a:lnTo>
                    <a:pt x="0" y="0"/>
                  </a:lnTo>
                  <a:close/>
                </a:path>
              </a:pathLst>
            </a:custGeom>
            <a:blipFill>
              <a:blip r:embed="rId3"/>
              <a:stretch>
                <a:fillRect t="-17868" b="-17845"/>
              </a:stretch>
            </a:blipFill>
          </p:spPr>
        </p:sp>
      </p:grpSp>
      <p:grpSp>
        <p:nvGrpSpPr>
          <p:cNvPr id="8" name="Group 9">
            <a:extLst>
              <a:ext uri="{FF2B5EF4-FFF2-40B4-BE49-F238E27FC236}">
                <a16:creationId xmlns:a16="http://schemas.microsoft.com/office/drawing/2014/main" id="{65076669-C65A-94DB-7A23-1A9DA65063AA}"/>
              </a:ext>
            </a:extLst>
          </p:cNvPr>
          <p:cNvGrpSpPr/>
          <p:nvPr/>
        </p:nvGrpSpPr>
        <p:grpSpPr>
          <a:xfrm>
            <a:off x="238964" y="1668"/>
            <a:ext cx="2467785" cy="513826"/>
            <a:chOff x="0" y="0"/>
            <a:chExt cx="6580759" cy="1370203"/>
          </a:xfrm>
        </p:grpSpPr>
        <p:sp>
          <p:nvSpPr>
            <p:cNvPr id="9" name="Freeform 10" descr="A black background with white text  Description automatically generated">
              <a:extLst>
                <a:ext uri="{FF2B5EF4-FFF2-40B4-BE49-F238E27FC236}">
                  <a16:creationId xmlns:a16="http://schemas.microsoft.com/office/drawing/2014/main" id="{8A41B085-430E-803C-B2B5-4BA39F9A063A}"/>
                </a:ext>
              </a:extLst>
            </p:cNvPr>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4"/>
              <a:stretch>
                <a:fillRect l="-194" r="-194"/>
              </a:stretch>
            </a:blipFill>
          </p:spPr>
        </p:sp>
      </p:grpSp>
    </p:spTree>
    <p:extLst>
      <p:ext uri="{BB962C8B-B14F-4D97-AF65-F5344CB8AC3E}">
        <p14:creationId xmlns:p14="http://schemas.microsoft.com/office/powerpoint/2010/main" val="1582299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5">
            <a:extLst>
              <a:ext uri="{FF2B5EF4-FFF2-40B4-BE49-F238E27FC236}">
                <a16:creationId xmlns:a16="http://schemas.microsoft.com/office/drawing/2014/main" id="{7E7176E2-0EB6-9B4E-2A1F-6432557D65DF}"/>
              </a:ext>
            </a:extLst>
          </p:cNvPr>
          <p:cNvGrpSpPr/>
          <p:nvPr/>
        </p:nvGrpSpPr>
        <p:grpSpPr>
          <a:xfrm>
            <a:off x="-160282" y="4969883"/>
            <a:ext cx="9304283" cy="284619"/>
            <a:chOff x="0" y="0"/>
            <a:chExt cx="24811420" cy="758984"/>
          </a:xfrm>
        </p:grpSpPr>
        <p:sp>
          <p:nvSpPr>
            <p:cNvPr id="5" name="Freeform 6">
              <a:extLst>
                <a:ext uri="{FF2B5EF4-FFF2-40B4-BE49-F238E27FC236}">
                  <a16:creationId xmlns:a16="http://schemas.microsoft.com/office/drawing/2014/main" id="{28197651-7C5B-755F-D84D-AC411800D85A}"/>
                </a:ext>
              </a:extLst>
            </p:cNvPr>
            <p:cNvSpPr/>
            <p:nvPr/>
          </p:nvSpPr>
          <p:spPr>
            <a:xfrm>
              <a:off x="0" y="0"/>
              <a:ext cx="24811482" cy="758952"/>
            </a:xfrm>
            <a:custGeom>
              <a:avLst/>
              <a:gdLst/>
              <a:ahLst/>
              <a:cxnLst/>
              <a:rect l="l" t="t" r="r" b="b"/>
              <a:pathLst>
                <a:path w="24811482" h="758952">
                  <a:moveTo>
                    <a:pt x="285242" y="0"/>
                  </a:moveTo>
                  <a:lnTo>
                    <a:pt x="24811482" y="0"/>
                  </a:lnTo>
                  <a:lnTo>
                    <a:pt x="24811482" y="740410"/>
                  </a:lnTo>
                  <a:lnTo>
                    <a:pt x="0" y="758952"/>
                  </a:lnTo>
                  <a:lnTo>
                    <a:pt x="285242" y="0"/>
                  </a:lnTo>
                  <a:close/>
                </a:path>
              </a:pathLst>
            </a:custGeom>
            <a:solidFill>
              <a:srgbClr val="E95856"/>
            </a:solidFill>
            <a:ln w="12700">
              <a:solidFill>
                <a:srgbClr val="000000"/>
              </a:solidFill>
            </a:ln>
          </p:spPr>
        </p:sp>
      </p:grpSp>
      <p:sp>
        <p:nvSpPr>
          <p:cNvPr id="16" name="Slide Number Placeholder 14">
            <a:extLst>
              <a:ext uri="{FF2B5EF4-FFF2-40B4-BE49-F238E27FC236}">
                <a16:creationId xmlns:a16="http://schemas.microsoft.com/office/drawing/2014/main" id="{EF3D8374-3FCF-76FE-ED93-5BE0E0E1994F}"/>
              </a:ext>
            </a:extLst>
          </p:cNvPr>
          <p:cNvSpPr>
            <a:spLocks noGrp="1"/>
          </p:cNvSpPr>
          <p:nvPr/>
        </p:nvSpPr>
        <p:spPr>
          <a:xfrm>
            <a:off x="8347710" y="4970145"/>
            <a:ext cx="795655" cy="259715"/>
          </a:xfrm>
        </p:spPr>
        <p:txBody>
          <a:bodyPr/>
          <a:lst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a:lstStyle>
          <a:p>
            <a:pPr algn="ctr">
              <a:buNone/>
            </a:pPr>
            <a:fld id="{A4E99CEF-AF55-BA3C-ADF8-4E52E186DD8F}" type="slidenum">
              <a:rPr>
                <a:latin typeface="Times New Roman"/>
                <a:ea typeface="Times New Roman"/>
                <a:cs typeface="Times New Roman"/>
              </a:rPr>
              <a:t>22</a:t>
            </a:fld>
            <a:endParaRPr>
              <a:latin typeface="Times New Roman"/>
              <a:ea typeface="Times New Roman"/>
              <a:cs typeface="Times New Roman"/>
            </a:endParaRPr>
          </a:p>
        </p:txBody>
      </p:sp>
      <p:sp>
        <p:nvSpPr>
          <p:cNvPr id="13" name="TextBox 14">
            <a:extLst>
              <a:ext uri="{FF2B5EF4-FFF2-40B4-BE49-F238E27FC236}">
                <a16:creationId xmlns:a16="http://schemas.microsoft.com/office/drawing/2014/main" id="{25FC4442-D300-6BB6-4D04-12520B012158}"/>
              </a:ext>
            </a:extLst>
          </p:cNvPr>
          <p:cNvSpPr>
            <a:spLocks noGrp="1"/>
          </p:cNvSpPr>
          <p:nvPr/>
        </p:nvSpPr>
        <p:spPr>
          <a:xfrm>
            <a:off x="315912" y="561463"/>
            <a:ext cx="8429625" cy="4362450"/>
          </a:xfrm>
          <a:prstGeom prst="rect">
            <a:avLst/>
          </a:prstGeom>
        </p:spPr>
        <p:txBody>
          <a:bodyPr lIns="19050" tIns="38100" rIns="57150" bIns="19050" anchor="t">
            <a:normAutofit fontScale="92500" lnSpcReduction="10000"/>
          </a:bodyPr>
          <a:lstStyle/>
          <a:p>
            <a:pPr>
              <a:lnSpc>
                <a:spcPct val="102000"/>
              </a:lnSpc>
              <a:spcAft>
                <a:spcPts val="1"/>
              </a:spcAft>
              <a:buNone/>
              <a:defRPr sz="1500">
                <a:solidFill>
                  <a:srgbClr val="111111"/>
                </a:solidFill>
                <a:latin typeface="Times New Roman"/>
                <a:ea typeface="Times New Roman"/>
                <a:cs typeface="Times New Roman"/>
              </a:defRPr>
            </a:pPr>
            <a:r>
              <a:rPr sz="2400" b="1" dirty="0">
                <a:solidFill>
                  <a:srgbClr val="111111"/>
                </a:solidFill>
                <a:latin typeface="Times New Roman"/>
                <a:ea typeface="Times New Roman"/>
                <a:cs typeface="Times New Roman"/>
              </a:rPr>
              <a:t>3. PSEUDO-IDLIST</a:t>
            </a:r>
          </a:p>
          <a:p>
            <a:pPr>
              <a:lnSpc>
                <a:spcPct val="102000"/>
              </a:lnSpc>
              <a:spcAft>
                <a:spcPts val="10"/>
              </a:spcAft>
              <a:buNone/>
              <a:defRPr sz="1500">
                <a:solidFill>
                  <a:srgbClr val="111111"/>
                </a:solidFill>
                <a:latin typeface="Times New Roman"/>
                <a:ea typeface="Times New Roman"/>
                <a:cs typeface="Times New Roman"/>
              </a:defRPr>
            </a:pPr>
            <a:r>
              <a:rPr sz="1900" b="1" dirty="0">
                <a:solidFill>
                  <a:srgbClr val="111111"/>
                </a:solidFill>
                <a:latin typeface="Times New Roman"/>
                <a:ea typeface="Times New Roman"/>
                <a:cs typeface="Times New Roman"/>
              </a:rPr>
              <a:t>3.</a:t>
            </a:r>
            <a:r>
              <a:rPr lang="vi-VN" sz="1900" b="1" dirty="0">
                <a:solidFill>
                  <a:srgbClr val="111111"/>
                </a:solidFill>
                <a:latin typeface="Times New Roman"/>
                <a:ea typeface="Times New Roman"/>
                <a:cs typeface="Times New Roman"/>
              </a:rPr>
              <a:t>6</a:t>
            </a:r>
            <a:r>
              <a:rPr sz="1900" b="1" dirty="0">
                <a:solidFill>
                  <a:srgbClr val="111111"/>
                </a:solidFill>
                <a:latin typeface="Times New Roman"/>
                <a:ea typeface="Times New Roman"/>
                <a:cs typeface="Times New Roman"/>
              </a:rPr>
              <a:t>. DUB: Dynamic Intersection Upper Bound</a:t>
            </a:r>
            <a:endParaRPr sz="1500" b="1" dirty="0">
              <a:solidFill>
                <a:srgbClr val="111111"/>
              </a:solidFill>
              <a:latin typeface="Times New Roman"/>
              <a:ea typeface="Times New Roman"/>
              <a:cs typeface="Times New Roman"/>
            </a:endParaRPr>
          </a:p>
          <a:p>
            <a:pPr>
              <a:lnSpc>
                <a:spcPct val="102000"/>
              </a:lnSpc>
              <a:spcAft>
                <a:spcPts val="5"/>
              </a:spcAft>
              <a:buNone/>
              <a:defRPr sz="1500">
                <a:solidFill>
                  <a:srgbClr val="111111"/>
                </a:solidFill>
                <a:latin typeface="Times New Roman"/>
                <a:ea typeface="Times New Roman"/>
                <a:cs typeface="Times New Roman"/>
              </a:defRPr>
            </a:pPr>
            <a:r>
              <a:rPr sz="1500" dirty="0" err="1">
                <a:solidFill>
                  <a:srgbClr val="111111"/>
                </a:solidFill>
                <a:latin typeface="Times New Roman"/>
                <a:ea typeface="Times New Roman"/>
                <a:cs typeface="Times New Roman"/>
              </a:rPr>
              <a:t>Với</a:t>
            </a:r>
            <a:r>
              <a:rPr sz="1500" dirty="0">
                <a:solidFill>
                  <a:srgbClr val="111111"/>
                </a:solidFill>
                <a:latin typeface="Times New Roman"/>
                <a:ea typeface="Times New Roman"/>
                <a:cs typeface="Times New Roman"/>
              </a:rPr>
              <a:t> candidate Z </a:t>
            </a:r>
            <a:r>
              <a:rPr sz="1500" dirty="0" err="1">
                <a:solidFill>
                  <a:srgbClr val="111111"/>
                </a:solidFill>
                <a:latin typeface="Times New Roman"/>
                <a:ea typeface="Times New Roman"/>
                <a:cs typeface="Times New Roman"/>
              </a:rPr>
              <a:t>sinh</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từ</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hai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mẫu</a:t>
            </a:r>
            <a:r>
              <a:rPr sz="1500" dirty="0">
                <a:solidFill>
                  <a:srgbClr val="111111"/>
                </a:solidFill>
                <a:latin typeface="Times New Roman"/>
                <a:ea typeface="Times New Roman"/>
                <a:cs typeface="Times New Roman"/>
              </a:rPr>
              <a:t> cha X </a:t>
            </a:r>
            <a:r>
              <a:rPr sz="1500" dirty="0" err="1">
                <a:solidFill>
                  <a:srgbClr val="111111"/>
                </a:solidFill>
                <a:latin typeface="Times New Roman"/>
                <a:ea typeface="Times New Roman"/>
                <a:cs typeface="Times New Roman"/>
              </a:rPr>
              <a:t>và</a:t>
            </a:r>
            <a:r>
              <a:rPr sz="1500" dirty="0">
                <a:solidFill>
                  <a:srgbClr val="111111"/>
                </a:solidFill>
                <a:latin typeface="Times New Roman"/>
                <a:ea typeface="Times New Roman"/>
                <a:cs typeface="Times New Roman"/>
              </a:rPr>
              <a:t> Y:</a:t>
            </a:r>
          </a:p>
          <a:p>
            <a:pPr marL="54">
              <a:lnSpc>
                <a:spcPct val="102000"/>
              </a:lnSpc>
              <a:spcAft>
                <a:spcPts val="10"/>
              </a:spcAft>
              <a:buNone/>
              <a:defRPr sz="1500">
                <a:solidFill>
                  <a:srgbClr val="111111"/>
                </a:solidFill>
                <a:latin typeface="Times New Roman"/>
                <a:ea typeface="Times New Roman"/>
                <a:cs typeface="Times New Roman"/>
              </a:defRPr>
            </a:pPr>
            <a:r>
              <a:rPr sz="1500" b="1" dirty="0">
                <a:solidFill>
                  <a:srgbClr val="111111"/>
                </a:solidFill>
                <a:latin typeface="Times New Roman"/>
                <a:ea typeface="Times New Roman"/>
                <a:cs typeface="Times New Roman"/>
              </a:rPr>
              <a:t>support(Z) &lt;= |U(X) ∩ U(Y)|</a:t>
            </a:r>
            <a:endParaRPr lang="vi-VN" sz="1500" b="1" dirty="0">
              <a:solidFill>
                <a:srgbClr val="111111"/>
              </a:solidFill>
              <a:latin typeface="Times New Roman"/>
              <a:ea typeface="Times New Roman"/>
              <a:cs typeface="Times New Roman"/>
            </a:endParaRPr>
          </a:p>
          <a:p>
            <a:pPr marL="54">
              <a:lnSpc>
                <a:spcPct val="102000"/>
              </a:lnSpc>
              <a:spcAft>
                <a:spcPts val="10"/>
              </a:spcAft>
              <a:buNone/>
              <a:defRPr sz="1500">
                <a:solidFill>
                  <a:srgbClr val="111111"/>
                </a:solidFill>
                <a:latin typeface="Times New Roman"/>
                <a:ea typeface="Times New Roman"/>
                <a:cs typeface="Times New Roman"/>
              </a:defRPr>
            </a:pPr>
            <a:endParaRPr sz="1500" b="1"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r>
              <a:rPr sz="1500" b="1" dirty="0">
                <a:solidFill>
                  <a:srgbClr val="111111"/>
                </a:solidFill>
                <a:latin typeface="Times New Roman"/>
                <a:ea typeface="Times New Roman"/>
                <a:cs typeface="Times New Roman"/>
              </a:rPr>
              <a:t>Lý do: </a:t>
            </a:r>
            <a:r>
              <a:rPr sz="1500" dirty="0" err="1">
                <a:solidFill>
                  <a:srgbClr val="111111"/>
                </a:solidFill>
                <a:latin typeface="Times New Roman"/>
                <a:ea typeface="Times New Roman"/>
                <a:cs typeface="Times New Roman"/>
              </a:rPr>
              <a:t>Mọi</a:t>
            </a:r>
            <a:r>
              <a:rPr sz="1500" dirty="0">
                <a:solidFill>
                  <a:srgbClr val="111111"/>
                </a:solidFill>
                <a:latin typeface="Times New Roman"/>
                <a:ea typeface="Times New Roman"/>
                <a:cs typeface="Times New Roman"/>
              </a:rPr>
              <a:t> clickstream </a:t>
            </a:r>
            <a:r>
              <a:rPr sz="1500" dirty="0" err="1">
                <a:solidFill>
                  <a:srgbClr val="111111"/>
                </a:solidFill>
                <a:latin typeface="Times New Roman"/>
                <a:ea typeface="Times New Roman"/>
                <a:cs typeface="Times New Roman"/>
              </a:rPr>
              <a:t>chứa</a:t>
            </a:r>
            <a:r>
              <a:rPr sz="1500" dirty="0">
                <a:solidFill>
                  <a:srgbClr val="111111"/>
                </a:solidFill>
                <a:latin typeface="Times New Roman"/>
                <a:ea typeface="Times New Roman"/>
                <a:cs typeface="Times New Roman"/>
              </a:rPr>
              <a:t> Z </a:t>
            </a:r>
            <a:r>
              <a:rPr sz="1500" dirty="0" err="1">
                <a:solidFill>
                  <a:srgbClr val="111111"/>
                </a:solidFill>
                <a:latin typeface="Times New Roman"/>
                <a:ea typeface="Times New Roman"/>
                <a:cs typeface="Times New Roman"/>
              </a:rPr>
              <a:t>bắt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buộc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phải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chứa</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cả</a:t>
            </a:r>
            <a:r>
              <a:rPr sz="1500" dirty="0">
                <a:solidFill>
                  <a:srgbClr val="111111"/>
                </a:solidFill>
                <a:latin typeface="Times New Roman"/>
                <a:ea typeface="Times New Roman"/>
                <a:cs typeface="Times New Roman"/>
              </a:rPr>
              <a:t> X </a:t>
            </a:r>
            <a:r>
              <a:rPr sz="1500" dirty="0" err="1">
                <a:solidFill>
                  <a:srgbClr val="111111"/>
                </a:solidFill>
                <a:latin typeface="Times New Roman"/>
                <a:ea typeface="Times New Roman"/>
                <a:cs typeface="Times New Roman"/>
              </a:rPr>
              <a:t>và</a:t>
            </a:r>
            <a:r>
              <a:rPr sz="1500" dirty="0">
                <a:solidFill>
                  <a:srgbClr val="111111"/>
                </a:solidFill>
                <a:latin typeface="Times New Roman"/>
                <a:ea typeface="Times New Roman"/>
                <a:cs typeface="Times New Roman"/>
              </a:rPr>
              <a:t> Y. </a:t>
            </a:r>
            <a:r>
              <a:rPr sz="1500" dirty="0" err="1">
                <a:solidFill>
                  <a:srgbClr val="111111"/>
                </a:solidFill>
                <a:latin typeface="Times New Roman"/>
                <a:ea typeface="Times New Roman"/>
                <a:cs typeface="Times New Roman"/>
              </a:rPr>
              <a:t>Vì</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vậy</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tập</a:t>
            </a:r>
            <a:r>
              <a:rPr sz="1500" dirty="0">
                <a:solidFill>
                  <a:srgbClr val="111111"/>
                </a:solidFill>
                <a:latin typeface="Times New Roman"/>
                <a:ea typeface="Times New Roman"/>
                <a:cs typeface="Times New Roman"/>
              </a:rPr>
              <a:t> user </a:t>
            </a:r>
            <a:r>
              <a:rPr sz="1500" dirty="0" err="1">
                <a:solidFill>
                  <a:srgbClr val="111111"/>
                </a:solidFill>
                <a:latin typeface="Times New Roman"/>
                <a:ea typeface="Times New Roman"/>
                <a:cs typeface="Times New Roman"/>
              </a:rPr>
              <a:t>chứa</a:t>
            </a:r>
            <a:r>
              <a:rPr sz="1500" dirty="0">
                <a:solidFill>
                  <a:srgbClr val="111111"/>
                </a:solidFill>
                <a:latin typeface="Times New Roman"/>
                <a:ea typeface="Times New Roman"/>
                <a:cs typeface="Times New Roman"/>
              </a:rPr>
              <a:t> Z </a:t>
            </a:r>
            <a:r>
              <a:rPr sz="1500" dirty="0" err="1">
                <a:solidFill>
                  <a:srgbClr val="111111"/>
                </a:solidFill>
                <a:latin typeface="Times New Roman"/>
                <a:ea typeface="Times New Roman"/>
                <a:cs typeface="Times New Roman"/>
              </a:rPr>
              <a:t>là</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tập</a:t>
            </a:r>
            <a:r>
              <a:rPr sz="1500" dirty="0">
                <a:solidFill>
                  <a:srgbClr val="111111"/>
                </a:solidFill>
                <a:latin typeface="Times New Roman"/>
                <a:ea typeface="Times New Roman"/>
                <a:cs typeface="Times New Roman"/>
              </a:rPr>
              <a:t> con </a:t>
            </a:r>
            <a:r>
              <a:rPr sz="1500" dirty="0" err="1">
                <a:solidFill>
                  <a:srgbClr val="111111"/>
                </a:solidFill>
                <a:latin typeface="Times New Roman"/>
                <a:ea typeface="Times New Roman"/>
                <a:cs typeface="Times New Roman"/>
              </a:rPr>
              <a:t>của</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giao</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hai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tập</a:t>
            </a:r>
            <a:r>
              <a:rPr sz="1500" dirty="0">
                <a:solidFill>
                  <a:srgbClr val="111111"/>
                </a:solidFill>
                <a:latin typeface="Times New Roman"/>
                <a:ea typeface="Times New Roman"/>
                <a:cs typeface="Times New Roman"/>
              </a:rPr>
              <a:t> user cha.</a:t>
            </a:r>
            <a:endParaRPr lang="vi-VN"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r>
              <a:rPr sz="1500" b="1" dirty="0" err="1">
                <a:solidFill>
                  <a:srgbClr val="111111"/>
                </a:solidFill>
                <a:latin typeface="Times New Roman"/>
                <a:ea typeface="Times New Roman"/>
                <a:cs typeface="Times New Roman"/>
              </a:rPr>
              <a:t>Luật</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cắt</a:t>
            </a:r>
            <a:r>
              <a:rPr sz="1500" b="1"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Nếu</a:t>
            </a:r>
            <a:r>
              <a:rPr sz="1500" dirty="0">
                <a:solidFill>
                  <a:srgbClr val="111111"/>
                </a:solidFill>
                <a:latin typeface="Times New Roman"/>
                <a:ea typeface="Times New Roman"/>
                <a:cs typeface="Times New Roman"/>
              </a:rPr>
              <a:t> |U(X) ∩ U(Y)| &lt; </a:t>
            </a:r>
            <a:r>
              <a:rPr sz="1500" dirty="0" err="1">
                <a:solidFill>
                  <a:srgbClr val="111111"/>
                </a:solidFill>
                <a:latin typeface="Times New Roman"/>
                <a:ea typeface="Times New Roman"/>
                <a:cs typeface="Times New Roman"/>
              </a:rPr>
              <a:t>minSup_abs</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thì</a:t>
            </a:r>
            <a:r>
              <a:rPr sz="1500" dirty="0">
                <a:solidFill>
                  <a:srgbClr val="111111"/>
                </a:solidFill>
                <a:latin typeface="Times New Roman"/>
                <a:ea typeface="Times New Roman"/>
                <a:cs typeface="Times New Roman"/>
              </a:rPr>
              <a:t> Z </a:t>
            </a:r>
            <a:r>
              <a:rPr sz="1500" dirty="0" err="1">
                <a:solidFill>
                  <a:srgbClr val="111111"/>
                </a:solidFill>
                <a:latin typeface="Times New Roman"/>
                <a:ea typeface="Times New Roman"/>
                <a:cs typeface="Times New Roman"/>
              </a:rPr>
              <a:t>chắc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chắn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không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phổ</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biến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không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cần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tạo</a:t>
            </a:r>
            <a:r>
              <a:rPr sz="1500" dirty="0">
                <a:solidFill>
                  <a:srgbClr val="111111"/>
                </a:solidFill>
                <a:latin typeface="Times New Roman"/>
                <a:ea typeface="Times New Roman"/>
                <a:cs typeface="Times New Roman"/>
              </a:rPr>
              <a:t> Pseudo-</a:t>
            </a:r>
            <a:r>
              <a:rPr sz="1500" dirty="0" err="1">
                <a:solidFill>
                  <a:srgbClr val="111111"/>
                </a:solidFill>
                <a:latin typeface="Times New Roman"/>
                <a:ea typeface="Times New Roman"/>
                <a:cs typeface="Times New Roman"/>
              </a:rPr>
              <a:t>IDList</a:t>
            </a:r>
            <a:r>
              <a:rPr sz="1500" dirty="0">
                <a:solidFill>
                  <a:srgbClr val="111111"/>
                </a:solidFill>
                <a:latin typeface="Times New Roman"/>
                <a:ea typeface="Times New Roman"/>
                <a:cs typeface="Times New Roman"/>
              </a:rPr>
              <a:t> hay </a:t>
            </a:r>
            <a:r>
              <a:rPr sz="1500" dirty="0" err="1">
                <a:solidFill>
                  <a:srgbClr val="111111"/>
                </a:solidFill>
                <a:latin typeface="Times New Roman"/>
                <a:ea typeface="Times New Roman"/>
                <a:cs typeface="Times New Roman"/>
              </a:rPr>
              <a:t>kiểm</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tra</a:t>
            </a:r>
            <a:r>
              <a:rPr sz="1500" dirty="0">
                <a:solidFill>
                  <a:srgbClr val="111111"/>
                </a:solidFill>
                <a:latin typeface="Times New Roman"/>
                <a:ea typeface="Times New Roman"/>
                <a:cs typeface="Times New Roman"/>
              </a:rPr>
              <a:t> position list.</a:t>
            </a:r>
            <a:endParaRPr lang="vi-VN"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r>
              <a:rPr sz="1500" b="1" dirty="0" err="1">
                <a:solidFill>
                  <a:srgbClr val="111111"/>
                </a:solidFill>
                <a:latin typeface="Times New Roman"/>
                <a:ea typeface="Times New Roman"/>
                <a:cs typeface="Times New Roman"/>
              </a:rPr>
              <a:t>Tại</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sao</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gọi</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là</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động</a:t>
            </a:r>
            <a:r>
              <a:rPr sz="1500" b="1" dirty="0">
                <a:solidFill>
                  <a:srgbClr val="111111"/>
                </a:solidFill>
                <a:latin typeface="Times New Roman"/>
                <a:ea typeface="Times New Roman"/>
                <a:cs typeface="Times New Roman"/>
              </a:rPr>
              <a:t>: </a:t>
            </a:r>
            <a:r>
              <a:rPr sz="1500" dirty="0">
                <a:solidFill>
                  <a:srgbClr val="111111"/>
                </a:solidFill>
                <a:latin typeface="Times New Roman"/>
                <a:ea typeface="Times New Roman"/>
                <a:cs typeface="Times New Roman"/>
              </a:rPr>
              <a:t>Bitmap/</a:t>
            </a:r>
            <a:r>
              <a:rPr sz="1500" dirty="0" err="1">
                <a:solidFill>
                  <a:srgbClr val="111111"/>
                </a:solidFill>
                <a:latin typeface="Times New Roman"/>
                <a:ea typeface="Times New Roman"/>
                <a:cs typeface="Times New Roman"/>
              </a:rPr>
              <a:t>tập</a:t>
            </a:r>
            <a:r>
              <a:rPr sz="1500" dirty="0">
                <a:solidFill>
                  <a:srgbClr val="111111"/>
                </a:solidFill>
                <a:latin typeface="Times New Roman"/>
                <a:ea typeface="Times New Roman"/>
                <a:cs typeface="Times New Roman"/>
              </a:rPr>
              <a:t> UCID </a:t>
            </a:r>
            <a:r>
              <a:rPr sz="1500" dirty="0" err="1">
                <a:solidFill>
                  <a:srgbClr val="111111"/>
                </a:solidFill>
                <a:latin typeface="Times New Roman"/>
                <a:ea typeface="Times New Roman"/>
                <a:cs typeface="Times New Roman"/>
              </a:rPr>
              <a:t>được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cập</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nhật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theo</a:t>
            </a:r>
            <a:r>
              <a:rPr sz="1500" dirty="0">
                <a:solidFill>
                  <a:srgbClr val="111111"/>
                </a:solidFill>
                <a:latin typeface="Times New Roman"/>
                <a:ea typeface="Times New Roman"/>
                <a:cs typeface="Times New Roman"/>
              </a:rPr>
              <a:t> Pseudo-</a:t>
            </a:r>
            <a:r>
              <a:rPr sz="1500" dirty="0" err="1">
                <a:solidFill>
                  <a:srgbClr val="111111"/>
                </a:solidFill>
                <a:latin typeface="Times New Roman"/>
                <a:ea typeface="Times New Roman"/>
                <a:cs typeface="Times New Roman"/>
              </a:rPr>
              <a:t>IDList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hiện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tại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nên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cận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trên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có</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thể</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thu</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hẹp</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khi</a:t>
            </a:r>
            <a:r>
              <a:rPr sz="1500" dirty="0">
                <a:solidFill>
                  <a:srgbClr val="111111"/>
                </a:solidFill>
                <a:latin typeface="Times New Roman"/>
                <a:ea typeface="Times New Roman"/>
                <a:cs typeface="Times New Roman"/>
              </a:rPr>
              <a:t> pattern </a:t>
            </a:r>
            <a:r>
              <a:rPr sz="1500" dirty="0" err="1">
                <a:solidFill>
                  <a:srgbClr val="111111"/>
                </a:solidFill>
                <a:latin typeface="Times New Roman"/>
                <a:ea typeface="Times New Roman"/>
                <a:cs typeface="Times New Roman"/>
              </a:rPr>
              <a:t>dài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dần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thay</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vì</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dùng</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một</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cận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tĩnh</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từ</a:t>
            </a:r>
            <a:r>
              <a:rPr sz="1500" dirty="0">
                <a:solidFill>
                  <a:srgbClr val="111111"/>
                </a:solidFill>
                <a:latin typeface="Times New Roman"/>
                <a:ea typeface="Times New Roman"/>
                <a:cs typeface="Times New Roman"/>
              </a:rPr>
              <a:t> F1.</a:t>
            </a:r>
            <a:endParaRPr lang="vi-VN"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r>
              <a:rPr sz="1500" b="1" dirty="0">
                <a:solidFill>
                  <a:srgbClr val="111111"/>
                </a:solidFill>
                <a:latin typeface="Times New Roman"/>
                <a:ea typeface="Times New Roman"/>
                <a:cs typeface="Times New Roman"/>
              </a:rPr>
              <a:t>Chi </a:t>
            </a:r>
            <a:r>
              <a:rPr sz="1500" b="1" dirty="0" err="1">
                <a:solidFill>
                  <a:srgbClr val="111111"/>
                </a:solidFill>
                <a:latin typeface="Times New Roman"/>
                <a:ea typeface="Times New Roman"/>
                <a:cs typeface="Times New Roman"/>
              </a:rPr>
              <a:t>phí</a:t>
            </a:r>
            <a:r>
              <a:rPr sz="1500" b="1" dirty="0">
                <a:solidFill>
                  <a:srgbClr val="111111"/>
                </a:solidFill>
                <a:latin typeface="Times New Roman"/>
                <a:ea typeface="Times New Roman"/>
                <a:cs typeface="Times New Roman"/>
              </a:rPr>
              <a:t>: </a:t>
            </a:r>
            <a:r>
              <a:rPr sz="1500" dirty="0">
                <a:solidFill>
                  <a:srgbClr val="111111"/>
                </a:solidFill>
                <a:latin typeface="Times New Roman"/>
                <a:ea typeface="Times New Roman"/>
                <a:cs typeface="Times New Roman"/>
              </a:rPr>
              <a:t>DUB </a:t>
            </a:r>
            <a:r>
              <a:rPr sz="1500" dirty="0" err="1">
                <a:solidFill>
                  <a:srgbClr val="111111"/>
                </a:solidFill>
                <a:latin typeface="Times New Roman"/>
                <a:ea typeface="Times New Roman"/>
                <a:cs typeface="Times New Roman"/>
              </a:rPr>
              <a:t>thêm</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phép</a:t>
            </a:r>
            <a:r>
              <a:rPr sz="1500" dirty="0">
                <a:solidFill>
                  <a:srgbClr val="111111"/>
                </a:solidFill>
                <a:latin typeface="Times New Roman"/>
                <a:ea typeface="Times New Roman"/>
                <a:cs typeface="Times New Roman"/>
              </a:rPr>
              <a:t> AND bitmap </a:t>
            </a:r>
            <a:r>
              <a:rPr sz="1500" dirty="0" err="1">
                <a:solidFill>
                  <a:srgbClr val="111111"/>
                </a:solidFill>
                <a:latin typeface="Times New Roman"/>
                <a:ea typeface="Times New Roman"/>
                <a:cs typeface="Times New Roman"/>
              </a:rPr>
              <a:t>hoặc</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phép</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giao</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tập</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Nó</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chỉ</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có</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lợi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khi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số</a:t>
            </a:r>
            <a:r>
              <a:rPr sz="1500" dirty="0">
                <a:solidFill>
                  <a:srgbClr val="111111"/>
                </a:solidFill>
                <a:latin typeface="Times New Roman"/>
                <a:ea typeface="Times New Roman"/>
                <a:cs typeface="Times New Roman"/>
              </a:rPr>
              <a:t> candidate </a:t>
            </a:r>
            <a:r>
              <a:rPr sz="1500" dirty="0" err="1">
                <a:solidFill>
                  <a:srgbClr val="111111"/>
                </a:solidFill>
                <a:latin typeface="Times New Roman"/>
                <a:ea typeface="Times New Roman"/>
                <a:cs typeface="Times New Roman"/>
              </a:rPr>
              <a:t>bị</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loại</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đủ</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lớn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để</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bù</a:t>
            </a:r>
            <a:r>
              <a:rPr sz="1500" dirty="0">
                <a:solidFill>
                  <a:srgbClr val="111111"/>
                </a:solidFill>
                <a:latin typeface="Times New Roman"/>
                <a:ea typeface="Times New Roman"/>
                <a:cs typeface="Times New Roman"/>
              </a:rPr>
              <a:t> chi </a:t>
            </a:r>
            <a:r>
              <a:rPr sz="1500" dirty="0" err="1">
                <a:solidFill>
                  <a:srgbClr val="111111"/>
                </a:solidFill>
                <a:latin typeface="Times New Roman"/>
                <a:ea typeface="Times New Roman"/>
                <a:cs typeface="Times New Roman"/>
              </a:rPr>
              <a:t>phí</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giao</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và</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quản</a:t>
            </a:r>
            <a:r>
              <a:rPr sz="1500" dirty="0">
                <a:solidFill>
                  <a:srgbClr val="111111"/>
                </a:solidFill>
                <a:latin typeface="Times New Roman"/>
                <a:ea typeface="Times New Roman"/>
                <a:cs typeface="Times New Roman"/>
              </a:rPr>
              <a:t> </a:t>
            </a:r>
            <a:r>
              <a:rPr sz="1500" dirty="0" err="1">
                <a:solidFill>
                  <a:srgbClr val="111111"/>
                </a:solidFill>
                <a:latin typeface="Times New Roman"/>
                <a:ea typeface="Times New Roman"/>
                <a:cs typeface="Times New Roman"/>
              </a:rPr>
              <a:t>lý</a:t>
            </a:r>
            <a:r>
              <a:rPr sz="1500" dirty="0">
                <a:solidFill>
                  <a:srgbClr val="111111"/>
                </a:solidFill>
                <a:latin typeface="Times New Roman"/>
                <a:ea typeface="Times New Roman"/>
                <a:cs typeface="Times New Roman"/>
              </a:rPr>
              <a:t> bitmap.</a:t>
            </a:r>
            <a:endParaRPr lang="vi-VN" sz="1500" dirty="0">
              <a:solidFill>
                <a:srgbClr val="111111"/>
              </a:solidFill>
              <a:latin typeface="Times New Roman"/>
              <a:ea typeface="Times New Roman"/>
              <a:cs typeface="Times New Roman"/>
            </a:endParaRPr>
          </a:p>
          <a:p>
            <a:pPr marL="22" indent="-12">
              <a:lnSpc>
                <a:spcPct val="102000"/>
              </a:lnSpc>
              <a:spcAft>
                <a:spcPts val="5"/>
              </a:spcAft>
              <a:buNone/>
              <a:defRPr sz="1500">
                <a:solidFill>
                  <a:srgbClr val="111111"/>
                </a:solidFill>
                <a:latin typeface="Times New Roman"/>
                <a:ea typeface="Times New Roman"/>
                <a:cs typeface="Times New Roman"/>
              </a:defRPr>
            </a:pPr>
            <a:endParaRPr sz="1500" dirty="0">
              <a:solidFill>
                <a:srgbClr val="111111"/>
              </a:solidFill>
              <a:latin typeface="Times New Roman"/>
              <a:ea typeface="Times New Roman"/>
              <a:cs typeface="Times New Roman"/>
            </a:endParaRPr>
          </a:p>
          <a:p>
            <a:pPr>
              <a:lnSpc>
                <a:spcPct val="102000"/>
              </a:lnSpc>
              <a:spcAft>
                <a:spcPts val="5"/>
              </a:spcAft>
              <a:buNone/>
              <a:defRPr sz="1500">
                <a:solidFill>
                  <a:srgbClr val="111111"/>
                </a:solidFill>
                <a:latin typeface="Times New Roman"/>
                <a:ea typeface="Times New Roman"/>
                <a:cs typeface="Times New Roman"/>
              </a:defRPr>
            </a:pPr>
            <a:r>
              <a:rPr sz="1500" b="1" dirty="0">
                <a:solidFill>
                  <a:srgbClr val="111111"/>
                </a:solidFill>
                <a:latin typeface="Times New Roman"/>
                <a:ea typeface="Times New Roman"/>
                <a:cs typeface="Times New Roman"/>
              </a:rPr>
              <a:t>DUB </a:t>
            </a:r>
            <a:r>
              <a:rPr sz="1500" b="1" dirty="0" err="1">
                <a:solidFill>
                  <a:srgbClr val="111111"/>
                </a:solidFill>
                <a:latin typeface="Times New Roman"/>
                <a:ea typeface="Times New Roman"/>
                <a:cs typeface="Times New Roman"/>
              </a:rPr>
              <a:t>là</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cận</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trên</a:t>
            </a:r>
            <a:r>
              <a:rPr sz="1500" b="1" dirty="0">
                <a:solidFill>
                  <a:srgbClr val="111111"/>
                </a:solidFill>
                <a:latin typeface="Times New Roman"/>
                <a:ea typeface="Times New Roman"/>
                <a:cs typeface="Times New Roman"/>
              </a:rPr>
              <a:t> an </a:t>
            </a:r>
            <a:r>
              <a:rPr sz="1500" b="1" dirty="0" err="1">
                <a:solidFill>
                  <a:srgbClr val="111111"/>
                </a:solidFill>
                <a:latin typeface="Times New Roman"/>
                <a:ea typeface="Times New Roman"/>
                <a:cs typeface="Times New Roman"/>
              </a:rPr>
              <a:t>toàn</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trong</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mô</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hình</a:t>
            </a:r>
            <a:r>
              <a:rPr sz="1500" b="1" dirty="0">
                <a:solidFill>
                  <a:srgbClr val="111111"/>
                </a:solidFill>
                <a:latin typeface="Times New Roman"/>
                <a:ea typeface="Times New Roman"/>
                <a:cs typeface="Times New Roman"/>
              </a:rPr>
              <a:t> clickstream </a:t>
            </a:r>
            <a:r>
              <a:rPr sz="1500" b="1" dirty="0" err="1">
                <a:solidFill>
                  <a:srgbClr val="111111"/>
                </a:solidFill>
                <a:latin typeface="Times New Roman"/>
                <a:ea typeface="Times New Roman"/>
                <a:cs typeface="Times New Roman"/>
              </a:rPr>
              <a:t>của</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bài</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báo</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tính</a:t>
            </a:r>
            <a:r>
              <a:rPr sz="1500" b="1" dirty="0">
                <a:solidFill>
                  <a:srgbClr val="111111"/>
                </a:solidFill>
                <a:latin typeface="Times New Roman"/>
                <a:ea typeface="Times New Roman"/>
                <a:cs typeface="Times New Roman"/>
              </a:rPr>
              <a:t> an </a:t>
            </a:r>
            <a:r>
              <a:rPr sz="1500" b="1" dirty="0" err="1">
                <a:solidFill>
                  <a:srgbClr val="111111"/>
                </a:solidFill>
                <a:latin typeface="Times New Roman"/>
                <a:ea typeface="Times New Roman"/>
                <a:cs typeface="Times New Roman"/>
              </a:rPr>
              <a:t>toàn</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phải</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được</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chứng</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minh</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lại</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nếu</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thay</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đổi</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cấu</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trúc</a:t>
            </a:r>
            <a:r>
              <a:rPr sz="1500" b="1" dirty="0">
                <a:solidFill>
                  <a:srgbClr val="111111"/>
                </a:solidFill>
                <a:latin typeface="Times New Roman"/>
                <a:ea typeface="Times New Roman"/>
                <a:cs typeface="Times New Roman"/>
              </a:rPr>
              <a:t> pattern </a:t>
            </a:r>
            <a:r>
              <a:rPr sz="1500" b="1" dirty="0" err="1">
                <a:solidFill>
                  <a:srgbClr val="111111"/>
                </a:solidFill>
                <a:latin typeface="Times New Roman"/>
                <a:ea typeface="Times New Roman"/>
                <a:cs typeface="Times New Roman"/>
              </a:rPr>
              <a:t>hoặc</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phép</a:t>
            </a:r>
            <a:r>
              <a:rPr sz="1500" b="1" dirty="0">
                <a:solidFill>
                  <a:srgbClr val="111111"/>
                </a:solidFill>
                <a:latin typeface="Times New Roman"/>
                <a:ea typeface="Times New Roman"/>
                <a:cs typeface="Times New Roman"/>
              </a:rPr>
              <a:t> </a:t>
            </a:r>
            <a:r>
              <a:rPr sz="1500" b="1" dirty="0" err="1">
                <a:solidFill>
                  <a:srgbClr val="111111"/>
                </a:solidFill>
                <a:latin typeface="Times New Roman"/>
                <a:ea typeface="Times New Roman"/>
                <a:cs typeface="Times New Roman"/>
              </a:rPr>
              <a:t>nối</a:t>
            </a:r>
            <a:r>
              <a:rPr sz="1500" b="1" dirty="0">
                <a:solidFill>
                  <a:srgbClr val="111111"/>
                </a:solidFill>
                <a:latin typeface="Times New Roman"/>
                <a:ea typeface="Times New Roman"/>
                <a:cs typeface="Times New Roman"/>
              </a:rPr>
              <a:t>.</a:t>
            </a:r>
          </a:p>
        </p:txBody>
      </p:sp>
      <p:grpSp>
        <p:nvGrpSpPr>
          <p:cNvPr id="2" name="Group 3">
            <a:extLst>
              <a:ext uri="{FF2B5EF4-FFF2-40B4-BE49-F238E27FC236}">
                <a16:creationId xmlns:a16="http://schemas.microsoft.com/office/drawing/2014/main" id="{107395A2-CBA0-8AD7-F534-E82E3896212C}"/>
              </a:ext>
            </a:extLst>
          </p:cNvPr>
          <p:cNvGrpSpPr/>
          <p:nvPr/>
        </p:nvGrpSpPr>
        <p:grpSpPr>
          <a:xfrm>
            <a:off x="0" y="-19526"/>
            <a:ext cx="9144000" cy="535020"/>
            <a:chOff x="0" y="0"/>
            <a:chExt cx="24384000" cy="1426718"/>
          </a:xfrm>
        </p:grpSpPr>
        <p:sp>
          <p:nvSpPr>
            <p:cNvPr id="3" name="Freeform 4">
              <a:extLst>
                <a:ext uri="{FF2B5EF4-FFF2-40B4-BE49-F238E27FC236}">
                  <a16:creationId xmlns:a16="http://schemas.microsoft.com/office/drawing/2014/main" id="{1E3EA837-1EA1-FF06-73B5-FB47F673AA30}"/>
                </a:ext>
              </a:extLst>
            </p:cNvPr>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E95856"/>
            </a:solidFill>
            <a:ln w="12700">
              <a:solidFill>
                <a:srgbClr val="000000"/>
              </a:solidFill>
            </a:ln>
          </p:spPr>
        </p:sp>
      </p:grpSp>
      <p:grpSp>
        <p:nvGrpSpPr>
          <p:cNvPr id="6" name="Group 7">
            <a:extLst>
              <a:ext uri="{FF2B5EF4-FFF2-40B4-BE49-F238E27FC236}">
                <a16:creationId xmlns:a16="http://schemas.microsoft.com/office/drawing/2014/main" id="{F23593F8-F02F-625B-6D33-27D7C23C69A2}"/>
              </a:ext>
            </a:extLst>
          </p:cNvPr>
          <p:cNvGrpSpPr/>
          <p:nvPr/>
        </p:nvGrpSpPr>
        <p:grpSpPr>
          <a:xfrm>
            <a:off x="514350" y="4969883"/>
            <a:ext cx="7833601" cy="76945"/>
            <a:chOff x="0" y="0"/>
            <a:chExt cx="20889601" cy="205185"/>
          </a:xfrm>
        </p:grpSpPr>
        <p:sp>
          <p:nvSpPr>
            <p:cNvPr id="7" name="Freeform 8">
              <a:extLst>
                <a:ext uri="{FF2B5EF4-FFF2-40B4-BE49-F238E27FC236}">
                  <a16:creationId xmlns:a16="http://schemas.microsoft.com/office/drawing/2014/main" id="{20F59EAC-7D14-7C00-1ECE-E6E2B7F9C642}"/>
                </a:ext>
              </a:extLst>
            </p:cNvPr>
            <p:cNvSpPr/>
            <p:nvPr/>
          </p:nvSpPr>
          <p:spPr>
            <a:xfrm>
              <a:off x="0" y="0"/>
              <a:ext cx="20889595" cy="205232"/>
            </a:xfrm>
            <a:custGeom>
              <a:avLst/>
              <a:gdLst/>
              <a:ahLst/>
              <a:cxnLst/>
              <a:rect l="l" t="t" r="r" b="b"/>
              <a:pathLst>
                <a:path w="20889595" h="205232">
                  <a:moveTo>
                    <a:pt x="0" y="0"/>
                  </a:moveTo>
                  <a:lnTo>
                    <a:pt x="20889595" y="0"/>
                  </a:lnTo>
                  <a:lnTo>
                    <a:pt x="20889595" y="205232"/>
                  </a:lnTo>
                  <a:lnTo>
                    <a:pt x="0" y="205232"/>
                  </a:lnTo>
                  <a:lnTo>
                    <a:pt x="0" y="0"/>
                  </a:lnTo>
                  <a:close/>
                </a:path>
              </a:pathLst>
            </a:custGeom>
            <a:blipFill>
              <a:blip r:embed="rId3"/>
              <a:stretch>
                <a:fillRect t="-17868" b="-17845"/>
              </a:stretch>
            </a:blipFill>
          </p:spPr>
        </p:sp>
      </p:grpSp>
      <p:grpSp>
        <p:nvGrpSpPr>
          <p:cNvPr id="8" name="Group 9">
            <a:extLst>
              <a:ext uri="{FF2B5EF4-FFF2-40B4-BE49-F238E27FC236}">
                <a16:creationId xmlns:a16="http://schemas.microsoft.com/office/drawing/2014/main" id="{1B878B4D-0752-2795-E243-D405249905A7}"/>
              </a:ext>
            </a:extLst>
          </p:cNvPr>
          <p:cNvGrpSpPr/>
          <p:nvPr/>
        </p:nvGrpSpPr>
        <p:grpSpPr>
          <a:xfrm>
            <a:off x="238964" y="1668"/>
            <a:ext cx="2467785" cy="513826"/>
            <a:chOff x="0" y="0"/>
            <a:chExt cx="6580759" cy="1370203"/>
          </a:xfrm>
        </p:grpSpPr>
        <p:sp>
          <p:nvSpPr>
            <p:cNvPr id="9" name="Freeform 10" descr="A black background with white text  Description automatically generated">
              <a:extLst>
                <a:ext uri="{FF2B5EF4-FFF2-40B4-BE49-F238E27FC236}">
                  <a16:creationId xmlns:a16="http://schemas.microsoft.com/office/drawing/2014/main" id="{259AA7F9-D03C-9FCB-FE5E-0426852226C8}"/>
                </a:ext>
              </a:extLst>
            </p:cNvPr>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4"/>
              <a:stretch>
                <a:fillRect l="-194" r="-194"/>
              </a:stretch>
            </a:blipFill>
          </p:spPr>
        </p:sp>
      </p:grpSp>
    </p:spTree>
    <p:extLst>
      <p:ext uri="{BB962C8B-B14F-4D97-AF65-F5344CB8AC3E}">
        <p14:creationId xmlns:p14="http://schemas.microsoft.com/office/powerpoint/2010/main" val="9788608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4AF9A-E7DC-C46E-2C48-4376131BBA9E}"/>
            </a:ext>
          </a:extLst>
        </p:cNvPr>
        <p:cNvGrpSpPr/>
        <p:nvPr/>
      </p:nvGrpSpPr>
      <p:grpSpPr>
        <a:xfrm>
          <a:off x="0" y="0"/>
          <a:ext cx="0" cy="0"/>
          <a:chOff x="0" y="0"/>
          <a:chExt cx="0" cy="0"/>
        </a:xfrm>
      </p:grpSpPr>
      <p:grpSp>
        <p:nvGrpSpPr>
          <p:cNvPr id="4" name="Group 5">
            <a:extLst>
              <a:ext uri="{FF2B5EF4-FFF2-40B4-BE49-F238E27FC236}">
                <a16:creationId xmlns:a16="http://schemas.microsoft.com/office/drawing/2014/main" id="{F4162B3E-311E-0DCA-E43A-CDC418738730}"/>
              </a:ext>
            </a:extLst>
          </p:cNvPr>
          <p:cNvGrpSpPr/>
          <p:nvPr/>
        </p:nvGrpSpPr>
        <p:grpSpPr>
          <a:xfrm>
            <a:off x="-160282" y="4969883"/>
            <a:ext cx="9304283" cy="284619"/>
            <a:chOff x="0" y="0"/>
            <a:chExt cx="24811420" cy="758984"/>
          </a:xfrm>
        </p:grpSpPr>
        <p:sp>
          <p:nvSpPr>
            <p:cNvPr id="5" name="Freeform 6">
              <a:extLst>
                <a:ext uri="{FF2B5EF4-FFF2-40B4-BE49-F238E27FC236}">
                  <a16:creationId xmlns:a16="http://schemas.microsoft.com/office/drawing/2014/main" id="{6DFF0299-433F-4971-0AE5-B01BD18E5471}"/>
                </a:ext>
              </a:extLst>
            </p:cNvPr>
            <p:cNvSpPr/>
            <p:nvPr/>
          </p:nvSpPr>
          <p:spPr>
            <a:xfrm>
              <a:off x="0" y="0"/>
              <a:ext cx="24811482" cy="758952"/>
            </a:xfrm>
            <a:custGeom>
              <a:avLst/>
              <a:gdLst/>
              <a:ahLst/>
              <a:cxnLst/>
              <a:rect l="l" t="t" r="r" b="b"/>
              <a:pathLst>
                <a:path w="24811482" h="758952">
                  <a:moveTo>
                    <a:pt x="285242" y="0"/>
                  </a:moveTo>
                  <a:lnTo>
                    <a:pt x="24811482" y="0"/>
                  </a:lnTo>
                  <a:lnTo>
                    <a:pt x="24811482" y="740410"/>
                  </a:lnTo>
                  <a:lnTo>
                    <a:pt x="0" y="758952"/>
                  </a:lnTo>
                  <a:lnTo>
                    <a:pt x="285242" y="0"/>
                  </a:lnTo>
                  <a:close/>
                </a:path>
              </a:pathLst>
            </a:custGeom>
            <a:solidFill>
              <a:srgbClr val="E95856"/>
            </a:solidFill>
            <a:ln w="12700">
              <a:solidFill>
                <a:srgbClr val="000000"/>
              </a:solidFill>
            </a:ln>
          </p:spPr>
        </p:sp>
      </p:grpSp>
      <p:sp>
        <p:nvSpPr>
          <p:cNvPr id="16" name="Slide Number Placeholder 14">
            <a:extLst>
              <a:ext uri="{FF2B5EF4-FFF2-40B4-BE49-F238E27FC236}">
                <a16:creationId xmlns:a16="http://schemas.microsoft.com/office/drawing/2014/main" id="{A97A9736-E018-1D22-0898-B71491034611}"/>
              </a:ext>
            </a:extLst>
          </p:cNvPr>
          <p:cNvSpPr>
            <a:spLocks noGrp="1"/>
          </p:cNvSpPr>
          <p:nvPr/>
        </p:nvSpPr>
        <p:spPr>
          <a:xfrm>
            <a:off x="8347710" y="4970145"/>
            <a:ext cx="795655" cy="259715"/>
          </a:xfrm>
        </p:spPr>
        <p:txBody>
          <a:bodyPr/>
          <a:lst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a:lstStyle>
          <a:p>
            <a:pPr algn="ctr">
              <a:buNone/>
            </a:pPr>
            <a:fld id="{A4E99CEF-AF55-BA3C-ADF8-4E52E186DD8F}" type="slidenum">
              <a:rPr>
                <a:latin typeface="Times New Roman"/>
                <a:ea typeface="Times New Roman"/>
                <a:cs typeface="Times New Roman"/>
              </a:rPr>
              <a:t>23</a:t>
            </a:fld>
            <a:endParaRPr>
              <a:latin typeface="Times New Roman"/>
              <a:ea typeface="Times New Roman"/>
              <a:cs typeface="Times New Roman"/>
            </a:endParaRPr>
          </a:p>
        </p:txBody>
      </p:sp>
      <p:grpSp>
        <p:nvGrpSpPr>
          <p:cNvPr id="2" name="Group 3">
            <a:extLst>
              <a:ext uri="{FF2B5EF4-FFF2-40B4-BE49-F238E27FC236}">
                <a16:creationId xmlns:a16="http://schemas.microsoft.com/office/drawing/2014/main" id="{CE96E19B-30ED-81B0-5C23-FC757FF56904}"/>
              </a:ext>
            </a:extLst>
          </p:cNvPr>
          <p:cNvGrpSpPr/>
          <p:nvPr/>
        </p:nvGrpSpPr>
        <p:grpSpPr>
          <a:xfrm>
            <a:off x="0" y="-19526"/>
            <a:ext cx="9144000" cy="535020"/>
            <a:chOff x="0" y="0"/>
            <a:chExt cx="24384000" cy="1426718"/>
          </a:xfrm>
        </p:grpSpPr>
        <p:sp>
          <p:nvSpPr>
            <p:cNvPr id="3" name="Freeform 4">
              <a:extLst>
                <a:ext uri="{FF2B5EF4-FFF2-40B4-BE49-F238E27FC236}">
                  <a16:creationId xmlns:a16="http://schemas.microsoft.com/office/drawing/2014/main" id="{1AD79133-F37D-B16D-4766-B37443D07837}"/>
                </a:ext>
              </a:extLst>
            </p:cNvPr>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E95856"/>
            </a:solidFill>
            <a:ln w="12700">
              <a:solidFill>
                <a:srgbClr val="000000"/>
              </a:solidFill>
            </a:ln>
          </p:spPr>
        </p:sp>
      </p:grpSp>
      <p:grpSp>
        <p:nvGrpSpPr>
          <p:cNvPr id="6" name="Group 7">
            <a:extLst>
              <a:ext uri="{FF2B5EF4-FFF2-40B4-BE49-F238E27FC236}">
                <a16:creationId xmlns:a16="http://schemas.microsoft.com/office/drawing/2014/main" id="{3AC483CF-C578-CD62-F269-EDE7513BE18F}"/>
              </a:ext>
            </a:extLst>
          </p:cNvPr>
          <p:cNvGrpSpPr/>
          <p:nvPr/>
        </p:nvGrpSpPr>
        <p:grpSpPr>
          <a:xfrm>
            <a:off x="514350" y="4969883"/>
            <a:ext cx="7833601" cy="76945"/>
            <a:chOff x="0" y="0"/>
            <a:chExt cx="20889601" cy="205185"/>
          </a:xfrm>
        </p:grpSpPr>
        <p:sp>
          <p:nvSpPr>
            <p:cNvPr id="7" name="Freeform 8">
              <a:extLst>
                <a:ext uri="{FF2B5EF4-FFF2-40B4-BE49-F238E27FC236}">
                  <a16:creationId xmlns:a16="http://schemas.microsoft.com/office/drawing/2014/main" id="{1A41FCCF-E2DE-0E55-E3D7-A168C4D3C093}"/>
                </a:ext>
              </a:extLst>
            </p:cNvPr>
            <p:cNvSpPr/>
            <p:nvPr/>
          </p:nvSpPr>
          <p:spPr>
            <a:xfrm>
              <a:off x="0" y="0"/>
              <a:ext cx="20889595" cy="205232"/>
            </a:xfrm>
            <a:custGeom>
              <a:avLst/>
              <a:gdLst/>
              <a:ahLst/>
              <a:cxnLst/>
              <a:rect l="l" t="t" r="r" b="b"/>
              <a:pathLst>
                <a:path w="20889595" h="205232">
                  <a:moveTo>
                    <a:pt x="0" y="0"/>
                  </a:moveTo>
                  <a:lnTo>
                    <a:pt x="20889595" y="0"/>
                  </a:lnTo>
                  <a:lnTo>
                    <a:pt x="20889595" y="205232"/>
                  </a:lnTo>
                  <a:lnTo>
                    <a:pt x="0" y="205232"/>
                  </a:lnTo>
                  <a:lnTo>
                    <a:pt x="0" y="0"/>
                  </a:lnTo>
                  <a:close/>
                </a:path>
              </a:pathLst>
            </a:custGeom>
            <a:blipFill>
              <a:blip r:embed="rId3"/>
              <a:stretch>
                <a:fillRect t="-17868" b="-17845"/>
              </a:stretch>
            </a:blipFill>
          </p:spPr>
        </p:sp>
      </p:grpSp>
      <p:grpSp>
        <p:nvGrpSpPr>
          <p:cNvPr id="8" name="Group 9">
            <a:extLst>
              <a:ext uri="{FF2B5EF4-FFF2-40B4-BE49-F238E27FC236}">
                <a16:creationId xmlns:a16="http://schemas.microsoft.com/office/drawing/2014/main" id="{4B0C1975-579C-ADD9-3D50-03D15E16268A}"/>
              </a:ext>
            </a:extLst>
          </p:cNvPr>
          <p:cNvGrpSpPr/>
          <p:nvPr/>
        </p:nvGrpSpPr>
        <p:grpSpPr>
          <a:xfrm>
            <a:off x="238964" y="1668"/>
            <a:ext cx="2467785" cy="513826"/>
            <a:chOff x="0" y="0"/>
            <a:chExt cx="6580759" cy="1370203"/>
          </a:xfrm>
        </p:grpSpPr>
        <p:sp>
          <p:nvSpPr>
            <p:cNvPr id="9" name="Freeform 10" descr="A black background with white text  Description automatically generated">
              <a:extLst>
                <a:ext uri="{FF2B5EF4-FFF2-40B4-BE49-F238E27FC236}">
                  <a16:creationId xmlns:a16="http://schemas.microsoft.com/office/drawing/2014/main" id="{978566C9-3F93-E52A-4551-3629E492A775}"/>
                </a:ext>
              </a:extLst>
            </p:cNvPr>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4"/>
              <a:stretch>
                <a:fillRect l="-194" r="-194"/>
              </a:stretch>
            </a:blipFill>
          </p:spPr>
        </p:sp>
      </p:grpSp>
      <p:sp>
        <p:nvSpPr>
          <p:cNvPr id="11" name="Hình chữ nhật 10">
            <a:extLst>
              <a:ext uri="{FF2B5EF4-FFF2-40B4-BE49-F238E27FC236}">
                <a16:creationId xmlns:a16="http://schemas.microsoft.com/office/drawing/2014/main" id="{0B1FB106-44AC-0671-06F0-832E8943D736}"/>
              </a:ext>
            </a:extLst>
          </p:cNvPr>
          <p:cNvSpPr>
            <a:spLocks noGrp="1"/>
          </p:cNvSpPr>
          <p:nvPr/>
        </p:nvSpPr>
        <p:spPr>
          <a:xfrm>
            <a:off x="381000" y="587240"/>
            <a:ext cx="8334375" cy="285750"/>
          </a:xfrm>
          <a:prstGeom prst="rect">
            <a:avLst/>
          </a:prstGeom>
          <a:noFill/>
          <a:ln w="0">
            <a:noFill/>
            <a:prstDash val="solid"/>
          </a:ln>
        </p:spPr>
        <p:txBody>
          <a:bodyPr lIns="9525" tIns="9525" rIns="19050" bIns="9525" anchor="t">
            <a:noAutofit/>
          </a:bodyPr>
          <a:lstStyle/>
          <a:p>
            <a:pPr>
              <a:lnSpc>
                <a:spcPct val="102000"/>
              </a:lnSpc>
              <a:buNone/>
              <a:defRPr sz="1875" b="1" i="0">
                <a:solidFill>
                  <a:srgbClr val="111111"/>
                </a:solidFill>
                <a:latin typeface="Times New Roman"/>
                <a:ea typeface="Times New Roman"/>
                <a:cs typeface="Times New Roman"/>
              </a:defRPr>
            </a:pPr>
            <a:r>
              <a:rPr lang="vi-VN" sz="2400" b="1" i="0" dirty="0">
                <a:solidFill>
                  <a:srgbClr val="111111"/>
                </a:solidFill>
                <a:latin typeface="Times New Roman"/>
                <a:ea typeface="Times New Roman"/>
                <a:cs typeface="Times New Roman"/>
              </a:rPr>
              <a:t>3. PSEUDO-IDLIST</a:t>
            </a:r>
          </a:p>
        </p:txBody>
      </p:sp>
      <p:sp>
        <p:nvSpPr>
          <p:cNvPr id="12" name="Hình chữ nhật 11">
            <a:extLst>
              <a:ext uri="{FF2B5EF4-FFF2-40B4-BE49-F238E27FC236}">
                <a16:creationId xmlns:a16="http://schemas.microsoft.com/office/drawing/2014/main" id="{CB497988-0C2F-9C24-B656-0E546F322035}"/>
              </a:ext>
            </a:extLst>
          </p:cNvPr>
          <p:cNvSpPr>
            <a:spLocks noGrp="1"/>
          </p:cNvSpPr>
          <p:nvPr/>
        </p:nvSpPr>
        <p:spPr>
          <a:xfrm>
            <a:off x="381000" y="901565"/>
            <a:ext cx="8334375" cy="295275"/>
          </a:xfrm>
          <a:prstGeom prst="rect">
            <a:avLst/>
          </a:prstGeom>
          <a:noFill/>
          <a:ln w="0">
            <a:noFill/>
            <a:prstDash val="solid"/>
          </a:ln>
        </p:spPr>
        <p:txBody>
          <a:bodyPr lIns="9525" tIns="9525" rIns="19050" bIns="9525" anchor="t">
            <a:normAutofit/>
          </a:bodyPr>
          <a:lstStyle/>
          <a:p>
            <a:pPr>
              <a:lnSpc>
                <a:spcPct val="102000"/>
              </a:lnSpc>
              <a:buNone/>
              <a:defRPr sz="1575" b="1" i="0">
                <a:solidFill>
                  <a:srgbClr val="111111"/>
                </a:solidFill>
                <a:latin typeface="Times New Roman"/>
                <a:ea typeface="Times New Roman"/>
                <a:cs typeface="Times New Roman"/>
              </a:defRPr>
            </a:pPr>
            <a:r>
              <a:rPr b="1" i="0" dirty="0">
                <a:solidFill>
                  <a:srgbClr val="111111"/>
                </a:solidFill>
                <a:latin typeface="Times New Roman"/>
                <a:ea typeface="Times New Roman"/>
                <a:cs typeface="Times New Roman"/>
              </a:rPr>
              <a:t>3.7. DUB: Dynamic Intersection Upper Bound</a:t>
            </a:r>
          </a:p>
        </p:txBody>
      </p:sp>
      <p:sp>
        <p:nvSpPr>
          <p:cNvPr id="14" name="Hình chữ nhật 13">
            <a:extLst>
              <a:ext uri="{FF2B5EF4-FFF2-40B4-BE49-F238E27FC236}">
                <a16:creationId xmlns:a16="http://schemas.microsoft.com/office/drawing/2014/main" id="{A50D31F6-ECFD-8693-CC80-CDA46E5A4A93}"/>
              </a:ext>
            </a:extLst>
          </p:cNvPr>
          <p:cNvSpPr>
            <a:spLocks noGrp="1"/>
          </p:cNvSpPr>
          <p:nvPr/>
        </p:nvSpPr>
        <p:spPr>
          <a:xfrm>
            <a:off x="8382000" y="5063990"/>
            <a:ext cx="476250" cy="190500"/>
          </a:xfrm>
          <a:prstGeom prst="rect">
            <a:avLst/>
          </a:prstGeom>
          <a:noFill/>
          <a:ln w="0">
            <a:noFill/>
            <a:prstDash val="solid"/>
          </a:ln>
        </p:spPr>
        <p:txBody>
          <a:bodyPr lIns="9525" tIns="9525" rIns="19050" bIns="9525" anchor="t">
            <a:normAutofit/>
          </a:bodyPr>
          <a:lstStyle/>
          <a:p>
            <a:pPr>
              <a:lnSpc>
                <a:spcPct val="102000"/>
              </a:lnSpc>
              <a:buNone/>
              <a:defRPr sz="825" b="0" i="0">
                <a:solidFill>
                  <a:srgbClr val="111111"/>
                </a:solidFill>
                <a:latin typeface="Arial"/>
                <a:ea typeface="Arial"/>
                <a:cs typeface="Arial"/>
              </a:defRPr>
            </a:pPr>
            <a:endParaRPr sz="825" b="0" i="0" dirty="0">
              <a:solidFill>
                <a:srgbClr val="111111"/>
              </a:solidFill>
              <a:latin typeface="Arial"/>
              <a:ea typeface="Arial"/>
              <a:cs typeface="Arial"/>
            </a:endParaRPr>
          </a:p>
        </p:txBody>
      </p:sp>
      <p:sp>
        <p:nvSpPr>
          <p:cNvPr id="15" name="Hình chữ nhật 14">
            <a:extLst>
              <a:ext uri="{FF2B5EF4-FFF2-40B4-BE49-F238E27FC236}">
                <a16:creationId xmlns:a16="http://schemas.microsoft.com/office/drawing/2014/main" id="{B690235D-DB8D-869E-455D-AF551162A4E8}"/>
              </a:ext>
            </a:extLst>
          </p:cNvPr>
          <p:cNvSpPr>
            <a:spLocks noGrp="1"/>
          </p:cNvSpPr>
          <p:nvPr/>
        </p:nvSpPr>
        <p:spPr>
          <a:xfrm>
            <a:off x="533400" y="1444490"/>
            <a:ext cx="8096250" cy="2857500"/>
          </a:xfrm>
          <a:prstGeom prst="rect">
            <a:avLst/>
          </a:prstGeom>
          <a:noFill/>
          <a:ln w="0">
            <a:noFill/>
            <a:prstDash val="solid"/>
          </a:ln>
        </p:spPr>
        <p:txBody>
          <a:bodyPr lIns="9525" tIns="9525" rIns="19050" bIns="9525" anchor="t">
            <a:normAutofit/>
          </a:bodyPr>
          <a:lstStyle/>
          <a:p>
            <a:pPr>
              <a:lnSpc>
                <a:spcPct val="102000"/>
              </a:lnSpc>
              <a:buNone/>
              <a:defRPr sz="1500" b="0" i="0">
                <a:solidFill>
                  <a:srgbClr val="111111"/>
                </a:solidFill>
                <a:latin typeface="Times New Roman"/>
                <a:ea typeface="Times New Roman"/>
                <a:cs typeface="Times New Roman"/>
              </a:defRPr>
            </a:pPr>
            <a:r>
              <a:rPr sz="1500" b="0" i="0" dirty="0" err="1">
                <a:solidFill>
                  <a:srgbClr val="111111"/>
                </a:solidFill>
                <a:latin typeface="Times New Roman"/>
                <a:ea typeface="Times New Roman"/>
                <a:cs typeface="Times New Roman"/>
              </a:rPr>
              <a:t>Với</a:t>
            </a:r>
            <a:r>
              <a:rPr sz="1500" b="0" i="0" dirty="0">
                <a:solidFill>
                  <a:srgbClr val="111111"/>
                </a:solidFill>
                <a:latin typeface="Times New Roman"/>
                <a:ea typeface="Times New Roman"/>
                <a:cs typeface="Times New Roman"/>
              </a:rPr>
              <a:t> candidate Z </a:t>
            </a:r>
            <a:r>
              <a:rPr sz="1500" b="0" i="0" dirty="0" err="1">
                <a:solidFill>
                  <a:srgbClr val="111111"/>
                </a:solidFill>
                <a:latin typeface="Times New Roman"/>
                <a:ea typeface="Times New Roman"/>
                <a:cs typeface="Times New Roman"/>
              </a:rPr>
              <a:t>sinh</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từ</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hai</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mẫu</a:t>
            </a:r>
            <a:r>
              <a:rPr sz="1500" b="0" i="0" dirty="0">
                <a:solidFill>
                  <a:srgbClr val="111111"/>
                </a:solidFill>
                <a:latin typeface="Times New Roman"/>
                <a:ea typeface="Times New Roman"/>
                <a:cs typeface="Times New Roman"/>
              </a:rPr>
              <a:t> cha X </a:t>
            </a:r>
            <a:r>
              <a:rPr sz="1500" b="0" i="0" dirty="0" err="1">
                <a:solidFill>
                  <a:srgbClr val="111111"/>
                </a:solidFill>
                <a:latin typeface="Times New Roman"/>
                <a:ea typeface="Times New Roman"/>
                <a:cs typeface="Times New Roman"/>
              </a:rPr>
              <a:t>và</a:t>
            </a:r>
            <a:r>
              <a:rPr sz="1500" b="0" i="0" dirty="0">
                <a:solidFill>
                  <a:srgbClr val="111111"/>
                </a:solidFill>
                <a:latin typeface="Times New Roman"/>
                <a:ea typeface="Times New Roman"/>
                <a:cs typeface="Times New Roman"/>
              </a:rPr>
              <a:t> Y:</a:t>
            </a:r>
          </a:p>
          <a:p>
            <a:endParaRPr sz="1500" b="0" i="0" dirty="0">
              <a:solidFill>
                <a:srgbClr val="111111"/>
              </a:solidFill>
              <a:latin typeface="Times New Roman"/>
              <a:ea typeface="Times New Roman"/>
              <a:cs typeface="Times New Roman"/>
            </a:endParaRPr>
          </a:p>
          <a:p>
            <a:pPr>
              <a:lnSpc>
                <a:spcPct val="102000"/>
              </a:lnSpc>
              <a:buNone/>
              <a:defRPr sz="1500" b="0" i="0">
                <a:solidFill>
                  <a:srgbClr val="111111"/>
                </a:solidFill>
                <a:latin typeface="Times New Roman"/>
                <a:ea typeface="Times New Roman"/>
                <a:cs typeface="Times New Roman"/>
              </a:defRPr>
            </a:pPr>
            <a:r>
              <a:rPr sz="1500" b="0" i="0" dirty="0">
                <a:solidFill>
                  <a:srgbClr val="111111"/>
                </a:solidFill>
                <a:latin typeface="Times New Roman"/>
                <a:ea typeface="Times New Roman"/>
                <a:cs typeface="Times New Roman"/>
              </a:rPr>
              <a:t>support(Z) &lt;= |U(X) ∩ U(Y)|</a:t>
            </a:r>
          </a:p>
          <a:p>
            <a:endParaRPr sz="1500" b="0" i="0" dirty="0">
              <a:solidFill>
                <a:srgbClr val="111111"/>
              </a:solidFill>
              <a:latin typeface="Times New Roman"/>
              <a:ea typeface="Times New Roman"/>
              <a:cs typeface="Times New Roman"/>
            </a:endParaRPr>
          </a:p>
          <a:p>
            <a:pPr>
              <a:lnSpc>
                <a:spcPct val="102000"/>
              </a:lnSpc>
              <a:buNone/>
              <a:defRPr sz="1500" b="0" i="0">
                <a:solidFill>
                  <a:srgbClr val="111111"/>
                </a:solidFill>
                <a:latin typeface="Times New Roman"/>
                <a:ea typeface="Times New Roman"/>
                <a:cs typeface="Times New Roman"/>
              </a:defRPr>
            </a:pP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Mọi</a:t>
            </a:r>
            <a:r>
              <a:rPr sz="1500" b="0" i="0" dirty="0">
                <a:solidFill>
                  <a:srgbClr val="111111"/>
                </a:solidFill>
                <a:latin typeface="Times New Roman"/>
                <a:ea typeface="Times New Roman"/>
                <a:cs typeface="Times New Roman"/>
              </a:rPr>
              <a:t> clickstream </a:t>
            </a:r>
            <a:r>
              <a:rPr sz="1500" b="0" i="0" dirty="0" err="1">
                <a:solidFill>
                  <a:srgbClr val="111111"/>
                </a:solidFill>
                <a:latin typeface="Times New Roman"/>
                <a:ea typeface="Times New Roman"/>
                <a:cs typeface="Times New Roman"/>
              </a:rPr>
              <a:t>chứa</a:t>
            </a:r>
            <a:r>
              <a:rPr sz="1500" b="0" i="0" dirty="0">
                <a:solidFill>
                  <a:srgbClr val="111111"/>
                </a:solidFill>
                <a:latin typeface="Times New Roman"/>
                <a:ea typeface="Times New Roman"/>
                <a:cs typeface="Times New Roman"/>
              </a:rPr>
              <a:t> Z </a:t>
            </a:r>
            <a:r>
              <a:rPr sz="1500" b="0" i="0" dirty="0" err="1">
                <a:solidFill>
                  <a:srgbClr val="111111"/>
                </a:solidFill>
                <a:latin typeface="Times New Roman"/>
                <a:ea typeface="Times New Roman"/>
                <a:cs typeface="Times New Roman"/>
              </a:rPr>
              <a:t>bắt</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buộc</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chứa</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cả</a:t>
            </a:r>
            <a:r>
              <a:rPr sz="1500" b="0" i="0" dirty="0">
                <a:solidFill>
                  <a:srgbClr val="111111"/>
                </a:solidFill>
                <a:latin typeface="Times New Roman"/>
                <a:ea typeface="Times New Roman"/>
                <a:cs typeface="Times New Roman"/>
              </a:rPr>
              <a:t> X </a:t>
            </a:r>
            <a:r>
              <a:rPr sz="1500" b="0" i="0" dirty="0" err="1">
                <a:solidFill>
                  <a:srgbClr val="111111"/>
                </a:solidFill>
                <a:latin typeface="Times New Roman"/>
                <a:ea typeface="Times New Roman"/>
                <a:cs typeface="Times New Roman"/>
              </a:rPr>
              <a:t>và</a:t>
            </a:r>
            <a:r>
              <a:rPr sz="1500" b="0" i="0" dirty="0">
                <a:solidFill>
                  <a:srgbClr val="111111"/>
                </a:solidFill>
                <a:latin typeface="Times New Roman"/>
                <a:ea typeface="Times New Roman"/>
                <a:cs typeface="Times New Roman"/>
              </a:rPr>
              <a:t> Y; </a:t>
            </a:r>
            <a:r>
              <a:rPr sz="1500" b="0" i="0" dirty="0" err="1">
                <a:solidFill>
                  <a:srgbClr val="111111"/>
                </a:solidFill>
                <a:latin typeface="Times New Roman"/>
                <a:ea typeface="Times New Roman"/>
                <a:cs typeface="Times New Roman"/>
              </a:rPr>
              <a:t>vì</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vậy</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tập</a:t>
            </a:r>
            <a:r>
              <a:rPr sz="1500" b="0" i="0" dirty="0">
                <a:solidFill>
                  <a:srgbClr val="111111"/>
                </a:solidFill>
                <a:latin typeface="Times New Roman"/>
                <a:ea typeface="Times New Roman"/>
                <a:cs typeface="Times New Roman"/>
              </a:rPr>
              <a:t> user </a:t>
            </a:r>
            <a:r>
              <a:rPr sz="1500" b="0" i="0" dirty="0" err="1">
                <a:solidFill>
                  <a:srgbClr val="111111"/>
                </a:solidFill>
                <a:latin typeface="Times New Roman"/>
                <a:ea typeface="Times New Roman"/>
                <a:cs typeface="Times New Roman"/>
              </a:rPr>
              <a:t>chứa</a:t>
            </a:r>
            <a:r>
              <a:rPr sz="1500" b="0" i="0" dirty="0">
                <a:solidFill>
                  <a:srgbClr val="111111"/>
                </a:solidFill>
                <a:latin typeface="Times New Roman"/>
                <a:ea typeface="Times New Roman"/>
                <a:cs typeface="Times New Roman"/>
              </a:rPr>
              <a:t> Z </a:t>
            </a:r>
            <a:r>
              <a:rPr sz="1500" b="0" i="0" dirty="0" err="1">
                <a:solidFill>
                  <a:srgbClr val="111111"/>
                </a:solidFill>
                <a:latin typeface="Times New Roman"/>
                <a:ea typeface="Times New Roman"/>
                <a:cs typeface="Times New Roman"/>
              </a:rPr>
              <a:t>là</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tập</a:t>
            </a:r>
            <a:r>
              <a:rPr sz="1500" b="0" i="0" dirty="0">
                <a:solidFill>
                  <a:srgbClr val="111111"/>
                </a:solidFill>
                <a:latin typeface="Times New Roman"/>
                <a:ea typeface="Times New Roman"/>
                <a:cs typeface="Times New Roman"/>
              </a:rPr>
              <a:t> con </a:t>
            </a:r>
            <a:r>
              <a:rPr sz="1500" b="0" i="0" dirty="0" err="1">
                <a:solidFill>
                  <a:srgbClr val="111111"/>
                </a:solidFill>
                <a:latin typeface="Times New Roman"/>
                <a:ea typeface="Times New Roman"/>
                <a:cs typeface="Times New Roman"/>
              </a:rPr>
              <a:t>của</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giao</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hai</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tập</a:t>
            </a:r>
            <a:r>
              <a:rPr sz="1500" b="0" i="0" dirty="0">
                <a:solidFill>
                  <a:srgbClr val="111111"/>
                </a:solidFill>
                <a:latin typeface="Times New Roman"/>
                <a:ea typeface="Times New Roman"/>
                <a:cs typeface="Times New Roman"/>
              </a:rPr>
              <a:t> user cha.</a:t>
            </a:r>
          </a:p>
          <a:p>
            <a:pPr>
              <a:lnSpc>
                <a:spcPct val="102000"/>
              </a:lnSpc>
              <a:buNone/>
              <a:defRPr sz="1500" b="0" i="0">
                <a:solidFill>
                  <a:srgbClr val="111111"/>
                </a:solidFill>
                <a:latin typeface="Times New Roman"/>
                <a:ea typeface="Times New Roman"/>
                <a:cs typeface="Times New Roman"/>
              </a:defRPr>
            </a:pP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Nếu</a:t>
            </a:r>
            <a:r>
              <a:rPr sz="1500" b="0" i="0" dirty="0">
                <a:solidFill>
                  <a:srgbClr val="111111"/>
                </a:solidFill>
                <a:latin typeface="Times New Roman"/>
                <a:ea typeface="Times New Roman"/>
                <a:cs typeface="Times New Roman"/>
              </a:rPr>
              <a:t> |U(X) ∩ U(Y)| &lt; </a:t>
            </a:r>
            <a:r>
              <a:rPr sz="1500" b="0" i="0" dirty="0" err="1">
                <a:solidFill>
                  <a:srgbClr val="111111"/>
                </a:solidFill>
                <a:latin typeface="Times New Roman"/>
                <a:ea typeface="Times New Roman"/>
                <a:cs typeface="Times New Roman"/>
              </a:rPr>
              <a:t>minSup</a:t>
            </a:r>
            <a:r>
              <a:rPr sz="1500" b="0" i="0" dirty="0">
                <a:solidFill>
                  <a:srgbClr val="111111"/>
                </a:solidFill>
                <a:latin typeface="Times New Roman"/>
                <a:ea typeface="Times New Roman"/>
                <a:cs typeface="Times New Roman"/>
              </a:rPr>
              <a:t>, Z </a:t>
            </a:r>
            <a:r>
              <a:rPr sz="1500" b="0" i="0" dirty="0" err="1">
                <a:solidFill>
                  <a:srgbClr val="111111"/>
                </a:solidFill>
                <a:latin typeface="Times New Roman"/>
                <a:ea typeface="Times New Roman"/>
                <a:cs typeface="Times New Roman"/>
              </a:rPr>
              <a:t>chắc</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chắn</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không</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phổ</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biến</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và</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bị</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loại</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trước</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khi</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tạo</a:t>
            </a:r>
            <a:r>
              <a:rPr sz="1500" b="0" i="0" dirty="0">
                <a:solidFill>
                  <a:srgbClr val="111111"/>
                </a:solidFill>
                <a:latin typeface="Times New Roman"/>
                <a:ea typeface="Times New Roman"/>
                <a:cs typeface="Times New Roman"/>
              </a:rPr>
              <a:t> Pseudo-</a:t>
            </a:r>
            <a:r>
              <a:rPr sz="1500" b="0" i="0" dirty="0" err="1">
                <a:solidFill>
                  <a:srgbClr val="111111"/>
                </a:solidFill>
                <a:latin typeface="Times New Roman"/>
                <a:ea typeface="Times New Roman"/>
                <a:cs typeface="Times New Roman"/>
              </a:rPr>
              <a:t>IDList</a:t>
            </a:r>
            <a:r>
              <a:rPr sz="1500" b="0" i="0" dirty="0">
                <a:solidFill>
                  <a:srgbClr val="111111"/>
                </a:solidFill>
                <a:latin typeface="Times New Roman"/>
                <a:ea typeface="Times New Roman"/>
                <a:cs typeface="Times New Roman"/>
              </a:rPr>
              <a:t>.</a:t>
            </a:r>
          </a:p>
          <a:p>
            <a:pPr>
              <a:lnSpc>
                <a:spcPct val="102000"/>
              </a:lnSpc>
              <a:buNone/>
              <a:defRPr sz="1500" b="0" i="0">
                <a:solidFill>
                  <a:srgbClr val="111111"/>
                </a:solidFill>
                <a:latin typeface="Times New Roman"/>
                <a:ea typeface="Times New Roman"/>
                <a:cs typeface="Times New Roman"/>
              </a:defRPr>
            </a:pP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Nếu</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cận</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trên</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đạt</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minSup</a:t>
            </a:r>
            <a:r>
              <a:rPr sz="1500" b="0" i="0" dirty="0">
                <a:solidFill>
                  <a:srgbClr val="111111"/>
                </a:solidFill>
                <a:latin typeface="Times New Roman"/>
                <a:ea typeface="Times New Roman"/>
                <a:cs typeface="Times New Roman"/>
              </a:rPr>
              <a:t>, candidate </a:t>
            </a:r>
            <a:r>
              <a:rPr sz="1500" b="0" i="0" dirty="0" err="1">
                <a:solidFill>
                  <a:srgbClr val="111111"/>
                </a:solidFill>
                <a:latin typeface="Times New Roman"/>
                <a:ea typeface="Times New Roman"/>
                <a:cs typeface="Times New Roman"/>
              </a:rPr>
              <a:t>chỉ</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được</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giữ</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để</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kiểm</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tra</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tiếp</a:t>
            </a:r>
            <a:r>
              <a:rPr sz="1500" b="0" i="0" dirty="0">
                <a:solidFill>
                  <a:srgbClr val="111111"/>
                </a:solidFill>
                <a:latin typeface="Times New Roman"/>
                <a:ea typeface="Times New Roman"/>
                <a:cs typeface="Times New Roman"/>
              </a:rPr>
              <a:t>; DUB </a:t>
            </a:r>
            <a:r>
              <a:rPr sz="1500" b="0" i="0" dirty="0" err="1">
                <a:solidFill>
                  <a:srgbClr val="111111"/>
                </a:solidFill>
                <a:latin typeface="Times New Roman"/>
                <a:ea typeface="Times New Roman"/>
                <a:cs typeface="Times New Roman"/>
              </a:rPr>
              <a:t>không</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phải</a:t>
            </a:r>
            <a:r>
              <a:rPr sz="1500" b="0" i="0" dirty="0">
                <a:solidFill>
                  <a:srgbClr val="111111"/>
                </a:solidFill>
                <a:latin typeface="Times New Roman"/>
                <a:ea typeface="Times New Roman"/>
                <a:cs typeface="Times New Roman"/>
              </a:rPr>
              <a:t> support </a:t>
            </a:r>
            <a:r>
              <a:rPr sz="1500" b="0" i="0" dirty="0" err="1">
                <a:solidFill>
                  <a:srgbClr val="111111"/>
                </a:solidFill>
                <a:latin typeface="Times New Roman"/>
                <a:ea typeface="Times New Roman"/>
                <a:cs typeface="Times New Roman"/>
              </a:rPr>
              <a:t>thật</a:t>
            </a:r>
            <a:r>
              <a:rPr sz="1500" b="0" i="0" dirty="0">
                <a:solidFill>
                  <a:srgbClr val="111111"/>
                </a:solidFill>
                <a:latin typeface="Times New Roman"/>
                <a:ea typeface="Times New Roman"/>
                <a:cs typeface="Times New Roman"/>
              </a:rPr>
              <a:t>.</a:t>
            </a:r>
          </a:p>
          <a:p>
            <a:pPr>
              <a:lnSpc>
                <a:spcPct val="102000"/>
              </a:lnSpc>
              <a:buNone/>
              <a:defRPr sz="1500" b="0" i="0">
                <a:solidFill>
                  <a:srgbClr val="111111"/>
                </a:solidFill>
                <a:latin typeface="Times New Roman"/>
                <a:ea typeface="Times New Roman"/>
                <a:cs typeface="Times New Roman"/>
              </a:defRPr>
            </a:pP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Bài</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báo</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hiện</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thực</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giao</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tập</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bằng</a:t>
            </a:r>
            <a:r>
              <a:rPr sz="1500" b="0" i="0" dirty="0">
                <a:solidFill>
                  <a:srgbClr val="111111"/>
                </a:solidFill>
                <a:latin typeface="Times New Roman"/>
                <a:ea typeface="Times New Roman"/>
                <a:cs typeface="Times New Roman"/>
              </a:rPr>
              <a:t> bitmap </a:t>
            </a:r>
            <a:r>
              <a:rPr sz="1500" b="0" i="0" dirty="0" err="1">
                <a:solidFill>
                  <a:srgbClr val="111111"/>
                </a:solidFill>
                <a:latin typeface="Times New Roman"/>
                <a:ea typeface="Times New Roman"/>
                <a:cs typeface="Times New Roman"/>
              </a:rPr>
              <a:t>và</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thu</a:t>
            </a:r>
            <a:r>
              <a:rPr sz="1500" b="0" i="0" dirty="0">
                <a:solidFill>
                  <a:srgbClr val="111111"/>
                </a:solidFill>
                <a:latin typeface="Times New Roman"/>
                <a:ea typeface="Times New Roman"/>
                <a:cs typeface="Times New Roman"/>
              </a:rPr>
              <a:t> </a:t>
            </a:r>
            <a:r>
              <a:rPr sz="1500" b="0" i="0" dirty="0" err="1">
                <a:solidFill>
                  <a:srgbClr val="111111"/>
                </a:solidFill>
                <a:latin typeface="Times New Roman"/>
                <a:ea typeface="Times New Roman"/>
                <a:cs typeface="Times New Roman"/>
              </a:rPr>
              <a:t>nhỏ</a:t>
            </a:r>
            <a:r>
              <a:rPr sz="1500" b="0" i="0" dirty="0">
                <a:solidFill>
                  <a:srgbClr val="111111"/>
                </a:solidFill>
                <a:latin typeface="Times New Roman"/>
                <a:ea typeface="Times New Roman"/>
                <a:cs typeface="Times New Roman"/>
              </a:rPr>
              <a:t> bitmap </a:t>
            </a:r>
            <a:r>
              <a:rPr sz="1500" b="0" i="0" dirty="0" err="1">
                <a:solidFill>
                  <a:srgbClr val="111111"/>
                </a:solidFill>
                <a:latin typeface="Times New Roman"/>
                <a:ea typeface="Times New Roman"/>
                <a:cs typeface="Times New Roman"/>
              </a:rPr>
              <a:t>theo</a:t>
            </a:r>
            <a:r>
              <a:rPr sz="1500" b="0" i="0" dirty="0">
                <a:solidFill>
                  <a:srgbClr val="111111"/>
                </a:solidFill>
                <a:latin typeface="Times New Roman"/>
                <a:ea typeface="Times New Roman"/>
                <a:cs typeface="Times New Roman"/>
              </a:rPr>
              <a:t> Local-id </a:t>
            </a:r>
            <a:r>
              <a:rPr sz="1500" b="0" i="0" dirty="0" err="1">
                <a:solidFill>
                  <a:srgbClr val="111111"/>
                </a:solidFill>
                <a:latin typeface="Times New Roman"/>
                <a:ea typeface="Times New Roman"/>
                <a:cs typeface="Times New Roman"/>
              </a:rPr>
              <a:t>khi</a:t>
            </a:r>
            <a:r>
              <a:rPr sz="1500" b="0" i="0" dirty="0">
                <a:solidFill>
                  <a:srgbClr val="111111"/>
                </a:solidFill>
                <a:latin typeface="Times New Roman"/>
                <a:ea typeface="Times New Roman"/>
                <a:cs typeface="Times New Roman"/>
              </a:rPr>
              <a:t> Pseudo-</a:t>
            </a:r>
            <a:r>
              <a:rPr sz="1500" b="0" i="0" dirty="0" err="1">
                <a:solidFill>
                  <a:srgbClr val="111111"/>
                </a:solidFill>
                <a:latin typeface="Times New Roman"/>
                <a:ea typeface="Times New Roman"/>
                <a:cs typeface="Times New Roman"/>
              </a:rPr>
              <a:t>IDList</a:t>
            </a:r>
            <a:r>
              <a:rPr sz="1500" b="0" i="0" dirty="0">
                <a:solidFill>
                  <a:srgbClr val="111111"/>
                </a:solidFill>
                <a:latin typeface="Times New Roman"/>
                <a:ea typeface="Times New Roman"/>
                <a:cs typeface="Times New Roman"/>
              </a:rPr>
              <a:t> co </a:t>
            </a:r>
            <a:r>
              <a:rPr sz="1500" b="0" i="0" dirty="0" err="1">
                <a:solidFill>
                  <a:srgbClr val="111111"/>
                </a:solidFill>
                <a:latin typeface="Times New Roman"/>
                <a:ea typeface="Times New Roman"/>
                <a:cs typeface="Times New Roman"/>
              </a:rPr>
              <a:t>lại</a:t>
            </a:r>
            <a:r>
              <a:rPr sz="1500" b="0" i="0" dirty="0">
                <a:solidFill>
                  <a:srgbClr val="111111"/>
                </a:solidFill>
                <a:latin typeface="Times New Roman"/>
                <a:ea typeface="Times New Roman"/>
                <a:cs typeface="Times New Roman"/>
              </a:rPr>
              <a:t>.</a:t>
            </a:r>
          </a:p>
        </p:txBody>
      </p:sp>
      <p:sp>
        <p:nvSpPr>
          <p:cNvPr id="17" name="Hình chữ nhật 16">
            <a:extLst>
              <a:ext uri="{FF2B5EF4-FFF2-40B4-BE49-F238E27FC236}">
                <a16:creationId xmlns:a16="http://schemas.microsoft.com/office/drawing/2014/main" id="{8B82A9CA-F599-A628-34FA-FA1DF12F4B36}"/>
              </a:ext>
            </a:extLst>
          </p:cNvPr>
          <p:cNvSpPr>
            <a:spLocks noGrp="1"/>
          </p:cNvSpPr>
          <p:nvPr/>
        </p:nvSpPr>
        <p:spPr>
          <a:xfrm>
            <a:off x="533400" y="4397240"/>
            <a:ext cx="8096250" cy="333375"/>
          </a:xfrm>
          <a:prstGeom prst="rect">
            <a:avLst/>
          </a:prstGeom>
          <a:noFill/>
          <a:ln w="0">
            <a:noFill/>
            <a:prstDash val="solid"/>
          </a:ln>
        </p:spPr>
        <p:txBody>
          <a:bodyPr lIns="9525" tIns="9525" rIns="19050" bIns="9525" anchor="t">
            <a:normAutofit/>
          </a:bodyPr>
          <a:lstStyle/>
          <a:p>
            <a:pPr>
              <a:lnSpc>
                <a:spcPct val="102000"/>
              </a:lnSpc>
              <a:buNone/>
              <a:defRPr sz="1350" b="1" i="0">
                <a:solidFill>
                  <a:srgbClr val="111111"/>
                </a:solidFill>
                <a:latin typeface="Times New Roman"/>
                <a:ea typeface="Times New Roman"/>
                <a:cs typeface="Times New Roman"/>
              </a:defRPr>
            </a:pPr>
            <a:r>
              <a:rPr sz="1400" b="1" i="0" dirty="0" err="1">
                <a:solidFill>
                  <a:srgbClr val="111111"/>
                </a:solidFill>
                <a:latin typeface="Times New Roman"/>
                <a:ea typeface="Times New Roman"/>
                <a:cs typeface="Times New Roman"/>
              </a:rPr>
              <a:t>Điểm</a:t>
            </a:r>
            <a:r>
              <a:rPr sz="1400" b="1" i="0" dirty="0">
                <a:solidFill>
                  <a:srgbClr val="111111"/>
                </a:solidFill>
                <a:latin typeface="Times New Roman"/>
                <a:ea typeface="Times New Roman"/>
                <a:cs typeface="Times New Roman"/>
              </a:rPr>
              <a:t> </a:t>
            </a:r>
            <a:r>
              <a:rPr sz="1400" b="1" i="0" dirty="0" err="1">
                <a:solidFill>
                  <a:srgbClr val="111111"/>
                </a:solidFill>
                <a:latin typeface="Times New Roman"/>
                <a:ea typeface="Times New Roman"/>
                <a:cs typeface="Times New Roman"/>
              </a:rPr>
              <a:t>cần</a:t>
            </a:r>
            <a:r>
              <a:rPr sz="1400" b="1" i="0" dirty="0">
                <a:solidFill>
                  <a:srgbClr val="111111"/>
                </a:solidFill>
                <a:latin typeface="Times New Roman"/>
                <a:ea typeface="Times New Roman"/>
                <a:cs typeface="Times New Roman"/>
              </a:rPr>
              <a:t> </a:t>
            </a:r>
            <a:r>
              <a:rPr sz="1400" b="1" i="0" dirty="0" err="1">
                <a:solidFill>
                  <a:srgbClr val="111111"/>
                </a:solidFill>
                <a:latin typeface="Times New Roman"/>
                <a:ea typeface="Times New Roman"/>
                <a:cs typeface="Times New Roman"/>
              </a:rPr>
              <a:t>nhớ</a:t>
            </a:r>
            <a:r>
              <a:rPr sz="1400" b="1" i="0" dirty="0">
                <a:solidFill>
                  <a:srgbClr val="111111"/>
                </a:solidFill>
                <a:latin typeface="Times New Roman"/>
                <a:ea typeface="Times New Roman"/>
                <a:cs typeface="Times New Roman"/>
              </a:rPr>
              <a:t>: DUB </a:t>
            </a:r>
            <a:r>
              <a:rPr sz="1400" b="1" i="0" dirty="0" err="1">
                <a:solidFill>
                  <a:srgbClr val="111111"/>
                </a:solidFill>
                <a:latin typeface="Times New Roman"/>
                <a:ea typeface="Times New Roman"/>
                <a:cs typeface="Times New Roman"/>
              </a:rPr>
              <a:t>giảm</a:t>
            </a:r>
            <a:r>
              <a:rPr sz="1400" b="1" i="0" dirty="0">
                <a:solidFill>
                  <a:srgbClr val="111111"/>
                </a:solidFill>
                <a:latin typeface="Times New Roman"/>
                <a:ea typeface="Times New Roman"/>
                <a:cs typeface="Times New Roman"/>
              </a:rPr>
              <a:t> </a:t>
            </a:r>
            <a:r>
              <a:rPr sz="1400" b="1" i="0" dirty="0" err="1">
                <a:solidFill>
                  <a:srgbClr val="111111"/>
                </a:solidFill>
                <a:latin typeface="Times New Roman"/>
                <a:ea typeface="Times New Roman"/>
                <a:cs typeface="Times New Roman"/>
              </a:rPr>
              <a:t>số</a:t>
            </a:r>
            <a:r>
              <a:rPr sz="1400" b="1" i="0" dirty="0">
                <a:solidFill>
                  <a:srgbClr val="111111"/>
                </a:solidFill>
                <a:latin typeface="Times New Roman"/>
                <a:ea typeface="Times New Roman"/>
                <a:cs typeface="Times New Roman"/>
              </a:rPr>
              <a:t> candidate </a:t>
            </a:r>
            <a:r>
              <a:rPr sz="1400" b="1" i="0" dirty="0" err="1">
                <a:solidFill>
                  <a:srgbClr val="111111"/>
                </a:solidFill>
                <a:latin typeface="Times New Roman"/>
                <a:ea typeface="Times New Roman"/>
                <a:cs typeface="Times New Roman"/>
              </a:rPr>
              <a:t>phải</a:t>
            </a:r>
            <a:r>
              <a:rPr sz="1400" b="1" i="0" dirty="0">
                <a:solidFill>
                  <a:srgbClr val="111111"/>
                </a:solidFill>
                <a:latin typeface="Times New Roman"/>
                <a:ea typeface="Times New Roman"/>
                <a:cs typeface="Times New Roman"/>
              </a:rPr>
              <a:t> </a:t>
            </a:r>
            <a:r>
              <a:rPr sz="1400" b="1" i="0" dirty="0" err="1">
                <a:solidFill>
                  <a:srgbClr val="111111"/>
                </a:solidFill>
                <a:latin typeface="Times New Roman"/>
                <a:ea typeface="Times New Roman"/>
                <a:cs typeface="Times New Roman"/>
              </a:rPr>
              <a:t>truy</a:t>
            </a:r>
            <a:r>
              <a:rPr sz="1400" b="1" i="0" dirty="0">
                <a:solidFill>
                  <a:srgbClr val="111111"/>
                </a:solidFill>
                <a:latin typeface="Times New Roman"/>
                <a:ea typeface="Times New Roman"/>
                <a:cs typeface="Times New Roman"/>
              </a:rPr>
              <a:t> </a:t>
            </a:r>
            <a:r>
              <a:rPr sz="1400" b="1" i="0" dirty="0" err="1">
                <a:solidFill>
                  <a:srgbClr val="111111"/>
                </a:solidFill>
                <a:latin typeface="Times New Roman"/>
                <a:ea typeface="Times New Roman"/>
                <a:cs typeface="Times New Roman"/>
              </a:rPr>
              <a:t>hồi</a:t>
            </a:r>
            <a:r>
              <a:rPr sz="1400" b="1" i="0" dirty="0">
                <a:solidFill>
                  <a:srgbClr val="111111"/>
                </a:solidFill>
                <a:latin typeface="Times New Roman"/>
                <a:ea typeface="Times New Roman"/>
                <a:cs typeface="Times New Roman"/>
              </a:rPr>
              <a:t> position list, </a:t>
            </a:r>
            <a:r>
              <a:rPr sz="1400" b="1" i="0" dirty="0" err="1">
                <a:solidFill>
                  <a:srgbClr val="111111"/>
                </a:solidFill>
                <a:latin typeface="Times New Roman"/>
                <a:ea typeface="Times New Roman"/>
                <a:cs typeface="Times New Roman"/>
              </a:rPr>
              <a:t>nhưng</a:t>
            </a:r>
            <a:r>
              <a:rPr sz="1400" b="1" i="0" dirty="0">
                <a:solidFill>
                  <a:srgbClr val="111111"/>
                </a:solidFill>
                <a:latin typeface="Times New Roman"/>
                <a:ea typeface="Times New Roman"/>
                <a:cs typeface="Times New Roman"/>
              </a:rPr>
              <a:t> </a:t>
            </a:r>
            <a:r>
              <a:rPr sz="1400" b="1" i="0" dirty="0" err="1">
                <a:solidFill>
                  <a:srgbClr val="111111"/>
                </a:solidFill>
                <a:latin typeface="Times New Roman"/>
                <a:ea typeface="Times New Roman"/>
                <a:cs typeface="Times New Roman"/>
              </a:rPr>
              <a:t>không</a:t>
            </a:r>
            <a:r>
              <a:rPr sz="1400" b="1" i="0" dirty="0">
                <a:solidFill>
                  <a:srgbClr val="111111"/>
                </a:solidFill>
                <a:latin typeface="Times New Roman"/>
                <a:ea typeface="Times New Roman"/>
                <a:cs typeface="Times New Roman"/>
              </a:rPr>
              <a:t> </a:t>
            </a:r>
            <a:r>
              <a:rPr sz="1400" b="1" i="0" dirty="0" err="1">
                <a:solidFill>
                  <a:srgbClr val="111111"/>
                </a:solidFill>
                <a:latin typeface="Times New Roman"/>
                <a:ea typeface="Times New Roman"/>
                <a:cs typeface="Times New Roman"/>
              </a:rPr>
              <a:t>thay</a:t>
            </a:r>
            <a:r>
              <a:rPr sz="1400" b="1" i="0" dirty="0">
                <a:solidFill>
                  <a:srgbClr val="111111"/>
                </a:solidFill>
                <a:latin typeface="Times New Roman"/>
                <a:ea typeface="Times New Roman"/>
                <a:cs typeface="Times New Roman"/>
              </a:rPr>
              <a:t> </a:t>
            </a:r>
            <a:r>
              <a:rPr sz="1400" b="1" i="0" dirty="0" err="1">
                <a:solidFill>
                  <a:srgbClr val="111111"/>
                </a:solidFill>
                <a:latin typeface="Times New Roman"/>
                <a:ea typeface="Times New Roman"/>
                <a:cs typeface="Times New Roman"/>
              </a:rPr>
              <a:t>thế</a:t>
            </a:r>
            <a:r>
              <a:rPr sz="1400" b="1" i="0" dirty="0">
                <a:solidFill>
                  <a:srgbClr val="111111"/>
                </a:solidFill>
                <a:latin typeface="Times New Roman"/>
                <a:ea typeface="Times New Roman"/>
                <a:cs typeface="Times New Roman"/>
              </a:rPr>
              <a:t> support counting.</a:t>
            </a:r>
          </a:p>
        </p:txBody>
      </p:sp>
    </p:spTree>
    <p:extLst>
      <p:ext uri="{BB962C8B-B14F-4D97-AF65-F5344CB8AC3E}">
        <p14:creationId xmlns:p14="http://schemas.microsoft.com/office/powerpoint/2010/main" val="3002536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82969-3C17-7D2F-B034-DBA75BA6EB4E}"/>
            </a:ext>
          </a:extLst>
        </p:cNvPr>
        <p:cNvGrpSpPr/>
        <p:nvPr/>
      </p:nvGrpSpPr>
      <p:grpSpPr>
        <a:xfrm>
          <a:off x="0" y="0"/>
          <a:ext cx="0" cy="0"/>
          <a:chOff x="0" y="0"/>
          <a:chExt cx="0" cy="0"/>
        </a:xfrm>
      </p:grpSpPr>
      <p:grpSp>
        <p:nvGrpSpPr>
          <p:cNvPr id="4" name="Group 5">
            <a:extLst>
              <a:ext uri="{FF2B5EF4-FFF2-40B4-BE49-F238E27FC236}">
                <a16:creationId xmlns:a16="http://schemas.microsoft.com/office/drawing/2014/main" id="{5E671554-7088-DE9C-C87A-C6C018D719C0}"/>
              </a:ext>
            </a:extLst>
          </p:cNvPr>
          <p:cNvGrpSpPr/>
          <p:nvPr/>
        </p:nvGrpSpPr>
        <p:grpSpPr>
          <a:xfrm>
            <a:off x="-127300" y="4969883"/>
            <a:ext cx="9304283" cy="284619"/>
            <a:chOff x="0" y="0"/>
            <a:chExt cx="24811420" cy="758984"/>
          </a:xfrm>
        </p:grpSpPr>
        <p:sp>
          <p:nvSpPr>
            <p:cNvPr id="5" name="Freeform 6">
              <a:extLst>
                <a:ext uri="{FF2B5EF4-FFF2-40B4-BE49-F238E27FC236}">
                  <a16:creationId xmlns:a16="http://schemas.microsoft.com/office/drawing/2014/main" id="{FCF11461-82EA-3722-F0BC-E5148920A40A}"/>
                </a:ext>
              </a:extLst>
            </p:cNvPr>
            <p:cNvSpPr/>
            <p:nvPr/>
          </p:nvSpPr>
          <p:spPr>
            <a:xfrm>
              <a:off x="0" y="0"/>
              <a:ext cx="24811482" cy="758952"/>
            </a:xfrm>
            <a:custGeom>
              <a:avLst/>
              <a:gdLst/>
              <a:ahLst/>
              <a:cxnLst/>
              <a:rect l="l" t="t" r="r" b="b"/>
              <a:pathLst>
                <a:path w="24811482" h="758952">
                  <a:moveTo>
                    <a:pt x="285242" y="0"/>
                  </a:moveTo>
                  <a:lnTo>
                    <a:pt x="24811482" y="0"/>
                  </a:lnTo>
                  <a:lnTo>
                    <a:pt x="24811482" y="740410"/>
                  </a:lnTo>
                  <a:lnTo>
                    <a:pt x="0" y="758952"/>
                  </a:lnTo>
                  <a:lnTo>
                    <a:pt x="285242" y="0"/>
                  </a:lnTo>
                  <a:close/>
                </a:path>
              </a:pathLst>
            </a:custGeom>
            <a:solidFill>
              <a:srgbClr val="E95856"/>
            </a:solidFill>
            <a:ln w="12700">
              <a:solidFill>
                <a:srgbClr val="000000"/>
              </a:solidFill>
            </a:ln>
          </p:spPr>
        </p:sp>
      </p:grpSp>
      <p:sp>
        <p:nvSpPr>
          <p:cNvPr id="16" name="Slide Number Placeholder 14">
            <a:extLst>
              <a:ext uri="{FF2B5EF4-FFF2-40B4-BE49-F238E27FC236}">
                <a16:creationId xmlns:a16="http://schemas.microsoft.com/office/drawing/2014/main" id="{F6824DA7-6034-9D88-3F84-ED7647B686BE}"/>
              </a:ext>
            </a:extLst>
          </p:cNvPr>
          <p:cNvSpPr>
            <a:spLocks noGrp="1"/>
          </p:cNvSpPr>
          <p:nvPr/>
        </p:nvSpPr>
        <p:spPr>
          <a:xfrm>
            <a:off x="8347710" y="4970145"/>
            <a:ext cx="795655" cy="259715"/>
          </a:xfrm>
        </p:spPr>
        <p:txBody>
          <a:bodyPr/>
          <a:lst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a:lstStyle>
          <a:p>
            <a:pPr algn="ctr">
              <a:buNone/>
            </a:pPr>
            <a:fld id="{A4E99CEF-AF55-BA3C-ADF8-4E52E186DD8F}" type="slidenum">
              <a:rPr>
                <a:latin typeface="Times New Roman"/>
                <a:ea typeface="Times New Roman"/>
                <a:cs typeface="Times New Roman"/>
              </a:rPr>
              <a:t>24</a:t>
            </a:fld>
            <a:endParaRPr>
              <a:latin typeface="Times New Roman"/>
              <a:ea typeface="Times New Roman"/>
              <a:cs typeface="Times New Roman"/>
            </a:endParaRPr>
          </a:p>
        </p:txBody>
      </p:sp>
      <p:grpSp>
        <p:nvGrpSpPr>
          <p:cNvPr id="2" name="Group 3">
            <a:extLst>
              <a:ext uri="{FF2B5EF4-FFF2-40B4-BE49-F238E27FC236}">
                <a16:creationId xmlns:a16="http://schemas.microsoft.com/office/drawing/2014/main" id="{5DE787DF-6509-0203-722E-ADA5057E8AF3}"/>
              </a:ext>
            </a:extLst>
          </p:cNvPr>
          <p:cNvGrpSpPr/>
          <p:nvPr/>
        </p:nvGrpSpPr>
        <p:grpSpPr>
          <a:xfrm>
            <a:off x="0" y="-19526"/>
            <a:ext cx="9144000" cy="535020"/>
            <a:chOff x="0" y="0"/>
            <a:chExt cx="24384000" cy="1426718"/>
          </a:xfrm>
        </p:grpSpPr>
        <p:sp>
          <p:nvSpPr>
            <p:cNvPr id="3" name="Freeform 4">
              <a:extLst>
                <a:ext uri="{FF2B5EF4-FFF2-40B4-BE49-F238E27FC236}">
                  <a16:creationId xmlns:a16="http://schemas.microsoft.com/office/drawing/2014/main" id="{AD13CAA0-36B0-371E-851B-B59F46CD2CD2}"/>
                </a:ext>
              </a:extLst>
            </p:cNvPr>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E95856"/>
            </a:solidFill>
            <a:ln w="12700">
              <a:solidFill>
                <a:srgbClr val="000000"/>
              </a:solidFill>
            </a:ln>
          </p:spPr>
        </p:sp>
      </p:grpSp>
      <p:grpSp>
        <p:nvGrpSpPr>
          <p:cNvPr id="6" name="Group 7">
            <a:extLst>
              <a:ext uri="{FF2B5EF4-FFF2-40B4-BE49-F238E27FC236}">
                <a16:creationId xmlns:a16="http://schemas.microsoft.com/office/drawing/2014/main" id="{68D9711F-A3D0-8724-2995-EFA75407E31C}"/>
              </a:ext>
            </a:extLst>
          </p:cNvPr>
          <p:cNvGrpSpPr/>
          <p:nvPr/>
        </p:nvGrpSpPr>
        <p:grpSpPr>
          <a:xfrm>
            <a:off x="514350" y="4969883"/>
            <a:ext cx="7833601" cy="76945"/>
            <a:chOff x="0" y="0"/>
            <a:chExt cx="20889601" cy="205185"/>
          </a:xfrm>
        </p:grpSpPr>
        <p:sp>
          <p:nvSpPr>
            <p:cNvPr id="7" name="Freeform 8">
              <a:extLst>
                <a:ext uri="{FF2B5EF4-FFF2-40B4-BE49-F238E27FC236}">
                  <a16:creationId xmlns:a16="http://schemas.microsoft.com/office/drawing/2014/main" id="{0CFA6A9B-855F-9A17-2F7C-B3C3C0645396}"/>
                </a:ext>
              </a:extLst>
            </p:cNvPr>
            <p:cNvSpPr/>
            <p:nvPr/>
          </p:nvSpPr>
          <p:spPr>
            <a:xfrm>
              <a:off x="0" y="0"/>
              <a:ext cx="20889595" cy="205232"/>
            </a:xfrm>
            <a:custGeom>
              <a:avLst/>
              <a:gdLst/>
              <a:ahLst/>
              <a:cxnLst/>
              <a:rect l="l" t="t" r="r" b="b"/>
              <a:pathLst>
                <a:path w="20889595" h="205232">
                  <a:moveTo>
                    <a:pt x="0" y="0"/>
                  </a:moveTo>
                  <a:lnTo>
                    <a:pt x="20889595" y="0"/>
                  </a:lnTo>
                  <a:lnTo>
                    <a:pt x="20889595" y="205232"/>
                  </a:lnTo>
                  <a:lnTo>
                    <a:pt x="0" y="205232"/>
                  </a:lnTo>
                  <a:lnTo>
                    <a:pt x="0" y="0"/>
                  </a:lnTo>
                  <a:close/>
                </a:path>
              </a:pathLst>
            </a:custGeom>
            <a:blipFill>
              <a:blip r:embed="rId3"/>
              <a:stretch>
                <a:fillRect t="-17868" b="-17845"/>
              </a:stretch>
            </a:blipFill>
          </p:spPr>
        </p:sp>
      </p:grpSp>
      <p:grpSp>
        <p:nvGrpSpPr>
          <p:cNvPr id="8" name="Group 9">
            <a:extLst>
              <a:ext uri="{FF2B5EF4-FFF2-40B4-BE49-F238E27FC236}">
                <a16:creationId xmlns:a16="http://schemas.microsoft.com/office/drawing/2014/main" id="{0915B681-E288-7AF9-F378-8494C4E11B90}"/>
              </a:ext>
            </a:extLst>
          </p:cNvPr>
          <p:cNvGrpSpPr/>
          <p:nvPr/>
        </p:nvGrpSpPr>
        <p:grpSpPr>
          <a:xfrm>
            <a:off x="238964" y="1668"/>
            <a:ext cx="2467785" cy="513826"/>
            <a:chOff x="0" y="0"/>
            <a:chExt cx="6580759" cy="1370203"/>
          </a:xfrm>
        </p:grpSpPr>
        <p:sp>
          <p:nvSpPr>
            <p:cNvPr id="9" name="Freeform 10" descr="A black background with white text  Description automatically generated">
              <a:extLst>
                <a:ext uri="{FF2B5EF4-FFF2-40B4-BE49-F238E27FC236}">
                  <a16:creationId xmlns:a16="http://schemas.microsoft.com/office/drawing/2014/main" id="{6FEF0FC9-111B-97B8-0E14-4B9798B1B4DE}"/>
                </a:ext>
              </a:extLst>
            </p:cNvPr>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4"/>
              <a:stretch>
                <a:fillRect l="-194" r="-194"/>
              </a:stretch>
            </a:blipFill>
          </p:spPr>
        </p:sp>
      </p:grpSp>
      <p:sp>
        <p:nvSpPr>
          <p:cNvPr id="11" name="Hình chữ nhật 10">
            <a:extLst>
              <a:ext uri="{FF2B5EF4-FFF2-40B4-BE49-F238E27FC236}">
                <a16:creationId xmlns:a16="http://schemas.microsoft.com/office/drawing/2014/main" id="{9A7D3898-4558-8CB7-8FAC-8368D8A46EFD}"/>
              </a:ext>
            </a:extLst>
          </p:cNvPr>
          <p:cNvSpPr>
            <a:spLocks noGrp="1"/>
          </p:cNvSpPr>
          <p:nvPr/>
        </p:nvSpPr>
        <p:spPr>
          <a:xfrm>
            <a:off x="628507" y="857988"/>
            <a:ext cx="8334375" cy="285750"/>
          </a:xfrm>
          <a:prstGeom prst="rect">
            <a:avLst/>
          </a:prstGeom>
          <a:noFill/>
          <a:ln w="0">
            <a:noFill/>
            <a:prstDash val="solid"/>
          </a:ln>
        </p:spPr>
        <p:txBody>
          <a:bodyPr lIns="9525" tIns="9525" rIns="19050" bIns="9525" anchor="t">
            <a:noAutofit/>
          </a:bodyPr>
          <a:lstStyle/>
          <a:p>
            <a:pPr>
              <a:lnSpc>
                <a:spcPct val="102000"/>
              </a:lnSpc>
              <a:buNone/>
              <a:defRPr sz="1875" b="1" i="0">
                <a:solidFill>
                  <a:srgbClr val="111111"/>
                </a:solidFill>
                <a:latin typeface="Times New Roman"/>
                <a:ea typeface="Times New Roman"/>
                <a:cs typeface="Times New Roman"/>
              </a:defRPr>
            </a:pPr>
            <a:endParaRPr lang="vi-VN" sz="2400" b="1" i="0" dirty="0">
              <a:solidFill>
                <a:srgbClr val="111111"/>
              </a:solidFill>
              <a:latin typeface="Times New Roman"/>
              <a:ea typeface="Times New Roman"/>
              <a:cs typeface="Times New Roman"/>
            </a:endParaRPr>
          </a:p>
        </p:txBody>
      </p:sp>
      <p:sp>
        <p:nvSpPr>
          <p:cNvPr id="14" name="Hình chữ nhật 13">
            <a:extLst>
              <a:ext uri="{FF2B5EF4-FFF2-40B4-BE49-F238E27FC236}">
                <a16:creationId xmlns:a16="http://schemas.microsoft.com/office/drawing/2014/main" id="{DF59D7CE-9F0F-08A8-BF08-7D5F53615C43}"/>
              </a:ext>
            </a:extLst>
          </p:cNvPr>
          <p:cNvSpPr>
            <a:spLocks noGrp="1"/>
          </p:cNvSpPr>
          <p:nvPr/>
        </p:nvSpPr>
        <p:spPr>
          <a:xfrm>
            <a:off x="8382000" y="5063990"/>
            <a:ext cx="476250" cy="190500"/>
          </a:xfrm>
          <a:prstGeom prst="rect">
            <a:avLst/>
          </a:prstGeom>
          <a:noFill/>
          <a:ln w="0">
            <a:noFill/>
            <a:prstDash val="solid"/>
          </a:ln>
        </p:spPr>
        <p:txBody>
          <a:bodyPr lIns="9525" tIns="9525" rIns="19050" bIns="9525" anchor="t">
            <a:normAutofit/>
          </a:bodyPr>
          <a:lstStyle/>
          <a:p>
            <a:pPr>
              <a:lnSpc>
                <a:spcPct val="102000"/>
              </a:lnSpc>
              <a:buNone/>
              <a:defRPr sz="825" b="0" i="0">
                <a:solidFill>
                  <a:srgbClr val="111111"/>
                </a:solidFill>
                <a:latin typeface="Arial"/>
                <a:ea typeface="Arial"/>
                <a:cs typeface="Arial"/>
              </a:defRPr>
            </a:pPr>
            <a:endParaRPr sz="825" b="0" i="0" dirty="0">
              <a:solidFill>
                <a:srgbClr val="111111"/>
              </a:solidFill>
              <a:latin typeface="Arial"/>
              <a:ea typeface="Arial"/>
              <a:cs typeface="Arial"/>
            </a:endParaRPr>
          </a:p>
        </p:txBody>
      </p:sp>
      <p:sp>
        <p:nvSpPr>
          <p:cNvPr id="10" name="Hình chữ nhật 9">
            <a:extLst>
              <a:ext uri="{FF2B5EF4-FFF2-40B4-BE49-F238E27FC236}">
                <a16:creationId xmlns:a16="http://schemas.microsoft.com/office/drawing/2014/main" id="{E3D01D4E-0226-9857-5A6B-582FFF1BD516}"/>
              </a:ext>
            </a:extLst>
          </p:cNvPr>
          <p:cNvSpPr>
            <a:spLocks noGrp="1"/>
          </p:cNvSpPr>
          <p:nvPr/>
        </p:nvSpPr>
        <p:spPr>
          <a:xfrm>
            <a:off x="590407" y="670798"/>
            <a:ext cx="8334375" cy="285750"/>
          </a:xfrm>
          <a:prstGeom prst="rect">
            <a:avLst/>
          </a:prstGeom>
          <a:noFill/>
          <a:ln w="0">
            <a:noFill/>
            <a:prstDash val="solid"/>
          </a:ln>
        </p:spPr>
        <p:txBody>
          <a:bodyPr lIns="9525" tIns="9525" rIns="19050" bIns="9525" anchor="t">
            <a:noAutofit/>
          </a:bodyPr>
          <a:lstStyle/>
          <a:p>
            <a:pPr>
              <a:lnSpc>
                <a:spcPct val="102000"/>
              </a:lnSpc>
              <a:buNone/>
              <a:defRPr sz="1875" b="1" i="0">
                <a:solidFill>
                  <a:srgbClr val="111111"/>
                </a:solidFill>
                <a:latin typeface="Times New Roman"/>
                <a:ea typeface="Times New Roman"/>
                <a:cs typeface="Times New Roman"/>
              </a:defRPr>
            </a:pPr>
            <a:r>
              <a:rPr sz="2400" b="1" i="0" dirty="0">
                <a:solidFill>
                  <a:srgbClr val="111111"/>
                </a:solidFill>
                <a:latin typeface="Times New Roman"/>
                <a:ea typeface="Times New Roman"/>
                <a:cs typeface="Times New Roman"/>
              </a:rPr>
              <a:t>4. VÍ DỤ MINH HỌA</a:t>
            </a:r>
          </a:p>
        </p:txBody>
      </p:sp>
      <p:sp>
        <p:nvSpPr>
          <p:cNvPr id="13" name="Hình chữ nhật 12">
            <a:extLst>
              <a:ext uri="{FF2B5EF4-FFF2-40B4-BE49-F238E27FC236}">
                <a16:creationId xmlns:a16="http://schemas.microsoft.com/office/drawing/2014/main" id="{2086EEBD-8263-5BF2-C894-41DA782B0921}"/>
              </a:ext>
            </a:extLst>
          </p:cNvPr>
          <p:cNvSpPr>
            <a:spLocks noGrp="1"/>
          </p:cNvSpPr>
          <p:nvPr/>
        </p:nvSpPr>
        <p:spPr>
          <a:xfrm>
            <a:off x="590407" y="985123"/>
            <a:ext cx="8334375" cy="295275"/>
          </a:xfrm>
          <a:prstGeom prst="rect">
            <a:avLst/>
          </a:prstGeom>
          <a:noFill/>
          <a:ln w="0">
            <a:noFill/>
            <a:prstDash val="solid"/>
          </a:ln>
        </p:spPr>
        <p:txBody>
          <a:bodyPr lIns="9525" tIns="9525" rIns="19050" bIns="9525" anchor="t">
            <a:normAutofit/>
          </a:bodyPr>
          <a:lstStyle/>
          <a:p>
            <a:pPr>
              <a:lnSpc>
                <a:spcPct val="102000"/>
              </a:lnSpc>
              <a:buNone/>
              <a:defRPr sz="1575" b="1" i="0">
                <a:solidFill>
                  <a:srgbClr val="111111"/>
                </a:solidFill>
                <a:latin typeface="Times New Roman"/>
                <a:ea typeface="Times New Roman"/>
                <a:cs typeface="Times New Roman"/>
              </a:defRPr>
            </a:pPr>
            <a:r>
              <a:rPr lang="vi-VN" b="1" i="0" dirty="0">
                <a:solidFill>
                  <a:srgbClr val="111111"/>
                </a:solidFill>
                <a:latin typeface="Times New Roman"/>
                <a:ea typeface="Times New Roman"/>
                <a:cs typeface="Times New Roman"/>
              </a:rPr>
              <a:t>4.1. Từ </a:t>
            </a:r>
            <a:r>
              <a:rPr lang="vi-VN" b="1" i="0" dirty="0" err="1">
                <a:solidFill>
                  <a:srgbClr val="111111"/>
                </a:solidFill>
                <a:latin typeface="Times New Roman"/>
                <a:ea typeface="Times New Roman"/>
                <a:cs typeface="Times New Roman"/>
              </a:rPr>
              <a:t>Data-IDList</a:t>
            </a:r>
            <a:r>
              <a:rPr lang="vi-VN" b="1" i="0" dirty="0">
                <a:solidFill>
                  <a:srgbClr val="111111"/>
                </a:solidFill>
                <a:latin typeface="Times New Roman"/>
                <a:ea typeface="Times New Roman"/>
                <a:cs typeface="Times New Roman"/>
              </a:rPr>
              <a:t> đầy đủ sang </a:t>
            </a:r>
            <a:r>
              <a:rPr lang="vi-VN" b="1" i="0" dirty="0" err="1">
                <a:solidFill>
                  <a:srgbClr val="111111"/>
                </a:solidFill>
                <a:latin typeface="Times New Roman"/>
                <a:ea typeface="Times New Roman"/>
                <a:cs typeface="Times New Roman"/>
              </a:rPr>
              <a:t>Pseudo-IDList</a:t>
            </a:r>
            <a:endParaRPr b="1" i="0" dirty="0">
              <a:solidFill>
                <a:srgbClr val="111111"/>
              </a:solidFill>
              <a:latin typeface="Times New Roman"/>
              <a:ea typeface="Times New Roman"/>
              <a:cs typeface="Times New Roman"/>
            </a:endParaRPr>
          </a:p>
        </p:txBody>
      </p:sp>
      <p:sp>
        <p:nvSpPr>
          <p:cNvPr id="18" name="Hình chữ nhật 17">
            <a:extLst>
              <a:ext uri="{FF2B5EF4-FFF2-40B4-BE49-F238E27FC236}">
                <a16:creationId xmlns:a16="http://schemas.microsoft.com/office/drawing/2014/main" id="{7D4528D6-DEB9-F68E-2004-81AE8EDC8553}"/>
              </a:ext>
            </a:extLst>
          </p:cNvPr>
          <p:cNvSpPr>
            <a:spLocks noGrp="1"/>
          </p:cNvSpPr>
          <p:nvPr/>
        </p:nvSpPr>
        <p:spPr>
          <a:xfrm>
            <a:off x="8343900" y="4876800"/>
            <a:ext cx="476250" cy="190500"/>
          </a:xfrm>
          <a:prstGeom prst="rect">
            <a:avLst/>
          </a:prstGeom>
          <a:noFill/>
          <a:ln w="0">
            <a:noFill/>
            <a:prstDash val="solid"/>
          </a:ln>
        </p:spPr>
        <p:txBody>
          <a:bodyPr lIns="9525" tIns="9525" rIns="19050" bIns="9525" anchor="t">
            <a:normAutofit/>
          </a:bodyPr>
          <a:lstStyle/>
          <a:p>
            <a:pPr>
              <a:lnSpc>
                <a:spcPct val="102000"/>
              </a:lnSpc>
              <a:buNone/>
              <a:defRPr sz="825" b="0" i="0">
                <a:solidFill>
                  <a:srgbClr val="111111"/>
                </a:solidFill>
                <a:latin typeface="Arial"/>
                <a:ea typeface="Arial"/>
                <a:cs typeface="Arial"/>
              </a:defRPr>
            </a:pPr>
            <a:endParaRPr sz="825" b="0" i="0" dirty="0">
              <a:solidFill>
                <a:srgbClr val="111111"/>
              </a:solidFill>
              <a:latin typeface="Arial"/>
              <a:ea typeface="Arial"/>
              <a:cs typeface="Arial"/>
            </a:endParaRPr>
          </a:p>
        </p:txBody>
      </p:sp>
      <p:sp>
        <p:nvSpPr>
          <p:cNvPr id="19" name="Hình chữ nhật 18">
            <a:extLst>
              <a:ext uri="{FF2B5EF4-FFF2-40B4-BE49-F238E27FC236}">
                <a16:creationId xmlns:a16="http://schemas.microsoft.com/office/drawing/2014/main" id="{4F8D4648-4ED3-6501-8879-BB1256898D2D}"/>
              </a:ext>
            </a:extLst>
          </p:cNvPr>
          <p:cNvSpPr>
            <a:spLocks noGrp="1"/>
          </p:cNvSpPr>
          <p:nvPr/>
        </p:nvSpPr>
        <p:spPr>
          <a:xfrm>
            <a:off x="609457" y="1413748"/>
            <a:ext cx="2857500" cy="3143250"/>
          </a:xfrm>
          <a:prstGeom prst="rect">
            <a:avLst/>
          </a:prstGeom>
          <a:noFill/>
          <a:ln w="0">
            <a:noFill/>
            <a:prstDash val="solid"/>
          </a:ln>
        </p:spPr>
        <p:txBody>
          <a:bodyPr lIns="9525" tIns="9525" rIns="19050" bIns="9525" anchor="t">
            <a:normAutofit/>
          </a:bodyPr>
          <a:lstStyle/>
          <a:p>
            <a:pPr>
              <a:lnSpc>
                <a:spcPct val="102000"/>
              </a:lnSpc>
              <a:buNone/>
              <a:defRPr sz="1313" b="0" i="0">
                <a:solidFill>
                  <a:srgbClr val="111111"/>
                </a:solidFill>
                <a:latin typeface="Times New Roman"/>
                <a:ea typeface="Times New Roman"/>
                <a:cs typeface="Times New Roman"/>
              </a:defRPr>
            </a:pPr>
            <a:r>
              <a:rPr sz="1400" b="0" i="0" dirty="0">
                <a:solidFill>
                  <a:srgbClr val="111111"/>
                </a:solidFill>
                <a:latin typeface="Times New Roman"/>
                <a:ea typeface="Times New Roman"/>
                <a:cs typeface="Times New Roman"/>
              </a:rPr>
              <a:t>Fig. 2 - </a:t>
            </a:r>
            <a:r>
              <a:rPr sz="1400" b="0" i="0" dirty="0" err="1">
                <a:solidFill>
                  <a:srgbClr val="111111"/>
                </a:solidFill>
                <a:latin typeface="Times New Roman"/>
                <a:ea typeface="Times New Roman"/>
                <a:cs typeface="Times New Roman"/>
              </a:rPr>
              <a:t>Nếu</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lưu</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đầy</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đủ</a:t>
            </a:r>
            <a:endParaRPr sz="1400" b="0" i="0" dirty="0">
              <a:solidFill>
                <a:srgbClr val="111111"/>
              </a:solidFill>
              <a:latin typeface="Times New Roman"/>
              <a:ea typeface="Times New Roman"/>
              <a:cs typeface="Times New Roman"/>
            </a:endParaRPr>
          </a:p>
          <a:p>
            <a:pPr>
              <a:lnSpc>
                <a:spcPct val="102000"/>
              </a:lnSpc>
              <a:buNone/>
              <a:defRPr sz="1313" b="0" i="0">
                <a:solidFill>
                  <a:srgbClr val="111111"/>
                </a:solidFill>
                <a:latin typeface="Times New Roman"/>
                <a:ea typeface="Times New Roman"/>
                <a:cs typeface="Times New Roman"/>
              </a:defRPr>
            </a:pP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Mỗi</a:t>
            </a:r>
            <a:r>
              <a:rPr sz="1400" b="0" i="0" dirty="0">
                <a:solidFill>
                  <a:srgbClr val="111111"/>
                </a:solidFill>
                <a:latin typeface="Times New Roman"/>
                <a:ea typeface="Times New Roman"/>
                <a:cs typeface="Times New Roman"/>
              </a:rPr>
              <a:t> pattern </a:t>
            </a:r>
            <a:r>
              <a:rPr sz="1400" b="0" i="0" dirty="0" err="1">
                <a:solidFill>
                  <a:srgbClr val="111111"/>
                </a:solidFill>
                <a:latin typeface="Times New Roman"/>
                <a:ea typeface="Times New Roman"/>
                <a:cs typeface="Times New Roman"/>
              </a:rPr>
              <a:t>giữ</a:t>
            </a:r>
            <a:r>
              <a:rPr sz="1400" b="0" i="0" dirty="0">
                <a:solidFill>
                  <a:srgbClr val="111111"/>
                </a:solidFill>
                <a:latin typeface="Times New Roman"/>
                <a:ea typeface="Times New Roman"/>
                <a:cs typeface="Times New Roman"/>
              </a:rPr>
              <a:t> UCID </a:t>
            </a:r>
            <a:r>
              <a:rPr sz="1400" b="0" i="0" dirty="0" err="1">
                <a:solidFill>
                  <a:srgbClr val="111111"/>
                </a:solidFill>
                <a:latin typeface="Times New Roman"/>
                <a:ea typeface="Times New Roman"/>
                <a:cs typeface="Times New Roman"/>
              </a:rPr>
              <a:t>và</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toàn</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bộ</a:t>
            </a:r>
            <a:r>
              <a:rPr sz="1400" b="0" i="0" dirty="0">
                <a:solidFill>
                  <a:srgbClr val="111111"/>
                </a:solidFill>
                <a:latin typeface="Times New Roman"/>
                <a:ea typeface="Times New Roman"/>
                <a:cs typeface="Times New Roman"/>
              </a:rPr>
              <a:t> position list.</a:t>
            </a:r>
          </a:p>
          <a:p>
            <a:pPr>
              <a:lnSpc>
                <a:spcPct val="102000"/>
              </a:lnSpc>
              <a:buNone/>
              <a:defRPr sz="1313" b="0" i="0">
                <a:solidFill>
                  <a:srgbClr val="111111"/>
                </a:solidFill>
                <a:latin typeface="Times New Roman"/>
                <a:ea typeface="Times New Roman"/>
                <a:cs typeface="Times New Roman"/>
              </a:defRPr>
            </a:pP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Nhiều</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dữ</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liệu</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vị</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trí</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bị</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lặp</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giữa</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các</a:t>
            </a:r>
            <a:r>
              <a:rPr sz="1400" b="0" i="0" dirty="0">
                <a:solidFill>
                  <a:srgbClr val="111111"/>
                </a:solidFill>
                <a:latin typeface="Times New Roman"/>
                <a:ea typeface="Times New Roman"/>
                <a:cs typeface="Times New Roman"/>
              </a:rPr>
              <a:t> candidate.</a:t>
            </a:r>
          </a:p>
          <a:p>
            <a:endParaRPr sz="1400" b="0" i="0" dirty="0">
              <a:solidFill>
                <a:srgbClr val="111111"/>
              </a:solidFill>
              <a:latin typeface="Times New Roman"/>
              <a:ea typeface="Times New Roman"/>
              <a:cs typeface="Times New Roman"/>
            </a:endParaRPr>
          </a:p>
          <a:p>
            <a:pPr>
              <a:lnSpc>
                <a:spcPct val="102000"/>
              </a:lnSpc>
              <a:buNone/>
              <a:defRPr sz="1313" b="0" i="0">
                <a:solidFill>
                  <a:srgbClr val="111111"/>
                </a:solidFill>
                <a:latin typeface="Times New Roman"/>
                <a:ea typeface="Times New Roman"/>
                <a:cs typeface="Times New Roman"/>
              </a:defRPr>
            </a:pPr>
            <a:r>
              <a:rPr sz="1400" b="0" i="0" dirty="0">
                <a:solidFill>
                  <a:srgbClr val="111111"/>
                </a:solidFill>
                <a:latin typeface="Times New Roman"/>
                <a:ea typeface="Times New Roman"/>
                <a:cs typeface="Times New Roman"/>
              </a:rPr>
              <a:t>Fig. 3 - Pseudo-</a:t>
            </a:r>
            <a:r>
              <a:rPr sz="1400" b="0" i="0" dirty="0" err="1">
                <a:solidFill>
                  <a:srgbClr val="111111"/>
                </a:solidFill>
                <a:latin typeface="Times New Roman"/>
                <a:ea typeface="Times New Roman"/>
                <a:cs typeface="Times New Roman"/>
              </a:rPr>
              <a:t>IDList</a:t>
            </a:r>
            <a:endParaRPr sz="1400" b="0" i="0" dirty="0">
              <a:solidFill>
                <a:srgbClr val="111111"/>
              </a:solidFill>
              <a:latin typeface="Times New Roman"/>
              <a:ea typeface="Times New Roman"/>
              <a:cs typeface="Times New Roman"/>
            </a:endParaRPr>
          </a:p>
          <a:p>
            <a:pPr>
              <a:lnSpc>
                <a:spcPct val="102000"/>
              </a:lnSpc>
              <a:buNone/>
              <a:defRPr sz="1313" b="0" i="0">
                <a:solidFill>
                  <a:srgbClr val="111111"/>
                </a:solidFill>
                <a:latin typeface="Times New Roman"/>
                <a:ea typeface="Times New Roman"/>
                <a:cs typeface="Times New Roman"/>
              </a:defRPr>
            </a:pPr>
            <a:r>
              <a:rPr sz="1400" b="0" i="0" dirty="0">
                <a:solidFill>
                  <a:srgbClr val="111111"/>
                </a:solidFill>
                <a:latin typeface="Times New Roman"/>
                <a:ea typeface="Times New Roman"/>
                <a:cs typeface="Times New Roman"/>
              </a:rPr>
              <a:t>• DIP </a:t>
            </a:r>
            <a:r>
              <a:rPr sz="1400" b="0" i="0" dirty="0" err="1">
                <a:solidFill>
                  <a:srgbClr val="111111"/>
                </a:solidFill>
                <a:latin typeface="Times New Roman"/>
                <a:ea typeface="Times New Roman"/>
                <a:cs typeface="Times New Roman"/>
              </a:rPr>
              <a:t>trỏ</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đến</a:t>
            </a:r>
            <a:r>
              <a:rPr sz="1400" b="0" i="0" dirty="0">
                <a:solidFill>
                  <a:srgbClr val="111111"/>
                </a:solidFill>
                <a:latin typeface="Times New Roman"/>
                <a:ea typeface="Times New Roman"/>
                <a:cs typeface="Times New Roman"/>
              </a:rPr>
              <a:t> Data-</a:t>
            </a:r>
            <a:r>
              <a:rPr sz="1400" b="0" i="0" dirty="0" err="1">
                <a:solidFill>
                  <a:srgbClr val="111111"/>
                </a:solidFill>
                <a:latin typeface="Times New Roman"/>
                <a:ea typeface="Times New Roman"/>
                <a:cs typeface="Times New Roman"/>
              </a:rPr>
              <a:t>IDList</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của</a:t>
            </a:r>
            <a:r>
              <a:rPr sz="1400" b="0" i="0" dirty="0">
                <a:solidFill>
                  <a:srgbClr val="111111"/>
                </a:solidFill>
                <a:latin typeface="Times New Roman"/>
                <a:ea typeface="Times New Roman"/>
                <a:cs typeface="Times New Roman"/>
              </a:rPr>
              <a:t> item </a:t>
            </a:r>
            <a:r>
              <a:rPr sz="1400" b="0" i="0" dirty="0" err="1">
                <a:solidFill>
                  <a:srgbClr val="111111"/>
                </a:solidFill>
                <a:latin typeface="Times New Roman"/>
                <a:ea typeface="Times New Roman"/>
                <a:cs typeface="Times New Roman"/>
              </a:rPr>
              <a:t>cuối</a:t>
            </a:r>
            <a:r>
              <a:rPr sz="1400" b="0" i="0" dirty="0">
                <a:solidFill>
                  <a:srgbClr val="111111"/>
                </a:solidFill>
                <a:latin typeface="Times New Roman"/>
                <a:ea typeface="Times New Roman"/>
                <a:cs typeface="Times New Roman"/>
              </a:rPr>
              <a:t>.</a:t>
            </a:r>
          </a:p>
          <a:p>
            <a:pPr>
              <a:lnSpc>
                <a:spcPct val="102000"/>
              </a:lnSpc>
              <a:buNone/>
              <a:defRPr sz="1313" b="0" i="0">
                <a:solidFill>
                  <a:srgbClr val="111111"/>
                </a:solidFill>
                <a:latin typeface="Times New Roman"/>
                <a:ea typeface="Times New Roman"/>
                <a:cs typeface="Times New Roman"/>
              </a:defRPr>
            </a:pPr>
            <a:r>
              <a:rPr sz="1400" b="0" i="0" dirty="0">
                <a:solidFill>
                  <a:srgbClr val="111111"/>
                </a:solidFill>
                <a:latin typeface="Times New Roman"/>
                <a:ea typeface="Times New Roman"/>
                <a:cs typeface="Times New Roman"/>
              </a:rPr>
              <a:t>• M </a:t>
            </a:r>
            <a:r>
              <a:rPr sz="1400" b="0" i="0" dirty="0" err="1">
                <a:solidFill>
                  <a:srgbClr val="111111"/>
                </a:solidFill>
                <a:latin typeface="Times New Roman"/>
                <a:ea typeface="Times New Roman"/>
                <a:cs typeface="Times New Roman"/>
              </a:rPr>
              <a:t>chỉ</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giữ</a:t>
            </a:r>
            <a:r>
              <a:rPr sz="1400" b="0" i="0" dirty="0">
                <a:solidFill>
                  <a:srgbClr val="111111"/>
                </a:solidFill>
                <a:latin typeface="Times New Roman"/>
                <a:ea typeface="Times New Roman"/>
                <a:cs typeface="Times New Roman"/>
              </a:rPr>
              <a:t> Local id, Data id </a:t>
            </a:r>
            <a:r>
              <a:rPr sz="1400" b="0" i="0" dirty="0" err="1">
                <a:solidFill>
                  <a:srgbClr val="111111"/>
                </a:solidFill>
                <a:latin typeface="Times New Roman"/>
                <a:ea typeface="Times New Roman"/>
                <a:cs typeface="Times New Roman"/>
              </a:rPr>
              <a:t>và</a:t>
            </a:r>
            <a:r>
              <a:rPr sz="1400" b="0" i="0" dirty="0">
                <a:solidFill>
                  <a:srgbClr val="111111"/>
                </a:solidFill>
                <a:latin typeface="Times New Roman"/>
                <a:ea typeface="Times New Roman"/>
                <a:cs typeface="Times New Roman"/>
              </a:rPr>
              <a:t> Start index.</a:t>
            </a:r>
          </a:p>
          <a:p>
            <a:pPr>
              <a:lnSpc>
                <a:spcPct val="102000"/>
              </a:lnSpc>
              <a:buNone/>
              <a:defRPr sz="1313" b="0" i="0">
                <a:solidFill>
                  <a:srgbClr val="111111"/>
                </a:solidFill>
                <a:latin typeface="Times New Roman"/>
                <a:ea typeface="Times New Roman"/>
                <a:cs typeface="Times New Roman"/>
              </a:defRPr>
            </a:pPr>
            <a:r>
              <a:rPr sz="1400" b="0" i="0" dirty="0">
                <a:solidFill>
                  <a:srgbClr val="111111"/>
                </a:solidFill>
                <a:latin typeface="Times New Roman"/>
                <a:ea typeface="Times New Roman"/>
                <a:cs typeface="Times New Roman"/>
              </a:rPr>
              <a:t>• Support </a:t>
            </a:r>
            <a:r>
              <a:rPr sz="1400" b="0" i="0" dirty="0" err="1">
                <a:solidFill>
                  <a:srgbClr val="111111"/>
                </a:solidFill>
                <a:latin typeface="Times New Roman"/>
                <a:ea typeface="Times New Roman"/>
                <a:cs typeface="Times New Roman"/>
              </a:rPr>
              <a:t>là</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số</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hàng</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của</a:t>
            </a:r>
            <a:r>
              <a:rPr sz="1400" b="0" i="0" dirty="0">
                <a:solidFill>
                  <a:srgbClr val="111111"/>
                </a:solidFill>
                <a:latin typeface="Times New Roman"/>
                <a:ea typeface="Times New Roman"/>
                <a:cs typeface="Times New Roman"/>
              </a:rPr>
              <a:t> M: &lt;</a:t>
            </a:r>
            <a:r>
              <a:rPr sz="1400" b="0" i="0" dirty="0" err="1">
                <a:solidFill>
                  <a:srgbClr val="111111"/>
                </a:solidFill>
                <a:latin typeface="Times New Roman"/>
                <a:ea typeface="Times New Roman"/>
                <a:cs typeface="Times New Roman"/>
              </a:rPr>
              <a:t>a,a</a:t>
            </a:r>
            <a:r>
              <a:rPr sz="1400" b="0" i="0" dirty="0">
                <a:solidFill>
                  <a:srgbClr val="111111"/>
                </a:solidFill>
                <a:latin typeface="Times New Roman"/>
                <a:ea typeface="Times New Roman"/>
                <a:cs typeface="Times New Roman"/>
              </a:rPr>
              <a:t>&gt;=3; &lt;</a:t>
            </a:r>
            <a:r>
              <a:rPr sz="1400" b="0" i="0" dirty="0" err="1">
                <a:solidFill>
                  <a:srgbClr val="111111"/>
                </a:solidFill>
                <a:latin typeface="Times New Roman"/>
                <a:ea typeface="Times New Roman"/>
                <a:cs typeface="Times New Roman"/>
              </a:rPr>
              <a:t>a,b</a:t>
            </a:r>
            <a:r>
              <a:rPr sz="1400" b="0" i="0" dirty="0">
                <a:solidFill>
                  <a:srgbClr val="111111"/>
                </a:solidFill>
                <a:latin typeface="Times New Roman"/>
                <a:ea typeface="Times New Roman"/>
                <a:cs typeface="Times New Roman"/>
              </a:rPr>
              <a:t>&gt;=4; &lt;</a:t>
            </a:r>
            <a:r>
              <a:rPr sz="1400" b="0" i="0" dirty="0" err="1">
                <a:solidFill>
                  <a:srgbClr val="111111"/>
                </a:solidFill>
                <a:latin typeface="Times New Roman"/>
                <a:ea typeface="Times New Roman"/>
                <a:cs typeface="Times New Roman"/>
              </a:rPr>
              <a:t>a,c</a:t>
            </a:r>
            <a:r>
              <a:rPr sz="1400" b="0" i="0" dirty="0">
                <a:solidFill>
                  <a:srgbClr val="111111"/>
                </a:solidFill>
                <a:latin typeface="Times New Roman"/>
                <a:ea typeface="Times New Roman"/>
                <a:cs typeface="Times New Roman"/>
              </a:rPr>
              <a:t>&gt;=2.</a:t>
            </a:r>
          </a:p>
        </p:txBody>
      </p:sp>
      <p:pic>
        <p:nvPicPr>
          <p:cNvPr id="20" name="Hình ảnh 19">
            <a:extLst>
              <a:ext uri="{FF2B5EF4-FFF2-40B4-BE49-F238E27FC236}">
                <a16:creationId xmlns:a16="http://schemas.microsoft.com/office/drawing/2014/main" id="{87B0A602-202E-D55D-CDED-28D2E4F2E48A}"/>
              </a:ext>
            </a:extLst>
          </p:cNvPr>
          <p:cNvPicPr>
            <a:picLocks noChangeAspect="1"/>
          </p:cNvPicPr>
          <p:nvPr/>
        </p:nvPicPr>
        <p:blipFill>
          <a:blip r:embed="rId5"/>
          <a:stretch/>
        </p:blipFill>
        <p:spPr>
          <a:xfrm>
            <a:off x="4674089" y="1318498"/>
            <a:ext cx="3329310" cy="3476625"/>
          </a:xfrm>
          <a:prstGeom prst="rect">
            <a:avLst/>
          </a:prstGeom>
        </p:spPr>
      </p:pic>
    </p:spTree>
    <p:extLst>
      <p:ext uri="{BB962C8B-B14F-4D97-AF65-F5344CB8AC3E}">
        <p14:creationId xmlns:p14="http://schemas.microsoft.com/office/powerpoint/2010/main" val="25534701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87204-920A-4F78-98AE-A93D2BAF976A}"/>
            </a:ext>
          </a:extLst>
        </p:cNvPr>
        <p:cNvGrpSpPr/>
        <p:nvPr/>
      </p:nvGrpSpPr>
      <p:grpSpPr>
        <a:xfrm>
          <a:off x="0" y="0"/>
          <a:ext cx="0" cy="0"/>
          <a:chOff x="0" y="0"/>
          <a:chExt cx="0" cy="0"/>
        </a:xfrm>
      </p:grpSpPr>
      <p:grpSp>
        <p:nvGrpSpPr>
          <p:cNvPr id="4" name="Group 5">
            <a:extLst>
              <a:ext uri="{FF2B5EF4-FFF2-40B4-BE49-F238E27FC236}">
                <a16:creationId xmlns:a16="http://schemas.microsoft.com/office/drawing/2014/main" id="{9012CC7D-5275-0A05-2B76-F5096C9AA08E}"/>
              </a:ext>
            </a:extLst>
          </p:cNvPr>
          <p:cNvGrpSpPr/>
          <p:nvPr/>
        </p:nvGrpSpPr>
        <p:grpSpPr>
          <a:xfrm>
            <a:off x="-127300" y="4969883"/>
            <a:ext cx="9304283" cy="284619"/>
            <a:chOff x="0" y="0"/>
            <a:chExt cx="24811420" cy="758984"/>
          </a:xfrm>
        </p:grpSpPr>
        <p:sp>
          <p:nvSpPr>
            <p:cNvPr id="5" name="Freeform 6">
              <a:extLst>
                <a:ext uri="{FF2B5EF4-FFF2-40B4-BE49-F238E27FC236}">
                  <a16:creationId xmlns:a16="http://schemas.microsoft.com/office/drawing/2014/main" id="{3E16783C-5364-6F1A-8469-A1944B4D4A7C}"/>
                </a:ext>
              </a:extLst>
            </p:cNvPr>
            <p:cNvSpPr/>
            <p:nvPr/>
          </p:nvSpPr>
          <p:spPr>
            <a:xfrm>
              <a:off x="0" y="0"/>
              <a:ext cx="24811482" cy="758952"/>
            </a:xfrm>
            <a:custGeom>
              <a:avLst/>
              <a:gdLst/>
              <a:ahLst/>
              <a:cxnLst/>
              <a:rect l="l" t="t" r="r" b="b"/>
              <a:pathLst>
                <a:path w="24811482" h="758952">
                  <a:moveTo>
                    <a:pt x="285242" y="0"/>
                  </a:moveTo>
                  <a:lnTo>
                    <a:pt x="24811482" y="0"/>
                  </a:lnTo>
                  <a:lnTo>
                    <a:pt x="24811482" y="740410"/>
                  </a:lnTo>
                  <a:lnTo>
                    <a:pt x="0" y="758952"/>
                  </a:lnTo>
                  <a:lnTo>
                    <a:pt x="285242" y="0"/>
                  </a:lnTo>
                  <a:close/>
                </a:path>
              </a:pathLst>
            </a:custGeom>
            <a:solidFill>
              <a:srgbClr val="E95856"/>
            </a:solidFill>
            <a:ln w="12700">
              <a:solidFill>
                <a:srgbClr val="000000"/>
              </a:solidFill>
            </a:ln>
          </p:spPr>
        </p:sp>
      </p:grpSp>
      <p:sp>
        <p:nvSpPr>
          <p:cNvPr id="16" name="Slide Number Placeholder 14">
            <a:extLst>
              <a:ext uri="{FF2B5EF4-FFF2-40B4-BE49-F238E27FC236}">
                <a16:creationId xmlns:a16="http://schemas.microsoft.com/office/drawing/2014/main" id="{00A9D390-C86B-16BA-D9B4-71EF48C48B12}"/>
              </a:ext>
            </a:extLst>
          </p:cNvPr>
          <p:cNvSpPr>
            <a:spLocks noGrp="1"/>
          </p:cNvSpPr>
          <p:nvPr/>
        </p:nvSpPr>
        <p:spPr>
          <a:xfrm>
            <a:off x="8347710" y="4970145"/>
            <a:ext cx="795655" cy="259715"/>
          </a:xfrm>
        </p:spPr>
        <p:txBody>
          <a:bodyPr/>
          <a:lst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a:lstStyle>
          <a:p>
            <a:pPr algn="ctr">
              <a:buNone/>
            </a:pPr>
            <a:fld id="{A4E99CEF-AF55-BA3C-ADF8-4E52E186DD8F}" type="slidenum">
              <a:rPr>
                <a:latin typeface="Times New Roman"/>
                <a:ea typeface="Times New Roman"/>
                <a:cs typeface="Times New Roman"/>
              </a:rPr>
              <a:t>25</a:t>
            </a:fld>
            <a:endParaRPr>
              <a:latin typeface="Times New Roman"/>
              <a:ea typeface="Times New Roman"/>
              <a:cs typeface="Times New Roman"/>
            </a:endParaRPr>
          </a:p>
        </p:txBody>
      </p:sp>
      <p:grpSp>
        <p:nvGrpSpPr>
          <p:cNvPr id="2" name="Group 3">
            <a:extLst>
              <a:ext uri="{FF2B5EF4-FFF2-40B4-BE49-F238E27FC236}">
                <a16:creationId xmlns:a16="http://schemas.microsoft.com/office/drawing/2014/main" id="{5CEFBECF-F129-647F-17DD-A88924B03C86}"/>
              </a:ext>
            </a:extLst>
          </p:cNvPr>
          <p:cNvGrpSpPr/>
          <p:nvPr/>
        </p:nvGrpSpPr>
        <p:grpSpPr>
          <a:xfrm>
            <a:off x="0" y="-19526"/>
            <a:ext cx="9144000" cy="535020"/>
            <a:chOff x="0" y="0"/>
            <a:chExt cx="24384000" cy="1426718"/>
          </a:xfrm>
        </p:grpSpPr>
        <p:sp>
          <p:nvSpPr>
            <p:cNvPr id="3" name="Freeform 4">
              <a:extLst>
                <a:ext uri="{FF2B5EF4-FFF2-40B4-BE49-F238E27FC236}">
                  <a16:creationId xmlns:a16="http://schemas.microsoft.com/office/drawing/2014/main" id="{835D29B4-EFD8-A71C-AC73-0746FB86B1AB}"/>
                </a:ext>
              </a:extLst>
            </p:cNvPr>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E95856"/>
            </a:solidFill>
            <a:ln w="12700">
              <a:solidFill>
                <a:srgbClr val="000000"/>
              </a:solidFill>
            </a:ln>
          </p:spPr>
        </p:sp>
      </p:grpSp>
      <p:grpSp>
        <p:nvGrpSpPr>
          <p:cNvPr id="6" name="Group 7">
            <a:extLst>
              <a:ext uri="{FF2B5EF4-FFF2-40B4-BE49-F238E27FC236}">
                <a16:creationId xmlns:a16="http://schemas.microsoft.com/office/drawing/2014/main" id="{08DD58ED-0E28-FCD9-9BF3-BF67E235FF2C}"/>
              </a:ext>
            </a:extLst>
          </p:cNvPr>
          <p:cNvGrpSpPr/>
          <p:nvPr/>
        </p:nvGrpSpPr>
        <p:grpSpPr>
          <a:xfrm>
            <a:off x="514350" y="4969883"/>
            <a:ext cx="7833601" cy="76945"/>
            <a:chOff x="0" y="0"/>
            <a:chExt cx="20889601" cy="205185"/>
          </a:xfrm>
        </p:grpSpPr>
        <p:sp>
          <p:nvSpPr>
            <p:cNvPr id="7" name="Freeform 8">
              <a:extLst>
                <a:ext uri="{FF2B5EF4-FFF2-40B4-BE49-F238E27FC236}">
                  <a16:creationId xmlns:a16="http://schemas.microsoft.com/office/drawing/2014/main" id="{7CEBB6A0-896C-F475-524C-EEAC51350019}"/>
                </a:ext>
              </a:extLst>
            </p:cNvPr>
            <p:cNvSpPr/>
            <p:nvPr/>
          </p:nvSpPr>
          <p:spPr>
            <a:xfrm>
              <a:off x="0" y="0"/>
              <a:ext cx="20889595" cy="205232"/>
            </a:xfrm>
            <a:custGeom>
              <a:avLst/>
              <a:gdLst/>
              <a:ahLst/>
              <a:cxnLst/>
              <a:rect l="l" t="t" r="r" b="b"/>
              <a:pathLst>
                <a:path w="20889595" h="205232">
                  <a:moveTo>
                    <a:pt x="0" y="0"/>
                  </a:moveTo>
                  <a:lnTo>
                    <a:pt x="20889595" y="0"/>
                  </a:lnTo>
                  <a:lnTo>
                    <a:pt x="20889595" y="205232"/>
                  </a:lnTo>
                  <a:lnTo>
                    <a:pt x="0" y="205232"/>
                  </a:lnTo>
                  <a:lnTo>
                    <a:pt x="0" y="0"/>
                  </a:lnTo>
                  <a:close/>
                </a:path>
              </a:pathLst>
            </a:custGeom>
            <a:blipFill>
              <a:blip r:embed="rId3"/>
              <a:stretch>
                <a:fillRect t="-17868" b="-17845"/>
              </a:stretch>
            </a:blipFill>
          </p:spPr>
        </p:sp>
      </p:grpSp>
      <p:grpSp>
        <p:nvGrpSpPr>
          <p:cNvPr id="8" name="Group 9">
            <a:extLst>
              <a:ext uri="{FF2B5EF4-FFF2-40B4-BE49-F238E27FC236}">
                <a16:creationId xmlns:a16="http://schemas.microsoft.com/office/drawing/2014/main" id="{1E522B69-DED7-DFFE-DE1D-EE079400ABFF}"/>
              </a:ext>
            </a:extLst>
          </p:cNvPr>
          <p:cNvGrpSpPr/>
          <p:nvPr/>
        </p:nvGrpSpPr>
        <p:grpSpPr>
          <a:xfrm>
            <a:off x="238964" y="1668"/>
            <a:ext cx="2467785" cy="513826"/>
            <a:chOff x="0" y="0"/>
            <a:chExt cx="6580759" cy="1370203"/>
          </a:xfrm>
        </p:grpSpPr>
        <p:sp>
          <p:nvSpPr>
            <p:cNvPr id="9" name="Freeform 10" descr="A black background with white text  Description automatically generated">
              <a:extLst>
                <a:ext uri="{FF2B5EF4-FFF2-40B4-BE49-F238E27FC236}">
                  <a16:creationId xmlns:a16="http://schemas.microsoft.com/office/drawing/2014/main" id="{40663191-49DD-E6B0-A8D4-99BA74F6B4FD}"/>
                </a:ext>
              </a:extLst>
            </p:cNvPr>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4"/>
              <a:stretch>
                <a:fillRect l="-194" r="-194"/>
              </a:stretch>
            </a:blipFill>
          </p:spPr>
        </p:sp>
      </p:grpSp>
      <p:sp>
        <p:nvSpPr>
          <p:cNvPr id="14" name="Hình chữ nhật 13">
            <a:extLst>
              <a:ext uri="{FF2B5EF4-FFF2-40B4-BE49-F238E27FC236}">
                <a16:creationId xmlns:a16="http://schemas.microsoft.com/office/drawing/2014/main" id="{8E477E8E-2525-1773-055A-38004BB48853}"/>
              </a:ext>
            </a:extLst>
          </p:cNvPr>
          <p:cNvSpPr>
            <a:spLocks noGrp="1"/>
          </p:cNvSpPr>
          <p:nvPr/>
        </p:nvSpPr>
        <p:spPr>
          <a:xfrm>
            <a:off x="8382000" y="5063990"/>
            <a:ext cx="476250" cy="190500"/>
          </a:xfrm>
          <a:prstGeom prst="rect">
            <a:avLst/>
          </a:prstGeom>
          <a:noFill/>
          <a:ln w="0">
            <a:noFill/>
            <a:prstDash val="solid"/>
          </a:ln>
        </p:spPr>
        <p:txBody>
          <a:bodyPr lIns="9525" tIns="9525" rIns="19050" bIns="9525" anchor="t">
            <a:normAutofit/>
          </a:bodyPr>
          <a:lstStyle/>
          <a:p>
            <a:pPr>
              <a:lnSpc>
                <a:spcPct val="102000"/>
              </a:lnSpc>
              <a:buNone/>
              <a:defRPr sz="825" b="0" i="0">
                <a:solidFill>
                  <a:srgbClr val="111111"/>
                </a:solidFill>
                <a:latin typeface="Arial"/>
                <a:ea typeface="Arial"/>
                <a:cs typeface="Arial"/>
              </a:defRPr>
            </a:pPr>
            <a:endParaRPr sz="825" b="0" i="0" dirty="0">
              <a:solidFill>
                <a:srgbClr val="111111"/>
              </a:solidFill>
              <a:latin typeface="Arial"/>
              <a:ea typeface="Arial"/>
              <a:cs typeface="Arial"/>
            </a:endParaRPr>
          </a:p>
        </p:txBody>
      </p:sp>
      <p:sp>
        <p:nvSpPr>
          <p:cNvPr id="18" name="Hình chữ nhật 17">
            <a:extLst>
              <a:ext uri="{FF2B5EF4-FFF2-40B4-BE49-F238E27FC236}">
                <a16:creationId xmlns:a16="http://schemas.microsoft.com/office/drawing/2014/main" id="{95745701-E222-5408-2C01-4626D1130198}"/>
              </a:ext>
            </a:extLst>
          </p:cNvPr>
          <p:cNvSpPr>
            <a:spLocks noGrp="1"/>
          </p:cNvSpPr>
          <p:nvPr/>
        </p:nvSpPr>
        <p:spPr>
          <a:xfrm>
            <a:off x="8343900" y="4876800"/>
            <a:ext cx="476250" cy="190500"/>
          </a:xfrm>
          <a:prstGeom prst="rect">
            <a:avLst/>
          </a:prstGeom>
          <a:noFill/>
          <a:ln w="0">
            <a:noFill/>
            <a:prstDash val="solid"/>
          </a:ln>
        </p:spPr>
        <p:txBody>
          <a:bodyPr lIns="9525" tIns="9525" rIns="19050" bIns="9525" anchor="t">
            <a:normAutofit/>
          </a:bodyPr>
          <a:lstStyle/>
          <a:p>
            <a:pPr>
              <a:lnSpc>
                <a:spcPct val="102000"/>
              </a:lnSpc>
              <a:buNone/>
              <a:defRPr sz="825" b="0" i="0">
                <a:solidFill>
                  <a:srgbClr val="111111"/>
                </a:solidFill>
                <a:latin typeface="Arial"/>
                <a:ea typeface="Arial"/>
                <a:cs typeface="Arial"/>
              </a:defRPr>
            </a:pPr>
            <a:endParaRPr sz="825" b="0" i="0" dirty="0">
              <a:solidFill>
                <a:srgbClr val="111111"/>
              </a:solidFill>
              <a:latin typeface="Arial"/>
              <a:ea typeface="Arial"/>
              <a:cs typeface="Arial"/>
            </a:endParaRPr>
          </a:p>
        </p:txBody>
      </p:sp>
      <p:sp>
        <p:nvSpPr>
          <p:cNvPr id="12" name="Hình chữ nhật 11">
            <a:extLst>
              <a:ext uri="{FF2B5EF4-FFF2-40B4-BE49-F238E27FC236}">
                <a16:creationId xmlns:a16="http://schemas.microsoft.com/office/drawing/2014/main" id="{F6B53C65-A487-2FCE-C1F9-4AEE6F9807DC}"/>
              </a:ext>
            </a:extLst>
          </p:cNvPr>
          <p:cNvSpPr>
            <a:spLocks noGrp="1"/>
          </p:cNvSpPr>
          <p:nvPr/>
        </p:nvSpPr>
        <p:spPr>
          <a:xfrm>
            <a:off x="342900" y="561975"/>
            <a:ext cx="8334375" cy="285750"/>
          </a:xfrm>
          <a:prstGeom prst="rect">
            <a:avLst/>
          </a:prstGeom>
          <a:noFill/>
          <a:ln w="0">
            <a:noFill/>
            <a:prstDash val="solid"/>
          </a:ln>
        </p:spPr>
        <p:txBody>
          <a:bodyPr lIns="9525" tIns="9525" rIns="19050" bIns="9525" anchor="t">
            <a:noAutofit/>
          </a:bodyPr>
          <a:lstStyle/>
          <a:p>
            <a:pPr>
              <a:lnSpc>
                <a:spcPct val="102000"/>
              </a:lnSpc>
              <a:buNone/>
              <a:defRPr sz="1875" b="1" i="0">
                <a:solidFill>
                  <a:srgbClr val="111111"/>
                </a:solidFill>
                <a:latin typeface="Times New Roman"/>
                <a:ea typeface="Times New Roman"/>
                <a:cs typeface="Times New Roman"/>
              </a:defRPr>
            </a:pPr>
            <a:r>
              <a:rPr sz="2400" b="1" i="0" dirty="0">
                <a:solidFill>
                  <a:srgbClr val="111111"/>
                </a:solidFill>
                <a:latin typeface="Times New Roman"/>
                <a:ea typeface="Times New Roman"/>
                <a:cs typeface="Times New Roman"/>
              </a:rPr>
              <a:t>4. VÍ DỤ MINH HỌA</a:t>
            </a:r>
          </a:p>
        </p:txBody>
      </p:sp>
      <p:sp>
        <p:nvSpPr>
          <p:cNvPr id="15" name="Hình chữ nhật 14">
            <a:extLst>
              <a:ext uri="{FF2B5EF4-FFF2-40B4-BE49-F238E27FC236}">
                <a16:creationId xmlns:a16="http://schemas.microsoft.com/office/drawing/2014/main" id="{3DC5503F-8A8E-200B-AFBE-EC404A3FF0ED}"/>
              </a:ext>
            </a:extLst>
          </p:cNvPr>
          <p:cNvSpPr>
            <a:spLocks noGrp="1"/>
          </p:cNvSpPr>
          <p:nvPr/>
        </p:nvSpPr>
        <p:spPr>
          <a:xfrm>
            <a:off x="342900" y="876300"/>
            <a:ext cx="8334375" cy="295275"/>
          </a:xfrm>
          <a:prstGeom prst="rect">
            <a:avLst/>
          </a:prstGeom>
          <a:noFill/>
          <a:ln w="0">
            <a:noFill/>
            <a:prstDash val="solid"/>
          </a:ln>
        </p:spPr>
        <p:txBody>
          <a:bodyPr lIns="9525" tIns="9525" rIns="19050" bIns="9525" anchor="t">
            <a:normAutofit/>
          </a:bodyPr>
          <a:lstStyle/>
          <a:p>
            <a:pPr>
              <a:lnSpc>
                <a:spcPct val="102000"/>
              </a:lnSpc>
              <a:buNone/>
              <a:defRPr sz="1575" b="1" i="0">
                <a:solidFill>
                  <a:srgbClr val="111111"/>
                </a:solidFill>
                <a:latin typeface="Times New Roman"/>
                <a:ea typeface="Times New Roman"/>
                <a:cs typeface="Times New Roman"/>
              </a:defRPr>
            </a:pPr>
            <a:r>
              <a:rPr lang="vi-VN" b="1" i="0" dirty="0">
                <a:solidFill>
                  <a:srgbClr val="111111"/>
                </a:solidFill>
                <a:latin typeface="Times New Roman"/>
                <a:ea typeface="Times New Roman"/>
                <a:cs typeface="Times New Roman"/>
              </a:rPr>
              <a:t>4.2. Truy hồi dữ liệu bằng DIP và </a:t>
            </a:r>
            <a:r>
              <a:rPr lang="vi-VN" b="1" i="0" dirty="0" err="1">
                <a:solidFill>
                  <a:srgbClr val="111111"/>
                </a:solidFill>
                <a:latin typeface="Times New Roman"/>
                <a:ea typeface="Times New Roman"/>
                <a:cs typeface="Times New Roman"/>
              </a:rPr>
              <a:t>Start</a:t>
            </a:r>
            <a:r>
              <a:rPr lang="vi-VN" b="1" i="0" dirty="0">
                <a:solidFill>
                  <a:srgbClr val="111111"/>
                </a:solidFill>
                <a:latin typeface="Times New Roman"/>
                <a:ea typeface="Times New Roman"/>
                <a:cs typeface="Times New Roman"/>
              </a:rPr>
              <a:t> </a:t>
            </a:r>
            <a:r>
              <a:rPr lang="vi-VN" b="1" i="0" dirty="0" err="1">
                <a:solidFill>
                  <a:srgbClr val="111111"/>
                </a:solidFill>
                <a:latin typeface="Times New Roman"/>
                <a:ea typeface="Times New Roman"/>
                <a:cs typeface="Times New Roman"/>
              </a:rPr>
              <a:t>index</a:t>
            </a:r>
            <a:endParaRPr lang="vi-VN" b="1" i="0" dirty="0">
              <a:solidFill>
                <a:srgbClr val="111111"/>
              </a:solidFill>
              <a:latin typeface="Times New Roman"/>
              <a:ea typeface="Times New Roman"/>
              <a:cs typeface="Times New Roman"/>
            </a:endParaRPr>
          </a:p>
        </p:txBody>
      </p:sp>
      <p:sp>
        <p:nvSpPr>
          <p:cNvPr id="21" name="Hình chữ nhật 20">
            <a:extLst>
              <a:ext uri="{FF2B5EF4-FFF2-40B4-BE49-F238E27FC236}">
                <a16:creationId xmlns:a16="http://schemas.microsoft.com/office/drawing/2014/main" id="{5D6F3A34-872A-50EC-5BB1-C3FD4A6ADCF4}"/>
              </a:ext>
            </a:extLst>
          </p:cNvPr>
          <p:cNvSpPr>
            <a:spLocks noGrp="1"/>
          </p:cNvSpPr>
          <p:nvPr/>
        </p:nvSpPr>
        <p:spPr>
          <a:xfrm>
            <a:off x="361950" y="1266825"/>
            <a:ext cx="8420100" cy="876300"/>
          </a:xfrm>
          <a:prstGeom prst="rect">
            <a:avLst/>
          </a:prstGeom>
          <a:noFill/>
          <a:ln w="0">
            <a:noFill/>
            <a:prstDash val="solid"/>
          </a:ln>
        </p:spPr>
        <p:txBody>
          <a:bodyPr lIns="9525" tIns="9525" rIns="19050" bIns="9525" anchor="t">
            <a:normAutofit/>
          </a:bodyPr>
          <a:lstStyle/>
          <a:p>
            <a:pPr>
              <a:lnSpc>
                <a:spcPct val="102000"/>
              </a:lnSpc>
              <a:buNone/>
              <a:defRPr sz="1350" b="0" i="0">
                <a:solidFill>
                  <a:srgbClr val="111111"/>
                </a:solidFill>
                <a:latin typeface="Times New Roman"/>
                <a:ea typeface="Times New Roman"/>
                <a:cs typeface="Times New Roman"/>
              </a:defRPr>
            </a:pPr>
            <a:r>
              <a:rPr sz="1400" b="0" i="0" dirty="0" err="1">
                <a:solidFill>
                  <a:srgbClr val="111111"/>
                </a:solidFill>
                <a:latin typeface="Times New Roman"/>
                <a:ea typeface="Times New Roman"/>
                <a:cs typeface="Times New Roman"/>
              </a:rPr>
              <a:t>Ví</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dụ</a:t>
            </a:r>
            <a:r>
              <a:rPr sz="1400" b="0" i="0" dirty="0">
                <a:solidFill>
                  <a:srgbClr val="111111"/>
                </a:solidFill>
                <a:latin typeface="Times New Roman"/>
                <a:ea typeface="Times New Roman"/>
                <a:cs typeface="Times New Roman"/>
              </a:rPr>
              <a:t> pattern &lt;</a:t>
            </a:r>
            <a:r>
              <a:rPr sz="1400" b="0" i="0" dirty="0" err="1">
                <a:solidFill>
                  <a:srgbClr val="111111"/>
                </a:solidFill>
                <a:latin typeface="Times New Roman"/>
                <a:ea typeface="Times New Roman"/>
                <a:cs typeface="Times New Roman"/>
              </a:rPr>
              <a:t>a,c</a:t>
            </a:r>
            <a:r>
              <a:rPr sz="1400" b="0" i="0" dirty="0">
                <a:solidFill>
                  <a:srgbClr val="111111"/>
                </a:solidFill>
                <a:latin typeface="Times New Roman"/>
                <a:ea typeface="Times New Roman"/>
                <a:cs typeface="Times New Roman"/>
              </a:rPr>
              <a:t>&gt;:  DIP=&lt;c&gt;. </a:t>
            </a:r>
            <a:r>
              <a:rPr sz="1400" b="0" i="0" dirty="0" err="1">
                <a:solidFill>
                  <a:srgbClr val="111111"/>
                </a:solidFill>
                <a:latin typeface="Times New Roman"/>
                <a:ea typeface="Times New Roman"/>
                <a:cs typeface="Times New Roman"/>
              </a:rPr>
              <a:t>Hàng</a:t>
            </a:r>
            <a:r>
              <a:rPr sz="1400" b="0" i="0" dirty="0">
                <a:solidFill>
                  <a:srgbClr val="111111"/>
                </a:solidFill>
                <a:latin typeface="Times New Roman"/>
                <a:ea typeface="Times New Roman"/>
                <a:cs typeface="Times New Roman"/>
              </a:rPr>
              <a:t> (Data id=1, Start index=2) </a:t>
            </a:r>
            <a:r>
              <a:rPr sz="1400" b="0" i="0" dirty="0" err="1">
                <a:solidFill>
                  <a:srgbClr val="111111"/>
                </a:solidFill>
                <a:latin typeface="Times New Roman"/>
                <a:ea typeface="Times New Roman"/>
                <a:cs typeface="Times New Roman"/>
              </a:rPr>
              <a:t>trỏ</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đến</a:t>
            </a:r>
            <a:r>
              <a:rPr sz="1400" b="0" i="0" dirty="0">
                <a:solidFill>
                  <a:srgbClr val="111111"/>
                </a:solidFill>
                <a:latin typeface="Times New Roman"/>
                <a:ea typeface="Times New Roman"/>
                <a:cs typeface="Times New Roman"/>
              </a:rPr>
              <a:t> UCID 100 </a:t>
            </a:r>
            <a:r>
              <a:rPr sz="1400" b="0" i="0" dirty="0" err="1">
                <a:solidFill>
                  <a:srgbClr val="111111"/>
                </a:solidFill>
                <a:latin typeface="Times New Roman"/>
                <a:ea typeface="Times New Roman"/>
                <a:cs typeface="Times New Roman"/>
              </a:rPr>
              <a:t>và</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cắt</a:t>
            </a:r>
            <a:r>
              <a:rPr sz="1400" b="0" i="0" dirty="0">
                <a:solidFill>
                  <a:srgbClr val="111111"/>
                </a:solidFill>
                <a:latin typeface="Times New Roman"/>
                <a:ea typeface="Times New Roman"/>
                <a:cs typeface="Times New Roman"/>
              </a:rPr>
              <a:t> (2,6,9) </a:t>
            </a:r>
            <a:r>
              <a:rPr sz="1400" b="0" i="0" dirty="0" err="1">
                <a:solidFill>
                  <a:srgbClr val="111111"/>
                </a:solidFill>
                <a:latin typeface="Times New Roman"/>
                <a:ea typeface="Times New Roman"/>
                <a:cs typeface="Times New Roman"/>
              </a:rPr>
              <a:t>từ</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vị</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trí</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thứ</a:t>
            </a:r>
            <a:r>
              <a:rPr sz="1400" b="0" i="0" dirty="0">
                <a:solidFill>
                  <a:srgbClr val="111111"/>
                </a:solidFill>
                <a:latin typeface="Times New Roman"/>
                <a:ea typeface="Times New Roman"/>
                <a:cs typeface="Times New Roman"/>
              </a:rPr>
              <a:t> 2, </a:t>
            </a:r>
            <a:r>
              <a:rPr sz="1400" b="0" i="0" dirty="0" err="1">
                <a:solidFill>
                  <a:srgbClr val="111111"/>
                </a:solidFill>
                <a:latin typeface="Times New Roman"/>
                <a:ea typeface="Times New Roman"/>
                <a:cs typeface="Times New Roman"/>
              </a:rPr>
              <a:t>thu</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được</a:t>
            </a:r>
            <a:r>
              <a:rPr sz="1400" b="0" i="0" dirty="0">
                <a:solidFill>
                  <a:srgbClr val="111111"/>
                </a:solidFill>
                <a:latin typeface="Times New Roman"/>
                <a:ea typeface="Times New Roman"/>
                <a:cs typeface="Times New Roman"/>
              </a:rPr>
              <a:t> (6,9). </a:t>
            </a:r>
            <a:r>
              <a:rPr sz="1400" b="0" i="0" dirty="0" err="1">
                <a:solidFill>
                  <a:srgbClr val="111111"/>
                </a:solidFill>
                <a:latin typeface="Times New Roman"/>
                <a:ea typeface="Times New Roman"/>
                <a:cs typeface="Times New Roman"/>
              </a:rPr>
              <a:t>Hàng</a:t>
            </a:r>
            <a:r>
              <a:rPr sz="1400" b="0" i="0" dirty="0">
                <a:solidFill>
                  <a:srgbClr val="111111"/>
                </a:solidFill>
                <a:latin typeface="Times New Roman"/>
                <a:ea typeface="Times New Roman"/>
                <a:cs typeface="Times New Roman"/>
              </a:rPr>
              <a:t> (Data id=3, Start index=1) </a:t>
            </a:r>
            <a:r>
              <a:rPr sz="1400" b="0" i="0" dirty="0" err="1">
                <a:solidFill>
                  <a:srgbClr val="111111"/>
                </a:solidFill>
                <a:latin typeface="Times New Roman"/>
                <a:ea typeface="Times New Roman"/>
                <a:cs typeface="Times New Roman"/>
              </a:rPr>
              <a:t>trỏ</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đến</a:t>
            </a:r>
            <a:r>
              <a:rPr sz="1400" b="0" i="0" dirty="0">
                <a:solidFill>
                  <a:srgbClr val="111111"/>
                </a:solidFill>
                <a:latin typeface="Times New Roman"/>
                <a:ea typeface="Times New Roman"/>
                <a:cs typeface="Times New Roman"/>
              </a:rPr>
              <a:t> UCID 400 </a:t>
            </a:r>
            <a:r>
              <a:rPr sz="1400" b="0" i="0" dirty="0" err="1">
                <a:solidFill>
                  <a:srgbClr val="111111"/>
                </a:solidFill>
                <a:latin typeface="Times New Roman"/>
                <a:ea typeface="Times New Roman"/>
                <a:cs typeface="Times New Roman"/>
              </a:rPr>
              <a:t>và</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giữ</a:t>
            </a:r>
            <a:r>
              <a:rPr sz="1400" b="0" i="0" dirty="0">
                <a:solidFill>
                  <a:srgbClr val="111111"/>
                </a:solidFill>
                <a:latin typeface="Times New Roman"/>
                <a:ea typeface="Times New Roman"/>
                <a:cs typeface="Times New Roman"/>
              </a:rPr>
              <a:t> (4,6). Do </a:t>
            </a:r>
            <a:r>
              <a:rPr sz="1400" b="0" i="0" dirty="0" err="1">
                <a:solidFill>
                  <a:srgbClr val="111111"/>
                </a:solidFill>
                <a:latin typeface="Times New Roman"/>
                <a:ea typeface="Times New Roman"/>
                <a:cs typeface="Times New Roman"/>
              </a:rPr>
              <a:t>có</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hai</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hàng</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hợp</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lệ</a:t>
            </a:r>
            <a:r>
              <a:rPr sz="1400" b="0" i="0" dirty="0">
                <a:solidFill>
                  <a:srgbClr val="111111"/>
                </a:solidFill>
                <a:latin typeface="Times New Roman"/>
                <a:ea typeface="Times New Roman"/>
                <a:cs typeface="Times New Roman"/>
              </a:rPr>
              <a:t>, </a:t>
            </a:r>
            <a:r>
              <a:rPr sz="1400" b="0" i="0" dirty="0" err="1">
                <a:solidFill>
                  <a:srgbClr val="111111"/>
                </a:solidFill>
                <a:latin typeface="Times New Roman"/>
                <a:ea typeface="Times New Roman"/>
                <a:cs typeface="Times New Roman"/>
              </a:rPr>
              <a:t>supcount</a:t>
            </a:r>
            <a:r>
              <a:rPr sz="1400" b="0" i="0" dirty="0">
                <a:solidFill>
                  <a:srgbClr val="111111"/>
                </a:solidFill>
                <a:latin typeface="Times New Roman"/>
                <a:ea typeface="Times New Roman"/>
                <a:cs typeface="Times New Roman"/>
              </a:rPr>
              <a:t>(&lt;</a:t>
            </a:r>
            <a:r>
              <a:rPr sz="1400" b="0" i="0" dirty="0" err="1">
                <a:solidFill>
                  <a:srgbClr val="111111"/>
                </a:solidFill>
                <a:latin typeface="Times New Roman"/>
                <a:ea typeface="Times New Roman"/>
                <a:cs typeface="Times New Roman"/>
              </a:rPr>
              <a:t>a,c</a:t>
            </a:r>
            <a:r>
              <a:rPr sz="1400" b="0" i="0" dirty="0">
                <a:solidFill>
                  <a:srgbClr val="111111"/>
                </a:solidFill>
                <a:latin typeface="Times New Roman"/>
                <a:ea typeface="Times New Roman"/>
                <a:cs typeface="Times New Roman"/>
              </a:rPr>
              <a:t>&gt;)=2.</a:t>
            </a:r>
          </a:p>
        </p:txBody>
      </p:sp>
      <p:pic>
        <p:nvPicPr>
          <p:cNvPr id="22" name="Hình ảnh 21">
            <a:extLst>
              <a:ext uri="{FF2B5EF4-FFF2-40B4-BE49-F238E27FC236}">
                <a16:creationId xmlns:a16="http://schemas.microsoft.com/office/drawing/2014/main" id="{EFBE4806-3B9A-BC19-0414-D1FA3E41A4EB}"/>
              </a:ext>
            </a:extLst>
          </p:cNvPr>
          <p:cNvPicPr>
            <a:picLocks noChangeAspect="1"/>
          </p:cNvPicPr>
          <p:nvPr/>
        </p:nvPicPr>
        <p:blipFill>
          <a:blip r:embed="rId5"/>
          <a:stretch/>
        </p:blipFill>
        <p:spPr>
          <a:xfrm>
            <a:off x="1927346" y="2110871"/>
            <a:ext cx="5165481" cy="2238375"/>
          </a:xfrm>
          <a:prstGeom prst="rect">
            <a:avLst/>
          </a:prstGeom>
        </p:spPr>
      </p:pic>
      <p:sp>
        <p:nvSpPr>
          <p:cNvPr id="23" name="Hình chữ nhật 22">
            <a:extLst>
              <a:ext uri="{FF2B5EF4-FFF2-40B4-BE49-F238E27FC236}">
                <a16:creationId xmlns:a16="http://schemas.microsoft.com/office/drawing/2014/main" id="{EE4A620A-002F-BB39-BDBF-588375CDE1A4}"/>
              </a:ext>
            </a:extLst>
          </p:cNvPr>
          <p:cNvSpPr>
            <a:spLocks noGrp="1"/>
          </p:cNvSpPr>
          <p:nvPr/>
        </p:nvSpPr>
        <p:spPr>
          <a:xfrm>
            <a:off x="742950" y="4467225"/>
            <a:ext cx="8077200" cy="266700"/>
          </a:xfrm>
          <a:prstGeom prst="rect">
            <a:avLst/>
          </a:prstGeom>
          <a:noFill/>
          <a:ln w="0">
            <a:noFill/>
            <a:prstDash val="solid"/>
          </a:ln>
        </p:spPr>
        <p:txBody>
          <a:bodyPr lIns="9525" tIns="9525" rIns="19050" bIns="9525" anchor="t">
            <a:noAutofit/>
          </a:bodyPr>
          <a:lstStyle/>
          <a:p>
            <a:pPr>
              <a:lnSpc>
                <a:spcPct val="102000"/>
              </a:lnSpc>
              <a:buNone/>
              <a:defRPr sz="1275" b="1" i="0">
                <a:solidFill>
                  <a:srgbClr val="111111"/>
                </a:solidFill>
                <a:latin typeface="Times New Roman"/>
                <a:ea typeface="Times New Roman"/>
                <a:cs typeface="Times New Roman"/>
              </a:defRPr>
            </a:pPr>
            <a:r>
              <a:rPr sz="1400" b="1" i="0" dirty="0" err="1">
                <a:solidFill>
                  <a:srgbClr val="111111"/>
                </a:solidFill>
                <a:latin typeface="Times New Roman"/>
                <a:ea typeface="Times New Roman"/>
                <a:cs typeface="Times New Roman"/>
              </a:rPr>
              <a:t>Kết</a:t>
            </a:r>
            <a:r>
              <a:rPr sz="1400" b="1" i="0" dirty="0">
                <a:solidFill>
                  <a:srgbClr val="111111"/>
                </a:solidFill>
                <a:latin typeface="Times New Roman"/>
                <a:ea typeface="Times New Roman"/>
                <a:cs typeface="Times New Roman"/>
              </a:rPr>
              <a:t> </a:t>
            </a:r>
            <a:r>
              <a:rPr sz="1400" b="1" i="0" dirty="0" err="1">
                <a:solidFill>
                  <a:srgbClr val="111111"/>
                </a:solidFill>
                <a:latin typeface="Times New Roman"/>
                <a:ea typeface="Times New Roman"/>
                <a:cs typeface="Times New Roman"/>
              </a:rPr>
              <a:t>luận</a:t>
            </a:r>
            <a:r>
              <a:rPr sz="1400" b="1" i="0" dirty="0">
                <a:solidFill>
                  <a:srgbClr val="111111"/>
                </a:solidFill>
                <a:latin typeface="Times New Roman"/>
                <a:ea typeface="Times New Roman"/>
                <a:cs typeface="Times New Roman"/>
              </a:rPr>
              <a:t>: Pseudo-</a:t>
            </a:r>
            <a:r>
              <a:rPr sz="1400" b="1" i="0" dirty="0" err="1">
                <a:solidFill>
                  <a:srgbClr val="111111"/>
                </a:solidFill>
                <a:latin typeface="Times New Roman"/>
                <a:ea typeface="Times New Roman"/>
                <a:cs typeface="Times New Roman"/>
              </a:rPr>
              <a:t>IDList</a:t>
            </a:r>
            <a:r>
              <a:rPr sz="1400" b="1" i="0" dirty="0">
                <a:solidFill>
                  <a:srgbClr val="111111"/>
                </a:solidFill>
                <a:latin typeface="Times New Roman"/>
                <a:ea typeface="Times New Roman"/>
                <a:cs typeface="Times New Roman"/>
              </a:rPr>
              <a:t> </a:t>
            </a:r>
            <a:r>
              <a:rPr sz="1400" b="1" i="0" dirty="0" err="1">
                <a:solidFill>
                  <a:srgbClr val="111111"/>
                </a:solidFill>
                <a:latin typeface="Times New Roman"/>
                <a:ea typeface="Times New Roman"/>
                <a:cs typeface="Times New Roman"/>
              </a:rPr>
              <a:t>tái</a:t>
            </a:r>
            <a:r>
              <a:rPr sz="1400" b="1" i="0" dirty="0">
                <a:solidFill>
                  <a:srgbClr val="111111"/>
                </a:solidFill>
                <a:latin typeface="Times New Roman"/>
                <a:ea typeface="Times New Roman"/>
                <a:cs typeface="Times New Roman"/>
              </a:rPr>
              <a:t> </a:t>
            </a:r>
            <a:r>
              <a:rPr sz="1400" b="1" i="0" dirty="0" err="1">
                <a:solidFill>
                  <a:srgbClr val="111111"/>
                </a:solidFill>
                <a:latin typeface="Times New Roman"/>
                <a:ea typeface="Times New Roman"/>
                <a:cs typeface="Times New Roman"/>
              </a:rPr>
              <a:t>dựng</a:t>
            </a:r>
            <a:r>
              <a:rPr sz="1400" b="1" i="0" dirty="0">
                <a:solidFill>
                  <a:srgbClr val="111111"/>
                </a:solidFill>
                <a:latin typeface="Times New Roman"/>
                <a:ea typeface="Times New Roman"/>
                <a:cs typeface="Times New Roman"/>
              </a:rPr>
              <a:t> </a:t>
            </a:r>
            <a:r>
              <a:rPr sz="1400" b="1" i="0" dirty="0" err="1">
                <a:solidFill>
                  <a:srgbClr val="111111"/>
                </a:solidFill>
                <a:latin typeface="Times New Roman"/>
                <a:ea typeface="Times New Roman"/>
                <a:cs typeface="Times New Roman"/>
              </a:rPr>
              <a:t>dữ</a:t>
            </a:r>
            <a:r>
              <a:rPr sz="1400" b="1" i="0" dirty="0">
                <a:solidFill>
                  <a:srgbClr val="111111"/>
                </a:solidFill>
                <a:latin typeface="Times New Roman"/>
                <a:ea typeface="Times New Roman"/>
                <a:cs typeface="Times New Roman"/>
              </a:rPr>
              <a:t> </a:t>
            </a:r>
            <a:r>
              <a:rPr sz="1400" b="1" i="0" dirty="0" err="1">
                <a:solidFill>
                  <a:srgbClr val="111111"/>
                </a:solidFill>
                <a:latin typeface="Times New Roman"/>
                <a:ea typeface="Times New Roman"/>
                <a:cs typeface="Times New Roman"/>
              </a:rPr>
              <a:t>liệu</a:t>
            </a:r>
            <a:r>
              <a:rPr sz="1400" b="1" i="0" dirty="0">
                <a:solidFill>
                  <a:srgbClr val="111111"/>
                </a:solidFill>
                <a:latin typeface="Times New Roman"/>
                <a:ea typeface="Times New Roman"/>
                <a:cs typeface="Times New Roman"/>
              </a:rPr>
              <a:t> </a:t>
            </a:r>
            <a:r>
              <a:rPr sz="1400" b="1" i="0" dirty="0" err="1">
                <a:solidFill>
                  <a:srgbClr val="111111"/>
                </a:solidFill>
                <a:latin typeface="Times New Roman"/>
                <a:ea typeface="Times New Roman"/>
                <a:cs typeface="Times New Roman"/>
              </a:rPr>
              <a:t>cần</a:t>
            </a:r>
            <a:r>
              <a:rPr sz="1400" b="1" i="0" dirty="0">
                <a:solidFill>
                  <a:srgbClr val="111111"/>
                </a:solidFill>
                <a:latin typeface="Times New Roman"/>
                <a:ea typeface="Times New Roman"/>
                <a:cs typeface="Times New Roman"/>
              </a:rPr>
              <a:t> </a:t>
            </a:r>
            <a:r>
              <a:rPr sz="1400" b="1" i="0" dirty="0" err="1">
                <a:solidFill>
                  <a:srgbClr val="111111"/>
                </a:solidFill>
                <a:latin typeface="Times New Roman"/>
                <a:ea typeface="Times New Roman"/>
                <a:cs typeface="Times New Roman"/>
              </a:rPr>
              <a:t>dùng</a:t>
            </a:r>
            <a:r>
              <a:rPr sz="1400" b="1" i="0" dirty="0">
                <a:solidFill>
                  <a:srgbClr val="111111"/>
                </a:solidFill>
                <a:latin typeface="Times New Roman"/>
                <a:ea typeface="Times New Roman"/>
                <a:cs typeface="Times New Roman"/>
              </a:rPr>
              <a:t> </a:t>
            </a:r>
            <a:r>
              <a:rPr sz="1400" b="1" i="0" dirty="0" err="1">
                <a:solidFill>
                  <a:srgbClr val="111111"/>
                </a:solidFill>
                <a:latin typeface="Times New Roman"/>
                <a:ea typeface="Times New Roman"/>
                <a:cs typeface="Times New Roman"/>
              </a:rPr>
              <a:t>bằng</a:t>
            </a:r>
            <a:r>
              <a:rPr sz="1400" b="1" i="0" dirty="0">
                <a:solidFill>
                  <a:srgbClr val="111111"/>
                </a:solidFill>
                <a:latin typeface="Times New Roman"/>
                <a:ea typeface="Times New Roman"/>
                <a:cs typeface="Times New Roman"/>
              </a:rPr>
              <a:t> </a:t>
            </a:r>
            <a:r>
              <a:rPr sz="1400" b="1" i="0" dirty="0" err="1">
                <a:solidFill>
                  <a:srgbClr val="111111"/>
                </a:solidFill>
                <a:latin typeface="Times New Roman"/>
                <a:ea typeface="Times New Roman"/>
                <a:cs typeface="Times New Roman"/>
              </a:rPr>
              <a:t>chỉ</a:t>
            </a:r>
            <a:r>
              <a:rPr sz="1400" b="1" i="0" dirty="0">
                <a:solidFill>
                  <a:srgbClr val="111111"/>
                </a:solidFill>
                <a:latin typeface="Times New Roman"/>
                <a:ea typeface="Times New Roman"/>
                <a:cs typeface="Times New Roman"/>
              </a:rPr>
              <a:t> </a:t>
            </a:r>
            <a:r>
              <a:rPr sz="1400" b="1" i="0" dirty="0" err="1">
                <a:solidFill>
                  <a:srgbClr val="111111"/>
                </a:solidFill>
                <a:latin typeface="Times New Roman"/>
                <a:ea typeface="Times New Roman"/>
                <a:cs typeface="Times New Roman"/>
              </a:rPr>
              <a:t>mục</a:t>
            </a:r>
            <a:r>
              <a:rPr sz="1400" b="1" i="0" dirty="0">
                <a:solidFill>
                  <a:srgbClr val="111111"/>
                </a:solidFill>
                <a:latin typeface="Times New Roman"/>
                <a:ea typeface="Times New Roman"/>
                <a:cs typeface="Times New Roman"/>
              </a:rPr>
              <a:t>; </a:t>
            </a:r>
            <a:r>
              <a:rPr sz="1400" b="1" i="0" dirty="0" err="1">
                <a:solidFill>
                  <a:srgbClr val="111111"/>
                </a:solidFill>
                <a:latin typeface="Times New Roman"/>
                <a:ea typeface="Times New Roman"/>
                <a:cs typeface="Times New Roman"/>
              </a:rPr>
              <a:t>không</a:t>
            </a:r>
            <a:r>
              <a:rPr sz="1400" b="1" i="0" dirty="0">
                <a:solidFill>
                  <a:srgbClr val="111111"/>
                </a:solidFill>
                <a:latin typeface="Times New Roman"/>
                <a:ea typeface="Times New Roman"/>
                <a:cs typeface="Times New Roman"/>
              </a:rPr>
              <a:t> </a:t>
            </a:r>
            <a:r>
              <a:rPr sz="1400" b="1" i="0" dirty="0" err="1">
                <a:solidFill>
                  <a:srgbClr val="111111"/>
                </a:solidFill>
                <a:latin typeface="Times New Roman"/>
                <a:ea typeface="Times New Roman"/>
                <a:cs typeface="Times New Roman"/>
              </a:rPr>
              <a:t>sao</a:t>
            </a:r>
            <a:r>
              <a:rPr sz="1400" b="1" i="0" dirty="0">
                <a:solidFill>
                  <a:srgbClr val="111111"/>
                </a:solidFill>
                <a:latin typeface="Times New Roman"/>
                <a:ea typeface="Times New Roman"/>
                <a:cs typeface="Times New Roman"/>
              </a:rPr>
              <a:t> </a:t>
            </a:r>
            <a:r>
              <a:rPr sz="1400" b="1" i="0" dirty="0" err="1">
                <a:solidFill>
                  <a:srgbClr val="111111"/>
                </a:solidFill>
                <a:latin typeface="Times New Roman"/>
                <a:ea typeface="Times New Roman"/>
                <a:cs typeface="Times New Roman"/>
              </a:rPr>
              <a:t>chép</a:t>
            </a:r>
            <a:r>
              <a:rPr sz="1400" b="1" i="0" dirty="0">
                <a:solidFill>
                  <a:srgbClr val="111111"/>
                </a:solidFill>
                <a:latin typeface="Times New Roman"/>
                <a:ea typeface="Times New Roman"/>
                <a:cs typeface="Times New Roman"/>
              </a:rPr>
              <a:t> </a:t>
            </a:r>
            <a:r>
              <a:rPr sz="1400" b="1" i="0" dirty="0" err="1">
                <a:solidFill>
                  <a:srgbClr val="111111"/>
                </a:solidFill>
                <a:latin typeface="Times New Roman"/>
                <a:ea typeface="Times New Roman"/>
                <a:cs typeface="Times New Roman"/>
              </a:rPr>
              <a:t>một</a:t>
            </a:r>
            <a:r>
              <a:rPr sz="1400" b="1" i="0" dirty="0">
                <a:solidFill>
                  <a:srgbClr val="111111"/>
                </a:solidFill>
                <a:latin typeface="Times New Roman"/>
                <a:ea typeface="Times New Roman"/>
                <a:cs typeface="Times New Roman"/>
              </a:rPr>
              <a:t> position list </a:t>
            </a:r>
            <a:r>
              <a:rPr sz="1400" b="1" i="0" dirty="0" err="1">
                <a:solidFill>
                  <a:srgbClr val="111111"/>
                </a:solidFill>
                <a:latin typeface="Times New Roman"/>
                <a:ea typeface="Times New Roman"/>
                <a:cs typeface="Times New Roman"/>
              </a:rPr>
              <a:t>mới</a:t>
            </a:r>
            <a:r>
              <a:rPr sz="1400" b="1" i="0" dirty="0">
                <a:solidFill>
                  <a:srgbClr val="111111"/>
                </a:solidFill>
                <a:latin typeface="Times New Roman"/>
                <a:ea typeface="Times New Roman"/>
                <a:cs typeface="Times New Roman"/>
              </a:rPr>
              <a:t>.</a:t>
            </a:r>
          </a:p>
        </p:txBody>
      </p:sp>
      <p:sp>
        <p:nvSpPr>
          <p:cNvPr id="24" name="Hình chữ nhật 23">
            <a:extLst>
              <a:ext uri="{FF2B5EF4-FFF2-40B4-BE49-F238E27FC236}">
                <a16:creationId xmlns:a16="http://schemas.microsoft.com/office/drawing/2014/main" id="{D3DCBDD0-D5EF-3D8B-FAE0-1739F105CCDE}"/>
              </a:ext>
            </a:extLst>
          </p:cNvPr>
          <p:cNvSpPr>
            <a:spLocks noGrp="1"/>
          </p:cNvSpPr>
          <p:nvPr/>
        </p:nvSpPr>
        <p:spPr>
          <a:xfrm>
            <a:off x="361950" y="4791075"/>
            <a:ext cx="7715250" cy="171450"/>
          </a:xfrm>
          <a:prstGeom prst="rect">
            <a:avLst/>
          </a:prstGeom>
          <a:noFill/>
          <a:ln w="0">
            <a:noFill/>
            <a:prstDash val="solid"/>
          </a:ln>
        </p:spPr>
        <p:txBody>
          <a:bodyPr lIns="9525" tIns="9525" rIns="19050" bIns="9525" anchor="t">
            <a:normAutofit/>
          </a:bodyPr>
          <a:lstStyle/>
          <a:p>
            <a:pPr>
              <a:lnSpc>
                <a:spcPct val="102000"/>
              </a:lnSpc>
              <a:buNone/>
              <a:defRPr sz="788" b="0" i="1">
                <a:solidFill>
                  <a:srgbClr val="555555"/>
                </a:solidFill>
                <a:latin typeface="Arial"/>
                <a:ea typeface="Arial"/>
                <a:cs typeface="Arial"/>
              </a:defRPr>
            </a:pPr>
            <a:endParaRPr sz="788" b="0" i="1" dirty="0">
              <a:solidFill>
                <a:srgbClr val="555555"/>
              </a:solidFill>
              <a:latin typeface="Arial"/>
              <a:ea typeface="Arial"/>
              <a:cs typeface="Arial"/>
            </a:endParaRPr>
          </a:p>
        </p:txBody>
      </p:sp>
    </p:spTree>
    <p:extLst>
      <p:ext uri="{BB962C8B-B14F-4D97-AF65-F5344CB8AC3E}">
        <p14:creationId xmlns:p14="http://schemas.microsoft.com/office/powerpoint/2010/main" val="42075315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F0CB8-2440-4953-D7D9-FE265EE150FC}"/>
            </a:ext>
          </a:extLst>
        </p:cNvPr>
        <p:cNvGrpSpPr/>
        <p:nvPr/>
      </p:nvGrpSpPr>
      <p:grpSpPr>
        <a:xfrm>
          <a:off x="0" y="0"/>
          <a:ext cx="0" cy="0"/>
          <a:chOff x="0" y="0"/>
          <a:chExt cx="0" cy="0"/>
        </a:xfrm>
      </p:grpSpPr>
      <p:grpSp>
        <p:nvGrpSpPr>
          <p:cNvPr id="4" name="Group 5">
            <a:extLst>
              <a:ext uri="{FF2B5EF4-FFF2-40B4-BE49-F238E27FC236}">
                <a16:creationId xmlns:a16="http://schemas.microsoft.com/office/drawing/2014/main" id="{19BEDDA2-6147-C920-763D-CF2DD8F085DE}"/>
              </a:ext>
            </a:extLst>
          </p:cNvPr>
          <p:cNvGrpSpPr/>
          <p:nvPr/>
        </p:nvGrpSpPr>
        <p:grpSpPr>
          <a:xfrm>
            <a:off x="-127300" y="4969883"/>
            <a:ext cx="9304283" cy="284619"/>
            <a:chOff x="0" y="0"/>
            <a:chExt cx="24811420" cy="758984"/>
          </a:xfrm>
        </p:grpSpPr>
        <p:sp>
          <p:nvSpPr>
            <p:cNvPr id="5" name="Freeform 6">
              <a:extLst>
                <a:ext uri="{FF2B5EF4-FFF2-40B4-BE49-F238E27FC236}">
                  <a16:creationId xmlns:a16="http://schemas.microsoft.com/office/drawing/2014/main" id="{88A782DE-29D4-502F-87D7-3FDB62F0F251}"/>
                </a:ext>
              </a:extLst>
            </p:cNvPr>
            <p:cNvSpPr/>
            <p:nvPr/>
          </p:nvSpPr>
          <p:spPr>
            <a:xfrm>
              <a:off x="0" y="0"/>
              <a:ext cx="24811482" cy="758952"/>
            </a:xfrm>
            <a:custGeom>
              <a:avLst/>
              <a:gdLst/>
              <a:ahLst/>
              <a:cxnLst/>
              <a:rect l="l" t="t" r="r" b="b"/>
              <a:pathLst>
                <a:path w="24811482" h="758952">
                  <a:moveTo>
                    <a:pt x="285242" y="0"/>
                  </a:moveTo>
                  <a:lnTo>
                    <a:pt x="24811482" y="0"/>
                  </a:lnTo>
                  <a:lnTo>
                    <a:pt x="24811482" y="740410"/>
                  </a:lnTo>
                  <a:lnTo>
                    <a:pt x="0" y="758952"/>
                  </a:lnTo>
                  <a:lnTo>
                    <a:pt x="285242" y="0"/>
                  </a:lnTo>
                  <a:close/>
                </a:path>
              </a:pathLst>
            </a:custGeom>
            <a:solidFill>
              <a:srgbClr val="E95856"/>
            </a:solidFill>
            <a:ln w="12700">
              <a:solidFill>
                <a:srgbClr val="000000"/>
              </a:solidFill>
            </a:ln>
          </p:spPr>
        </p:sp>
      </p:grpSp>
      <p:sp>
        <p:nvSpPr>
          <p:cNvPr id="16" name="Slide Number Placeholder 14">
            <a:extLst>
              <a:ext uri="{FF2B5EF4-FFF2-40B4-BE49-F238E27FC236}">
                <a16:creationId xmlns:a16="http://schemas.microsoft.com/office/drawing/2014/main" id="{EFC3BFC8-AB1A-D54D-724F-BBF3409479DE}"/>
              </a:ext>
            </a:extLst>
          </p:cNvPr>
          <p:cNvSpPr>
            <a:spLocks noGrp="1"/>
          </p:cNvSpPr>
          <p:nvPr/>
        </p:nvSpPr>
        <p:spPr>
          <a:xfrm>
            <a:off x="8347710" y="4970145"/>
            <a:ext cx="795655" cy="259715"/>
          </a:xfrm>
        </p:spPr>
        <p:txBody>
          <a:bodyPr/>
          <a:lst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a:lstStyle>
          <a:p>
            <a:pPr algn="ctr">
              <a:buNone/>
            </a:pPr>
            <a:fld id="{A4E99CEF-AF55-BA3C-ADF8-4E52E186DD8F}" type="slidenum">
              <a:rPr>
                <a:latin typeface="Times New Roman"/>
                <a:ea typeface="Times New Roman"/>
                <a:cs typeface="Times New Roman"/>
              </a:rPr>
              <a:t>26</a:t>
            </a:fld>
            <a:endParaRPr>
              <a:latin typeface="Times New Roman"/>
              <a:ea typeface="Times New Roman"/>
              <a:cs typeface="Times New Roman"/>
            </a:endParaRPr>
          </a:p>
        </p:txBody>
      </p:sp>
      <p:grpSp>
        <p:nvGrpSpPr>
          <p:cNvPr id="2" name="Group 3">
            <a:extLst>
              <a:ext uri="{FF2B5EF4-FFF2-40B4-BE49-F238E27FC236}">
                <a16:creationId xmlns:a16="http://schemas.microsoft.com/office/drawing/2014/main" id="{BDA3C0A3-60C0-2F8B-FD65-EA7EA65F6397}"/>
              </a:ext>
            </a:extLst>
          </p:cNvPr>
          <p:cNvGrpSpPr/>
          <p:nvPr/>
        </p:nvGrpSpPr>
        <p:grpSpPr>
          <a:xfrm>
            <a:off x="0" y="-19526"/>
            <a:ext cx="9144000" cy="535020"/>
            <a:chOff x="0" y="0"/>
            <a:chExt cx="24384000" cy="1426718"/>
          </a:xfrm>
        </p:grpSpPr>
        <p:sp>
          <p:nvSpPr>
            <p:cNvPr id="3" name="Freeform 4">
              <a:extLst>
                <a:ext uri="{FF2B5EF4-FFF2-40B4-BE49-F238E27FC236}">
                  <a16:creationId xmlns:a16="http://schemas.microsoft.com/office/drawing/2014/main" id="{FB3564A1-0695-9092-1801-344ABCAEC39C}"/>
                </a:ext>
              </a:extLst>
            </p:cNvPr>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E95856"/>
            </a:solidFill>
            <a:ln w="12700">
              <a:solidFill>
                <a:srgbClr val="000000"/>
              </a:solidFill>
            </a:ln>
          </p:spPr>
        </p:sp>
      </p:grpSp>
      <p:grpSp>
        <p:nvGrpSpPr>
          <p:cNvPr id="8" name="Group 9">
            <a:extLst>
              <a:ext uri="{FF2B5EF4-FFF2-40B4-BE49-F238E27FC236}">
                <a16:creationId xmlns:a16="http://schemas.microsoft.com/office/drawing/2014/main" id="{A817BD85-BC44-FFFC-6387-AE4E8D048214}"/>
              </a:ext>
            </a:extLst>
          </p:cNvPr>
          <p:cNvGrpSpPr/>
          <p:nvPr/>
        </p:nvGrpSpPr>
        <p:grpSpPr>
          <a:xfrm>
            <a:off x="238964" y="1668"/>
            <a:ext cx="2467785" cy="513826"/>
            <a:chOff x="0" y="0"/>
            <a:chExt cx="6580759" cy="1370203"/>
          </a:xfrm>
        </p:grpSpPr>
        <p:sp>
          <p:nvSpPr>
            <p:cNvPr id="9" name="Freeform 10" descr="A black background with white text  Description automatically generated">
              <a:extLst>
                <a:ext uri="{FF2B5EF4-FFF2-40B4-BE49-F238E27FC236}">
                  <a16:creationId xmlns:a16="http://schemas.microsoft.com/office/drawing/2014/main" id="{C6C890D7-7EAF-65FD-83AE-6C55806B1D2E}"/>
                </a:ext>
              </a:extLst>
            </p:cNvPr>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3"/>
              <a:stretch>
                <a:fillRect l="-194" r="-194"/>
              </a:stretch>
            </a:blipFill>
          </p:spPr>
        </p:sp>
      </p:grpSp>
      <p:sp>
        <p:nvSpPr>
          <p:cNvPr id="14" name="Hình chữ nhật 13">
            <a:extLst>
              <a:ext uri="{FF2B5EF4-FFF2-40B4-BE49-F238E27FC236}">
                <a16:creationId xmlns:a16="http://schemas.microsoft.com/office/drawing/2014/main" id="{913158A4-42AE-7413-C6C0-B33A331F3502}"/>
              </a:ext>
            </a:extLst>
          </p:cNvPr>
          <p:cNvSpPr>
            <a:spLocks noGrp="1"/>
          </p:cNvSpPr>
          <p:nvPr/>
        </p:nvSpPr>
        <p:spPr>
          <a:xfrm>
            <a:off x="8382000" y="5063990"/>
            <a:ext cx="476250" cy="190500"/>
          </a:xfrm>
          <a:prstGeom prst="rect">
            <a:avLst/>
          </a:prstGeom>
          <a:noFill/>
          <a:ln w="0">
            <a:noFill/>
            <a:prstDash val="solid"/>
          </a:ln>
        </p:spPr>
        <p:txBody>
          <a:bodyPr lIns="9525" tIns="9525" rIns="19050" bIns="9525" anchor="t">
            <a:normAutofit/>
          </a:bodyPr>
          <a:lstStyle/>
          <a:p>
            <a:pPr>
              <a:lnSpc>
                <a:spcPct val="102000"/>
              </a:lnSpc>
              <a:buNone/>
              <a:defRPr sz="825" b="0" i="0">
                <a:solidFill>
                  <a:srgbClr val="111111"/>
                </a:solidFill>
                <a:latin typeface="Arial"/>
                <a:ea typeface="Arial"/>
                <a:cs typeface="Arial"/>
              </a:defRPr>
            </a:pPr>
            <a:endParaRPr sz="825" b="0" i="0" dirty="0">
              <a:solidFill>
                <a:srgbClr val="111111"/>
              </a:solidFill>
              <a:latin typeface="Arial"/>
              <a:ea typeface="Arial"/>
              <a:cs typeface="Arial"/>
            </a:endParaRPr>
          </a:p>
        </p:txBody>
      </p:sp>
      <p:sp>
        <p:nvSpPr>
          <p:cNvPr id="10" name="Hình chữ nhật 9">
            <a:extLst>
              <a:ext uri="{FF2B5EF4-FFF2-40B4-BE49-F238E27FC236}">
                <a16:creationId xmlns:a16="http://schemas.microsoft.com/office/drawing/2014/main" id="{685C8417-0D1C-6559-9FB7-6507C1769165}"/>
              </a:ext>
            </a:extLst>
          </p:cNvPr>
          <p:cNvSpPr>
            <a:spLocks noGrp="1"/>
          </p:cNvSpPr>
          <p:nvPr/>
        </p:nvSpPr>
        <p:spPr>
          <a:xfrm>
            <a:off x="342900" y="536688"/>
            <a:ext cx="8334375" cy="285750"/>
          </a:xfrm>
          <a:prstGeom prst="rect">
            <a:avLst/>
          </a:prstGeom>
          <a:noFill/>
          <a:ln w="0">
            <a:noFill/>
            <a:prstDash val="solid"/>
          </a:ln>
        </p:spPr>
        <p:txBody>
          <a:bodyPr lIns="9525" tIns="9525" rIns="19050" bIns="9525" anchor="t">
            <a:noAutofit/>
          </a:bodyPr>
          <a:lstStyle/>
          <a:p>
            <a:pPr>
              <a:lnSpc>
                <a:spcPct val="102000"/>
              </a:lnSpc>
              <a:buNone/>
              <a:defRPr sz="1875" b="1" i="0">
                <a:solidFill>
                  <a:srgbClr val="111111"/>
                </a:solidFill>
                <a:latin typeface="Times New Roman"/>
                <a:ea typeface="Times New Roman"/>
                <a:cs typeface="Times New Roman"/>
              </a:defRPr>
            </a:pPr>
            <a:r>
              <a:rPr sz="2400" b="1" i="0" dirty="0">
                <a:solidFill>
                  <a:srgbClr val="111111"/>
                </a:solidFill>
                <a:latin typeface="Times New Roman"/>
                <a:ea typeface="Times New Roman"/>
                <a:cs typeface="Times New Roman"/>
              </a:rPr>
              <a:t>4. VÍ DỤ MINH HỌA</a:t>
            </a:r>
          </a:p>
        </p:txBody>
      </p:sp>
      <p:sp>
        <p:nvSpPr>
          <p:cNvPr id="11" name="Hình chữ nhật 10">
            <a:extLst>
              <a:ext uri="{FF2B5EF4-FFF2-40B4-BE49-F238E27FC236}">
                <a16:creationId xmlns:a16="http://schemas.microsoft.com/office/drawing/2014/main" id="{F95C4987-10C6-4709-06F1-2091F9772DAA}"/>
              </a:ext>
            </a:extLst>
          </p:cNvPr>
          <p:cNvSpPr>
            <a:spLocks noGrp="1"/>
          </p:cNvSpPr>
          <p:nvPr/>
        </p:nvSpPr>
        <p:spPr>
          <a:xfrm>
            <a:off x="342900" y="851013"/>
            <a:ext cx="8334375" cy="295275"/>
          </a:xfrm>
          <a:prstGeom prst="rect">
            <a:avLst/>
          </a:prstGeom>
          <a:noFill/>
          <a:ln w="0">
            <a:noFill/>
            <a:prstDash val="solid"/>
          </a:ln>
        </p:spPr>
        <p:txBody>
          <a:bodyPr lIns="9525" tIns="9525" rIns="19050" bIns="9525" anchor="t">
            <a:normAutofit/>
          </a:bodyPr>
          <a:lstStyle/>
          <a:p>
            <a:pPr>
              <a:lnSpc>
                <a:spcPct val="102000"/>
              </a:lnSpc>
              <a:buNone/>
              <a:defRPr sz="1575" b="1" i="0">
                <a:solidFill>
                  <a:srgbClr val="111111"/>
                </a:solidFill>
                <a:latin typeface="Times New Roman"/>
                <a:ea typeface="Times New Roman"/>
                <a:cs typeface="Times New Roman"/>
              </a:defRPr>
            </a:pPr>
            <a:r>
              <a:rPr b="1" i="0" dirty="0">
                <a:solidFill>
                  <a:srgbClr val="111111"/>
                </a:solidFill>
                <a:latin typeface="Times New Roman"/>
                <a:ea typeface="Times New Roman"/>
                <a:cs typeface="Times New Roman"/>
              </a:rPr>
              <a:t>4.3. DUB </a:t>
            </a:r>
            <a:r>
              <a:rPr b="1" i="0" dirty="0" err="1">
                <a:solidFill>
                  <a:srgbClr val="111111"/>
                </a:solidFill>
                <a:latin typeface="Times New Roman"/>
                <a:ea typeface="Times New Roman"/>
                <a:cs typeface="Times New Roman"/>
              </a:rPr>
              <a:t>bằng</a:t>
            </a:r>
            <a:r>
              <a:rPr b="1" i="0" dirty="0">
                <a:solidFill>
                  <a:srgbClr val="111111"/>
                </a:solidFill>
                <a:latin typeface="Times New Roman"/>
                <a:ea typeface="Times New Roman"/>
                <a:cs typeface="Times New Roman"/>
              </a:rPr>
              <a:t> </a:t>
            </a:r>
            <a:r>
              <a:rPr b="1" i="0" dirty="0" err="1">
                <a:solidFill>
                  <a:srgbClr val="111111"/>
                </a:solidFill>
                <a:latin typeface="Times New Roman"/>
                <a:ea typeface="Times New Roman"/>
                <a:cs typeface="Times New Roman"/>
              </a:rPr>
              <a:t>phép</a:t>
            </a:r>
            <a:r>
              <a:rPr b="1" i="0" dirty="0">
                <a:solidFill>
                  <a:srgbClr val="111111"/>
                </a:solidFill>
                <a:latin typeface="Times New Roman"/>
                <a:ea typeface="Times New Roman"/>
                <a:cs typeface="Times New Roman"/>
              </a:rPr>
              <a:t> </a:t>
            </a:r>
            <a:r>
              <a:rPr b="1" i="0" dirty="0" err="1">
                <a:solidFill>
                  <a:srgbClr val="111111"/>
                </a:solidFill>
                <a:latin typeface="Times New Roman"/>
                <a:ea typeface="Times New Roman"/>
                <a:cs typeface="Times New Roman"/>
              </a:rPr>
              <a:t>giao</a:t>
            </a:r>
            <a:r>
              <a:rPr b="1" i="0" dirty="0">
                <a:solidFill>
                  <a:srgbClr val="111111"/>
                </a:solidFill>
                <a:latin typeface="Times New Roman"/>
                <a:ea typeface="Times New Roman"/>
                <a:cs typeface="Times New Roman"/>
              </a:rPr>
              <a:t> bitmap</a:t>
            </a:r>
          </a:p>
        </p:txBody>
      </p:sp>
      <p:sp>
        <p:nvSpPr>
          <p:cNvPr id="13" name="Hình chữ nhật 12">
            <a:extLst>
              <a:ext uri="{FF2B5EF4-FFF2-40B4-BE49-F238E27FC236}">
                <a16:creationId xmlns:a16="http://schemas.microsoft.com/office/drawing/2014/main" id="{214470D3-B7AE-B036-C687-775D04EA08F3}"/>
              </a:ext>
            </a:extLst>
          </p:cNvPr>
          <p:cNvSpPr>
            <a:spLocks noGrp="1"/>
          </p:cNvSpPr>
          <p:nvPr/>
        </p:nvSpPr>
        <p:spPr>
          <a:xfrm>
            <a:off x="8343900" y="4876800"/>
            <a:ext cx="476250" cy="190500"/>
          </a:xfrm>
          <a:prstGeom prst="rect">
            <a:avLst/>
          </a:prstGeom>
          <a:noFill/>
          <a:ln w="0">
            <a:noFill/>
            <a:prstDash val="solid"/>
          </a:ln>
        </p:spPr>
        <p:txBody>
          <a:bodyPr lIns="9525" tIns="9525" rIns="19050" bIns="9525" anchor="t">
            <a:normAutofit/>
          </a:bodyPr>
          <a:lstStyle/>
          <a:p>
            <a:pPr>
              <a:lnSpc>
                <a:spcPct val="102000"/>
              </a:lnSpc>
              <a:buNone/>
              <a:defRPr sz="825" b="0" i="0">
                <a:solidFill>
                  <a:srgbClr val="111111"/>
                </a:solidFill>
                <a:latin typeface="Arial"/>
                <a:ea typeface="Arial"/>
                <a:cs typeface="Arial"/>
              </a:defRPr>
            </a:pPr>
            <a:endParaRPr sz="825" b="0" i="0" dirty="0">
              <a:solidFill>
                <a:srgbClr val="111111"/>
              </a:solidFill>
              <a:latin typeface="Arial"/>
              <a:ea typeface="Arial"/>
              <a:cs typeface="Arial"/>
            </a:endParaRPr>
          </a:p>
        </p:txBody>
      </p:sp>
      <p:sp>
        <p:nvSpPr>
          <p:cNvPr id="17" name="Hình chữ nhật 16">
            <a:extLst>
              <a:ext uri="{FF2B5EF4-FFF2-40B4-BE49-F238E27FC236}">
                <a16:creationId xmlns:a16="http://schemas.microsoft.com/office/drawing/2014/main" id="{037D82F5-837F-8BA7-FCA0-809C10BE2E20}"/>
              </a:ext>
            </a:extLst>
          </p:cNvPr>
          <p:cNvSpPr>
            <a:spLocks noGrp="1"/>
          </p:cNvSpPr>
          <p:nvPr/>
        </p:nvSpPr>
        <p:spPr>
          <a:xfrm>
            <a:off x="361950" y="1241538"/>
            <a:ext cx="8420100" cy="428625"/>
          </a:xfrm>
          <a:prstGeom prst="rect">
            <a:avLst/>
          </a:prstGeom>
          <a:noFill/>
          <a:ln w="0">
            <a:noFill/>
            <a:prstDash val="solid"/>
          </a:ln>
        </p:spPr>
        <p:txBody>
          <a:bodyPr lIns="9525" tIns="9525" rIns="19050" bIns="9525" anchor="t">
            <a:normAutofit/>
          </a:bodyPr>
          <a:lstStyle/>
          <a:p>
            <a:pPr>
              <a:lnSpc>
                <a:spcPct val="102000"/>
              </a:lnSpc>
              <a:buNone/>
              <a:defRPr sz="1350" b="0" i="0">
                <a:solidFill>
                  <a:srgbClr val="111111"/>
                </a:solidFill>
                <a:latin typeface="Times New Roman"/>
                <a:ea typeface="Times New Roman"/>
                <a:cs typeface="Times New Roman"/>
              </a:defRPr>
            </a:pPr>
            <a:r>
              <a:rPr sz="1350" b="0" i="0" dirty="0">
                <a:solidFill>
                  <a:srgbClr val="111111"/>
                </a:solidFill>
                <a:latin typeface="Times New Roman"/>
                <a:ea typeface="Times New Roman"/>
                <a:cs typeface="Times New Roman"/>
              </a:rPr>
              <a:t>Hai </a:t>
            </a:r>
            <a:r>
              <a:rPr sz="1350" b="0" i="0" dirty="0" err="1">
                <a:solidFill>
                  <a:srgbClr val="111111"/>
                </a:solidFill>
                <a:latin typeface="Times New Roman"/>
                <a:ea typeface="Times New Roman"/>
                <a:cs typeface="Times New Roman"/>
              </a:rPr>
              <a:t>mẫu</a:t>
            </a:r>
            <a:r>
              <a:rPr sz="1350" b="0" i="0" dirty="0">
                <a:solidFill>
                  <a:srgbClr val="111111"/>
                </a:solidFill>
                <a:latin typeface="Times New Roman"/>
                <a:ea typeface="Times New Roman"/>
                <a:cs typeface="Times New Roman"/>
              </a:rPr>
              <a:t> cha &lt;</a:t>
            </a:r>
            <a:r>
              <a:rPr sz="1350" b="0" i="0" dirty="0" err="1">
                <a:solidFill>
                  <a:srgbClr val="111111"/>
                </a:solidFill>
                <a:latin typeface="Times New Roman"/>
                <a:ea typeface="Times New Roman"/>
                <a:cs typeface="Times New Roman"/>
              </a:rPr>
              <a:t>a,a</a:t>
            </a:r>
            <a:r>
              <a:rPr sz="1350" b="0" i="0" dirty="0">
                <a:solidFill>
                  <a:srgbClr val="111111"/>
                </a:solidFill>
                <a:latin typeface="Times New Roman"/>
                <a:ea typeface="Times New Roman"/>
                <a:cs typeface="Times New Roman"/>
              </a:rPr>
              <a:t>&gt; </a:t>
            </a:r>
            <a:r>
              <a:rPr sz="1350" b="0" i="0" dirty="0" err="1">
                <a:solidFill>
                  <a:srgbClr val="111111"/>
                </a:solidFill>
                <a:latin typeface="Times New Roman"/>
                <a:ea typeface="Times New Roman"/>
                <a:cs typeface="Times New Roman"/>
              </a:rPr>
              <a:t>và</a:t>
            </a:r>
            <a:r>
              <a:rPr sz="1350" b="0" i="0" dirty="0">
                <a:solidFill>
                  <a:srgbClr val="111111"/>
                </a:solidFill>
                <a:latin typeface="Times New Roman"/>
                <a:ea typeface="Times New Roman"/>
                <a:cs typeface="Times New Roman"/>
              </a:rPr>
              <a:t> &lt;</a:t>
            </a:r>
            <a:r>
              <a:rPr sz="1350" b="0" i="0" dirty="0" err="1">
                <a:solidFill>
                  <a:srgbClr val="111111"/>
                </a:solidFill>
                <a:latin typeface="Times New Roman"/>
                <a:ea typeface="Times New Roman"/>
                <a:cs typeface="Times New Roman"/>
              </a:rPr>
              <a:t>a,b</a:t>
            </a:r>
            <a:r>
              <a:rPr sz="1350" b="0" i="0" dirty="0">
                <a:solidFill>
                  <a:srgbClr val="111111"/>
                </a:solidFill>
                <a:latin typeface="Times New Roman"/>
                <a:ea typeface="Times New Roman"/>
                <a:cs typeface="Times New Roman"/>
              </a:rPr>
              <a:t>&gt; </a:t>
            </a:r>
            <a:r>
              <a:rPr sz="1350" b="0" i="0" dirty="0" err="1">
                <a:solidFill>
                  <a:srgbClr val="111111"/>
                </a:solidFill>
                <a:latin typeface="Times New Roman"/>
                <a:ea typeface="Times New Roman"/>
                <a:cs typeface="Times New Roman"/>
              </a:rPr>
              <a:t>được</a:t>
            </a:r>
            <a:r>
              <a:rPr sz="1350" b="0" i="0" dirty="0">
                <a:solidFill>
                  <a:srgbClr val="111111"/>
                </a:solidFill>
                <a:latin typeface="Times New Roman"/>
                <a:ea typeface="Times New Roman"/>
                <a:cs typeface="Times New Roman"/>
              </a:rPr>
              <a:t> </a:t>
            </a:r>
            <a:r>
              <a:rPr sz="1350" b="0" i="0" dirty="0" err="1">
                <a:solidFill>
                  <a:srgbClr val="111111"/>
                </a:solidFill>
                <a:latin typeface="Times New Roman"/>
                <a:ea typeface="Times New Roman"/>
                <a:cs typeface="Times New Roman"/>
              </a:rPr>
              <a:t>biểu</a:t>
            </a:r>
            <a:r>
              <a:rPr sz="1350" b="0" i="0" dirty="0">
                <a:solidFill>
                  <a:srgbClr val="111111"/>
                </a:solidFill>
                <a:latin typeface="Times New Roman"/>
                <a:ea typeface="Times New Roman"/>
                <a:cs typeface="Times New Roman"/>
              </a:rPr>
              <a:t> </a:t>
            </a:r>
            <a:r>
              <a:rPr sz="1350" b="0" i="0" dirty="0" err="1">
                <a:solidFill>
                  <a:srgbClr val="111111"/>
                </a:solidFill>
                <a:latin typeface="Times New Roman"/>
                <a:ea typeface="Times New Roman"/>
                <a:cs typeface="Times New Roman"/>
              </a:rPr>
              <a:t>diễn</a:t>
            </a:r>
            <a:r>
              <a:rPr sz="1350" b="0" i="0" dirty="0">
                <a:solidFill>
                  <a:srgbClr val="111111"/>
                </a:solidFill>
                <a:latin typeface="Times New Roman"/>
                <a:ea typeface="Times New Roman"/>
                <a:cs typeface="Times New Roman"/>
              </a:rPr>
              <a:t> </a:t>
            </a:r>
            <a:r>
              <a:rPr sz="1350" b="0" i="0" dirty="0" err="1">
                <a:solidFill>
                  <a:srgbClr val="111111"/>
                </a:solidFill>
                <a:latin typeface="Times New Roman"/>
                <a:ea typeface="Times New Roman"/>
                <a:cs typeface="Times New Roman"/>
              </a:rPr>
              <a:t>bởi</a:t>
            </a:r>
            <a:r>
              <a:rPr sz="1350" b="0" i="0" dirty="0">
                <a:solidFill>
                  <a:srgbClr val="111111"/>
                </a:solidFill>
                <a:latin typeface="Times New Roman"/>
                <a:ea typeface="Times New Roman"/>
                <a:cs typeface="Times New Roman"/>
              </a:rPr>
              <a:t> bitmap UCID. </a:t>
            </a:r>
            <a:r>
              <a:rPr sz="1350" b="0" i="0" dirty="0" err="1">
                <a:solidFill>
                  <a:srgbClr val="111111"/>
                </a:solidFill>
                <a:latin typeface="Times New Roman"/>
                <a:ea typeface="Times New Roman"/>
                <a:cs typeface="Times New Roman"/>
              </a:rPr>
              <a:t>Phép</a:t>
            </a:r>
            <a:r>
              <a:rPr sz="1350" b="0" i="0" dirty="0">
                <a:solidFill>
                  <a:srgbClr val="111111"/>
                </a:solidFill>
                <a:latin typeface="Times New Roman"/>
                <a:ea typeface="Times New Roman"/>
                <a:cs typeface="Times New Roman"/>
              </a:rPr>
              <a:t> AND </a:t>
            </a:r>
            <a:r>
              <a:rPr sz="1350" b="0" i="0" dirty="0" err="1">
                <a:solidFill>
                  <a:srgbClr val="111111"/>
                </a:solidFill>
                <a:latin typeface="Times New Roman"/>
                <a:ea typeface="Times New Roman"/>
                <a:cs typeface="Times New Roman"/>
              </a:rPr>
              <a:t>tạo</a:t>
            </a:r>
            <a:r>
              <a:rPr sz="1350" b="0" i="0" dirty="0">
                <a:solidFill>
                  <a:srgbClr val="111111"/>
                </a:solidFill>
                <a:latin typeface="Times New Roman"/>
                <a:ea typeface="Times New Roman"/>
                <a:cs typeface="Times New Roman"/>
              </a:rPr>
              <a:t> bitmap </a:t>
            </a:r>
            <a:r>
              <a:rPr sz="1350" b="0" i="0" dirty="0" err="1">
                <a:solidFill>
                  <a:srgbClr val="111111"/>
                </a:solidFill>
                <a:latin typeface="Times New Roman"/>
                <a:ea typeface="Times New Roman"/>
                <a:cs typeface="Times New Roman"/>
              </a:rPr>
              <a:t>giao</a:t>
            </a:r>
            <a:r>
              <a:rPr sz="1350" b="0" i="0" dirty="0">
                <a:solidFill>
                  <a:srgbClr val="111111"/>
                </a:solidFill>
                <a:latin typeface="Times New Roman"/>
                <a:ea typeface="Times New Roman"/>
                <a:cs typeface="Times New Roman"/>
              </a:rPr>
              <a:t> Sₙ=[1,1,0,1].</a:t>
            </a:r>
          </a:p>
        </p:txBody>
      </p:sp>
      <p:pic>
        <p:nvPicPr>
          <p:cNvPr id="19" name="Hình ảnh 18">
            <a:extLst>
              <a:ext uri="{FF2B5EF4-FFF2-40B4-BE49-F238E27FC236}">
                <a16:creationId xmlns:a16="http://schemas.microsoft.com/office/drawing/2014/main" id="{4D9E7F2A-5A37-69F3-0150-ABEB7B3821D5}"/>
              </a:ext>
            </a:extLst>
          </p:cNvPr>
          <p:cNvPicPr>
            <a:picLocks noChangeAspect="1"/>
          </p:cNvPicPr>
          <p:nvPr/>
        </p:nvPicPr>
        <p:blipFill>
          <a:blip r:embed="rId4"/>
          <a:stretch/>
        </p:blipFill>
        <p:spPr>
          <a:xfrm>
            <a:off x="1527788" y="1660638"/>
            <a:ext cx="6088423" cy="2143125"/>
          </a:xfrm>
          <a:prstGeom prst="rect">
            <a:avLst/>
          </a:prstGeom>
        </p:spPr>
      </p:pic>
      <p:sp>
        <p:nvSpPr>
          <p:cNvPr id="20" name="Hình chữ nhật 19">
            <a:extLst>
              <a:ext uri="{FF2B5EF4-FFF2-40B4-BE49-F238E27FC236}">
                <a16:creationId xmlns:a16="http://schemas.microsoft.com/office/drawing/2014/main" id="{796BDC19-75D0-E6D0-13AE-8199EAF6D142}"/>
              </a:ext>
            </a:extLst>
          </p:cNvPr>
          <p:cNvSpPr>
            <a:spLocks noGrp="1"/>
          </p:cNvSpPr>
          <p:nvPr/>
        </p:nvSpPr>
        <p:spPr>
          <a:xfrm>
            <a:off x="666750" y="3851388"/>
            <a:ext cx="7810500" cy="857250"/>
          </a:xfrm>
          <a:prstGeom prst="rect">
            <a:avLst/>
          </a:prstGeom>
          <a:noFill/>
          <a:ln w="0">
            <a:noFill/>
            <a:prstDash val="solid"/>
          </a:ln>
        </p:spPr>
        <p:txBody>
          <a:bodyPr lIns="9525" tIns="9525" rIns="19050" bIns="9525" anchor="t">
            <a:noAutofit/>
          </a:bodyPr>
          <a:lstStyle/>
          <a:p>
            <a:pPr>
              <a:lnSpc>
                <a:spcPct val="102000"/>
              </a:lnSpc>
              <a:buNone/>
              <a:defRPr sz="1275" b="0" i="0">
                <a:solidFill>
                  <a:srgbClr val="111111"/>
                </a:solidFill>
                <a:latin typeface="Times New Roman"/>
                <a:ea typeface="Times New Roman"/>
                <a:cs typeface="Times New Roman"/>
              </a:defRPr>
            </a:pPr>
            <a:r>
              <a:rPr lang="vi-VN" sz="1400" b="0" i="0" dirty="0">
                <a:solidFill>
                  <a:srgbClr val="111111"/>
                </a:solidFill>
                <a:latin typeface="Times New Roman"/>
                <a:ea typeface="Times New Roman"/>
                <a:cs typeface="Times New Roman"/>
              </a:rPr>
              <a:t>• </a:t>
            </a:r>
            <a:r>
              <a:rPr lang="vi-VN" sz="1400" b="0" i="0" dirty="0" err="1">
                <a:solidFill>
                  <a:srgbClr val="111111"/>
                </a:solidFill>
                <a:latin typeface="Times New Roman"/>
                <a:ea typeface="Times New Roman"/>
                <a:cs typeface="Times New Roman"/>
              </a:rPr>
              <a:t>supcount</a:t>
            </a:r>
            <a:r>
              <a:rPr lang="vi-VN" sz="1400" b="0" i="0" dirty="0">
                <a:solidFill>
                  <a:srgbClr val="111111"/>
                </a:solidFill>
                <a:latin typeface="Times New Roman"/>
                <a:ea typeface="Times New Roman"/>
                <a:cs typeface="Times New Roman"/>
              </a:rPr>
              <a:t>(Sₙ)=3 là cận trên của </a:t>
            </a:r>
            <a:r>
              <a:rPr lang="vi-VN" sz="1400" b="0" i="0" dirty="0" err="1">
                <a:solidFill>
                  <a:srgbClr val="111111"/>
                </a:solidFill>
                <a:latin typeface="Times New Roman"/>
                <a:ea typeface="Times New Roman"/>
                <a:cs typeface="Times New Roman"/>
              </a:rPr>
              <a:t>candidate</a:t>
            </a:r>
            <a:r>
              <a:rPr lang="vi-VN" sz="1400" b="0" i="0" dirty="0">
                <a:solidFill>
                  <a:srgbClr val="111111"/>
                </a:solidFill>
                <a:latin typeface="Times New Roman"/>
                <a:ea typeface="Times New Roman"/>
                <a:cs typeface="Times New Roman"/>
              </a:rPr>
              <a:t>.</a:t>
            </a:r>
          </a:p>
          <a:p>
            <a:pPr>
              <a:lnSpc>
                <a:spcPct val="102000"/>
              </a:lnSpc>
              <a:buNone/>
              <a:defRPr sz="1275" b="0" i="0">
                <a:solidFill>
                  <a:srgbClr val="111111"/>
                </a:solidFill>
                <a:latin typeface="Times New Roman"/>
                <a:ea typeface="Times New Roman"/>
                <a:cs typeface="Times New Roman"/>
              </a:defRPr>
            </a:pPr>
            <a:r>
              <a:rPr lang="vi-VN" sz="1400" b="0" i="0" dirty="0">
                <a:solidFill>
                  <a:srgbClr val="111111"/>
                </a:solidFill>
                <a:latin typeface="Times New Roman"/>
                <a:ea typeface="Times New Roman"/>
                <a:cs typeface="Times New Roman"/>
              </a:rPr>
              <a:t>• Với </a:t>
            </a:r>
            <a:r>
              <a:rPr lang="vi-VN" sz="1400" b="0" i="0" dirty="0" err="1">
                <a:solidFill>
                  <a:srgbClr val="111111"/>
                </a:solidFill>
                <a:latin typeface="Times New Roman"/>
                <a:ea typeface="Times New Roman"/>
                <a:cs typeface="Times New Roman"/>
              </a:rPr>
              <a:t>minSup</a:t>
            </a:r>
            <a:r>
              <a:rPr lang="vi-VN" sz="1400" b="0" i="0" dirty="0">
                <a:solidFill>
                  <a:srgbClr val="111111"/>
                </a:solidFill>
                <a:latin typeface="Times New Roman"/>
                <a:ea typeface="Times New Roman"/>
                <a:cs typeface="Times New Roman"/>
              </a:rPr>
              <a:t>=3: giữ </a:t>
            </a:r>
            <a:r>
              <a:rPr lang="vi-VN" sz="1400" b="0" i="0" dirty="0" err="1">
                <a:solidFill>
                  <a:srgbClr val="111111"/>
                </a:solidFill>
                <a:latin typeface="Times New Roman"/>
                <a:ea typeface="Times New Roman"/>
                <a:cs typeface="Times New Roman"/>
              </a:rPr>
              <a:t>candidate</a:t>
            </a:r>
            <a:r>
              <a:rPr lang="vi-VN" sz="1400" b="0" i="0" dirty="0">
                <a:solidFill>
                  <a:srgbClr val="111111"/>
                </a:solidFill>
                <a:latin typeface="Times New Roman"/>
                <a:ea typeface="Times New Roman"/>
                <a:cs typeface="Times New Roman"/>
              </a:rPr>
              <a:t> để tạo </a:t>
            </a:r>
            <a:r>
              <a:rPr lang="vi-VN" sz="1400" b="0" i="0" dirty="0" err="1">
                <a:solidFill>
                  <a:srgbClr val="111111"/>
                </a:solidFill>
                <a:latin typeface="Times New Roman"/>
                <a:ea typeface="Times New Roman"/>
                <a:cs typeface="Times New Roman"/>
              </a:rPr>
              <a:t>Pseudo-IDList</a:t>
            </a:r>
            <a:r>
              <a:rPr lang="vi-VN" sz="1400" b="0" i="0" dirty="0">
                <a:solidFill>
                  <a:srgbClr val="111111"/>
                </a:solidFill>
                <a:latin typeface="Times New Roman"/>
                <a:ea typeface="Times New Roman"/>
                <a:cs typeface="Times New Roman"/>
              </a:rPr>
              <a:t> và kiểm tra </a:t>
            </a:r>
            <a:r>
              <a:rPr lang="vi-VN" sz="1400" b="0" i="0" dirty="0" err="1">
                <a:solidFill>
                  <a:srgbClr val="111111"/>
                </a:solidFill>
                <a:latin typeface="Times New Roman"/>
                <a:ea typeface="Times New Roman"/>
                <a:cs typeface="Times New Roman"/>
              </a:rPr>
              <a:t>support</a:t>
            </a:r>
            <a:r>
              <a:rPr lang="vi-VN" sz="1400" b="0" i="0" dirty="0">
                <a:solidFill>
                  <a:srgbClr val="111111"/>
                </a:solidFill>
                <a:latin typeface="Times New Roman"/>
                <a:ea typeface="Times New Roman"/>
                <a:cs typeface="Times New Roman"/>
              </a:rPr>
              <a:t> thật.</a:t>
            </a:r>
          </a:p>
          <a:p>
            <a:pPr>
              <a:lnSpc>
                <a:spcPct val="102000"/>
              </a:lnSpc>
              <a:buNone/>
              <a:defRPr sz="1275" b="0" i="0">
                <a:solidFill>
                  <a:srgbClr val="111111"/>
                </a:solidFill>
                <a:latin typeface="Times New Roman"/>
                <a:ea typeface="Times New Roman"/>
                <a:cs typeface="Times New Roman"/>
              </a:defRPr>
            </a:pPr>
            <a:r>
              <a:rPr lang="vi-VN" sz="1400" b="0" i="0" dirty="0">
                <a:solidFill>
                  <a:srgbClr val="111111"/>
                </a:solidFill>
                <a:latin typeface="Times New Roman"/>
                <a:ea typeface="Times New Roman"/>
                <a:cs typeface="Times New Roman"/>
              </a:rPr>
              <a:t>• Nếu </a:t>
            </a:r>
            <a:r>
              <a:rPr lang="vi-VN" sz="1400" b="0" i="0" dirty="0" err="1">
                <a:solidFill>
                  <a:srgbClr val="111111"/>
                </a:solidFill>
                <a:latin typeface="Times New Roman"/>
                <a:ea typeface="Times New Roman"/>
                <a:cs typeface="Times New Roman"/>
              </a:rPr>
              <a:t>supcount</a:t>
            </a:r>
            <a:r>
              <a:rPr lang="vi-VN" sz="1400" b="0" i="0" dirty="0">
                <a:solidFill>
                  <a:srgbClr val="111111"/>
                </a:solidFill>
                <a:latin typeface="Times New Roman"/>
                <a:ea typeface="Times New Roman"/>
                <a:cs typeface="Times New Roman"/>
              </a:rPr>
              <a:t>(Sₙ)&lt;</a:t>
            </a:r>
            <a:r>
              <a:rPr lang="vi-VN" sz="1400" b="0" i="0" dirty="0" err="1">
                <a:solidFill>
                  <a:srgbClr val="111111"/>
                </a:solidFill>
                <a:latin typeface="Times New Roman"/>
                <a:ea typeface="Times New Roman"/>
                <a:cs typeface="Times New Roman"/>
              </a:rPr>
              <a:t>minSup</a:t>
            </a:r>
            <a:r>
              <a:rPr lang="vi-VN" sz="1400" b="0" i="0" dirty="0">
                <a:solidFill>
                  <a:srgbClr val="111111"/>
                </a:solidFill>
                <a:latin typeface="Times New Roman"/>
                <a:ea typeface="Times New Roman"/>
                <a:cs typeface="Times New Roman"/>
              </a:rPr>
              <a:t>: loại </a:t>
            </a:r>
            <a:r>
              <a:rPr lang="vi-VN" sz="1400" b="0" i="0" dirty="0" err="1">
                <a:solidFill>
                  <a:srgbClr val="111111"/>
                </a:solidFill>
                <a:latin typeface="Times New Roman"/>
                <a:ea typeface="Times New Roman"/>
                <a:cs typeface="Times New Roman"/>
              </a:rPr>
              <a:t>candidate</a:t>
            </a:r>
            <a:r>
              <a:rPr lang="vi-VN" sz="1400" b="0" i="0" dirty="0">
                <a:solidFill>
                  <a:srgbClr val="111111"/>
                </a:solidFill>
                <a:latin typeface="Times New Roman"/>
                <a:ea typeface="Times New Roman"/>
                <a:cs typeface="Times New Roman"/>
              </a:rPr>
              <a:t> trước bước truy hồi </a:t>
            </a:r>
            <a:r>
              <a:rPr lang="vi-VN" sz="1400" b="0" i="0" dirty="0" err="1">
                <a:solidFill>
                  <a:srgbClr val="111111"/>
                </a:solidFill>
                <a:latin typeface="Times New Roman"/>
                <a:ea typeface="Times New Roman"/>
                <a:cs typeface="Times New Roman"/>
              </a:rPr>
              <a:t>position</a:t>
            </a:r>
            <a:r>
              <a:rPr lang="vi-VN" sz="1400" b="0" i="0" dirty="0">
                <a:solidFill>
                  <a:srgbClr val="111111"/>
                </a:solidFill>
                <a:latin typeface="Times New Roman"/>
                <a:ea typeface="Times New Roman"/>
                <a:cs typeface="Times New Roman"/>
              </a:rPr>
              <a:t> </a:t>
            </a:r>
            <a:r>
              <a:rPr lang="vi-VN" sz="1400" b="0" i="0" dirty="0" err="1">
                <a:solidFill>
                  <a:srgbClr val="111111"/>
                </a:solidFill>
                <a:latin typeface="Times New Roman"/>
                <a:ea typeface="Times New Roman"/>
                <a:cs typeface="Times New Roman"/>
              </a:rPr>
              <a:t>list</a:t>
            </a:r>
            <a:r>
              <a:rPr lang="vi-VN" sz="1400" b="0" i="0" dirty="0">
                <a:solidFill>
                  <a:srgbClr val="111111"/>
                </a:solidFill>
                <a:latin typeface="Times New Roman"/>
                <a:ea typeface="Times New Roman"/>
                <a:cs typeface="Times New Roman"/>
              </a:rPr>
              <a:t>.</a:t>
            </a:r>
          </a:p>
          <a:p>
            <a:pPr>
              <a:lnSpc>
                <a:spcPct val="102000"/>
              </a:lnSpc>
              <a:buNone/>
              <a:defRPr sz="1275" b="0" i="0">
                <a:solidFill>
                  <a:srgbClr val="111111"/>
                </a:solidFill>
                <a:latin typeface="Times New Roman"/>
                <a:ea typeface="Times New Roman"/>
                <a:cs typeface="Times New Roman"/>
              </a:defRPr>
            </a:pPr>
            <a:r>
              <a:rPr lang="vi-VN" sz="1400" b="0" i="0" dirty="0">
                <a:solidFill>
                  <a:srgbClr val="111111"/>
                </a:solidFill>
                <a:latin typeface="Times New Roman"/>
                <a:ea typeface="Times New Roman"/>
                <a:cs typeface="Times New Roman"/>
              </a:rPr>
              <a:t>• Đạt DUB không đồng nghĩa </a:t>
            </a:r>
            <a:r>
              <a:rPr lang="vi-VN" sz="1400" b="0" i="0" dirty="0" err="1">
                <a:solidFill>
                  <a:srgbClr val="111111"/>
                </a:solidFill>
                <a:latin typeface="Times New Roman"/>
                <a:ea typeface="Times New Roman"/>
                <a:cs typeface="Times New Roman"/>
              </a:rPr>
              <a:t>candidate</a:t>
            </a:r>
            <a:r>
              <a:rPr lang="vi-VN" sz="1400" b="0" i="0" dirty="0">
                <a:solidFill>
                  <a:srgbClr val="111111"/>
                </a:solidFill>
                <a:latin typeface="Times New Roman"/>
                <a:ea typeface="Times New Roman"/>
                <a:cs typeface="Times New Roman"/>
              </a:rPr>
              <a:t> chắc chắn phổ biến.</a:t>
            </a:r>
          </a:p>
        </p:txBody>
      </p:sp>
      <p:sp>
        <p:nvSpPr>
          <p:cNvPr id="25" name="Hình chữ nhật 24">
            <a:extLst>
              <a:ext uri="{FF2B5EF4-FFF2-40B4-BE49-F238E27FC236}">
                <a16:creationId xmlns:a16="http://schemas.microsoft.com/office/drawing/2014/main" id="{DC67E0ED-492F-0F16-C2B3-E48872D39531}"/>
              </a:ext>
            </a:extLst>
          </p:cNvPr>
          <p:cNvSpPr>
            <a:spLocks noGrp="1"/>
          </p:cNvSpPr>
          <p:nvPr/>
        </p:nvSpPr>
        <p:spPr>
          <a:xfrm>
            <a:off x="361950" y="4765788"/>
            <a:ext cx="7715250" cy="171450"/>
          </a:xfrm>
          <a:prstGeom prst="rect">
            <a:avLst/>
          </a:prstGeom>
          <a:noFill/>
          <a:ln w="0">
            <a:noFill/>
            <a:prstDash val="solid"/>
          </a:ln>
        </p:spPr>
        <p:txBody>
          <a:bodyPr lIns="9525" tIns="9525" rIns="19050" bIns="9525" anchor="t">
            <a:normAutofit/>
          </a:bodyPr>
          <a:lstStyle/>
          <a:p>
            <a:pPr>
              <a:lnSpc>
                <a:spcPct val="102000"/>
              </a:lnSpc>
              <a:buNone/>
              <a:defRPr sz="788" b="0" i="1">
                <a:solidFill>
                  <a:srgbClr val="555555"/>
                </a:solidFill>
                <a:latin typeface="Arial"/>
                <a:ea typeface="Arial"/>
                <a:cs typeface="Arial"/>
              </a:defRPr>
            </a:pPr>
            <a:endParaRPr sz="788" b="0" i="1" dirty="0">
              <a:solidFill>
                <a:srgbClr val="555555"/>
              </a:solidFill>
              <a:latin typeface="Arial"/>
              <a:ea typeface="Arial"/>
              <a:cs typeface="Arial"/>
            </a:endParaRPr>
          </a:p>
        </p:txBody>
      </p:sp>
    </p:spTree>
    <p:extLst>
      <p:ext uri="{BB962C8B-B14F-4D97-AF65-F5344CB8AC3E}">
        <p14:creationId xmlns:p14="http://schemas.microsoft.com/office/powerpoint/2010/main" val="1464037135"/>
      </p:ext>
    </p:extLst>
  </p:cSld>
  <p:clrMapOvr>
    <a:masterClrMapping/>
  </p:clrMapOvr>
</p:sld>
</file>

<file path=ppt/theme/theme1.xml><?xml version="1.0" encoding="utf-8"?>
<a:theme xmlns:a="http://schemas.openxmlformats.org/drawingml/2006/main" name="Brackets Lesson for Coding and Programming by Slidesgo">
  <a:themeElements>
    <a:clrScheme name="Simple Light">
      <a:dk1>
        <a:srgbClr val="383838"/>
      </a:dk1>
      <a:lt1>
        <a:srgbClr val="F9F9F9"/>
      </a:lt1>
      <a:dk2>
        <a:srgbClr val="FFE3E3"/>
      </a:dk2>
      <a:lt2>
        <a:srgbClr val="FF807D"/>
      </a:lt2>
      <a:accent1>
        <a:srgbClr val="FF6E6B"/>
      </a:accent1>
      <a:accent2>
        <a:srgbClr val="E95856"/>
      </a:accent2>
      <a:accent3>
        <a:srgbClr val="ABC8F4"/>
      </a:accent3>
      <a:accent4>
        <a:srgbClr val="2E7DF4"/>
      </a:accent4>
      <a:accent5>
        <a:srgbClr val="0E66EB"/>
      </a:accent5>
      <a:accent6>
        <a:srgbClr val="FFFFFF"/>
      </a:accent6>
      <a:hlink>
        <a:srgbClr val="3838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rackets Lesson for Coding and Programming by Slidesgo">
  <a:themeElements>
    <a:clrScheme name="Simple Light">
      <a:dk1>
        <a:srgbClr val="383838"/>
      </a:dk1>
      <a:lt1>
        <a:srgbClr val="F9F9F9"/>
      </a:lt1>
      <a:dk2>
        <a:srgbClr val="FFE3E3"/>
      </a:dk2>
      <a:lt2>
        <a:srgbClr val="FF807D"/>
      </a:lt2>
      <a:accent1>
        <a:srgbClr val="FF6E6B"/>
      </a:accent1>
      <a:accent2>
        <a:srgbClr val="E95856"/>
      </a:accent2>
      <a:accent3>
        <a:srgbClr val="ABC8F4"/>
      </a:accent3>
      <a:accent4>
        <a:srgbClr val="2E7DF4"/>
      </a:accent4>
      <a:accent5>
        <a:srgbClr val="0E66EB"/>
      </a:accent5>
      <a:accent6>
        <a:srgbClr val="FFFFFF"/>
      </a:accent6>
      <a:hlink>
        <a:srgbClr val="3838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4259</Words>
  <Application>Microsoft Office PowerPoint</Application>
  <DocSecurity>0</DocSecurity>
  <PresentationFormat>Trình chiếu Trên màn hình (16:9)</PresentationFormat>
  <Paragraphs>356</Paragraphs>
  <Slides>26</Slides>
  <Notes>26</Notes>
  <HiddenSlides>0</HiddenSlides>
  <MMClips>0</MMClips>
  <ScaleCrop>false</ScaleCrop>
  <HeadingPairs>
    <vt:vector size="6" baseType="variant">
      <vt:variant>
        <vt:lpstr>Phông được Dùng</vt:lpstr>
      </vt:variant>
      <vt:variant>
        <vt:i4>10</vt:i4>
      </vt:variant>
      <vt:variant>
        <vt:lpstr>Chủ đề</vt:lpstr>
      </vt:variant>
      <vt:variant>
        <vt:i4>1</vt:i4>
      </vt:variant>
      <vt:variant>
        <vt:lpstr>Tiêu đề Bản chiếu</vt:lpstr>
      </vt:variant>
      <vt:variant>
        <vt:i4>26</vt:i4>
      </vt:variant>
    </vt:vector>
  </HeadingPairs>
  <TitlesOfParts>
    <vt:vector size="37" baseType="lpstr">
      <vt:lpstr>Arial</vt:lpstr>
      <vt:lpstr>Bebas Neue</vt:lpstr>
      <vt:lpstr>Cambria Math</vt:lpstr>
      <vt:lpstr>Google Sans Code</vt:lpstr>
      <vt:lpstr>KaTeX_Main</vt:lpstr>
      <vt:lpstr>KaTeX_Math</vt:lpstr>
      <vt:lpstr>Lato</vt:lpstr>
      <vt:lpstr>Poppins</vt:lpstr>
      <vt:lpstr>Times New Roman</vt:lpstr>
      <vt:lpstr>Times New Roman Bold</vt:lpstr>
      <vt:lpstr>Brackets Lesson for Coding and Programming by Slidesgo</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Kiến Quốc Trịnh</cp:lastModifiedBy>
  <cp:revision>2</cp:revision>
  <dcterms:created xsi:type="dcterms:W3CDTF">2026-06-19T16:13:09Z</dcterms:created>
  <dcterms:modified xsi:type="dcterms:W3CDTF">2026-06-20T09:09:23Z</dcterms:modified>
</cp:coreProperties>
</file>